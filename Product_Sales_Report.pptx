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4"/>
  </p:notesMasterIdLst>
  <p:sldIdLst>
    <p:sldId id="256" r:id="rId3"/>
    <p:sldId id="257" r:id="rId4"/>
    <p:sldId id="291" r:id="rId5"/>
    <p:sldId id="266" r:id="rId6"/>
    <p:sldId id="261" r:id="rId7"/>
    <p:sldId id="292" r:id="rId8"/>
    <p:sldId id="282" r:id="rId9"/>
    <p:sldId id="294" r:id="rId10"/>
    <p:sldId id="259" r:id="rId11"/>
    <p:sldId id="289" r:id="rId12"/>
    <p:sldId id="290" r:id="rId13"/>
  </p:sldIdLst>
  <p:sldSz cx="9144000" cy="5143500" type="screen16x9"/>
  <p:notesSz cx="6858000" cy="9144000"/>
  <p:embeddedFontLst>
    <p:embeddedFont>
      <p:font typeface="Proxima Nova" panose="020B0604020202020204" charset="0"/>
      <p:regular r:id="rId15"/>
      <p:bold r:id="rId16"/>
      <p:italic r:id="rId17"/>
      <p:boldItalic r:id="rId18"/>
    </p:embeddedFont>
    <p:embeddedFont>
      <p:font typeface="Constantia" panose="02030602050306030303" pitchFamily="18" charset="0"/>
      <p:regular r:id="rId19"/>
      <p:bold r:id="rId20"/>
      <p:italic r:id="rId21"/>
      <p:boldItalic r:id="rId22"/>
    </p:embeddedFont>
    <p:embeddedFont>
      <p:font typeface="Fira Sans Extra Condensed" panose="020B0604020202020204" charset="0"/>
      <p:regular r:id="rId23"/>
      <p:bold r:id="rId24"/>
      <p:italic r:id="rId25"/>
      <p:boldItalic r:id="rId26"/>
    </p:embeddedFont>
    <p:embeddedFont>
      <p:font typeface="Proxima Nova Semibold" panose="020B0604020202020204" charset="0"/>
      <p:regular r:id="rId27"/>
      <p:bold r:id="rId28"/>
      <p:boldItalic r:id="rId29"/>
    </p:embeddedFont>
    <p:embeddedFont>
      <p:font typeface="Fira Sans Extra Condensed SemiBold" panose="020B0604020202020204" charset="0"/>
      <p:regular r:id="rId30"/>
      <p:bold r:id="rId31"/>
      <p:italic r:id="rId32"/>
      <p:boldItalic r:id="rId33"/>
    </p:embeddedFont>
    <p:embeddedFont>
      <p:font typeface="Roboto" panose="020B0604020202020204" charset="0"/>
      <p:regular r:id="rId34"/>
      <p:bold r:id="rId35"/>
      <p:italic r:id="rId36"/>
      <p:boldItalic r:id="rId37"/>
    </p:embeddedFont>
    <p:embeddedFont>
      <p:font typeface="Algerian" panose="04020705040A02060702" pitchFamily="82" charset="0"/>
      <p:regular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A46F7F-B713-47B1-BAB7-4455CB62EAE5}">
  <a:tblStyle styleId="{04A46F7F-B713-47B1-BAB7-4455CB62EA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323" autoAdjust="0"/>
  </p:normalViewPr>
  <p:slideViewPr>
    <p:cSldViewPr snapToGrid="0">
      <p:cViewPr varScale="1">
        <p:scale>
          <a:sx n="98" d="100"/>
          <a:sy n="98" d="100"/>
        </p:scale>
        <p:origin x="10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font" Target="fonts/font2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i="0" u="none" strike="noStrike" baseline="0" dirty="0" smtClean="0">
                <a:effectLst/>
              </a:rPr>
              <a:t>Promotion Months</a:t>
            </a:r>
            <a:endParaRPr lang="en-ZA" sz="1200" b="1" dirty="0"/>
          </a:p>
        </c:rich>
      </c:tx>
      <c:layout>
        <c:manualLayout>
          <c:xMode val="edge"/>
          <c:yMode val="edge"/>
          <c:x val="0.3562201685681351"/>
          <c:y val="2.01276076742107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1774442257217852E-2"/>
          <c:y val="0.1651536999818195"/>
          <c:w val="0.92822555774278215"/>
          <c:h val="0.5630389200915862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Total_Sales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Sheet1!$B$2:$B$13</c:f>
              <c:numCache>
                <c:formatCode>"R"#,##0.00</c:formatCode>
                <c:ptCount val="12"/>
                <c:pt idx="0">
                  <c:v>4008180.4888699902</c:v>
                </c:pt>
                <c:pt idx="1">
                  <c:v>5780487.1753599998</c:v>
                </c:pt>
                <c:pt idx="2">
                  <c:v>8279517.1759399902</c:v>
                </c:pt>
                <c:pt idx="3">
                  <c:v>6435743.2740099998</c:v>
                </c:pt>
                <c:pt idx="4">
                  <c:v>7694906.1533899996</c:v>
                </c:pt>
                <c:pt idx="5">
                  <c:v>6456943.6466999901</c:v>
                </c:pt>
                <c:pt idx="6">
                  <c:v>4933710.8007300003</c:v>
                </c:pt>
                <c:pt idx="7">
                  <c:v>10010378.287799999</c:v>
                </c:pt>
                <c:pt idx="8">
                  <c:v>7643452.6855800003</c:v>
                </c:pt>
                <c:pt idx="9">
                  <c:v>5924683.3811599901</c:v>
                </c:pt>
                <c:pt idx="10">
                  <c:v>2631353.3430300001</c:v>
                </c:pt>
                <c:pt idx="11">
                  <c:v>5615619.2988600004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B2-4664-8E82-DE71836603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Total_Cost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Sheet1!$C$2:$C$13</c:f>
              <c:numCache>
                <c:formatCode>"R"#,##0.00</c:formatCode>
                <c:ptCount val="12"/>
                <c:pt idx="0">
                  <c:v>3995719.84351</c:v>
                </c:pt>
                <c:pt idx="1">
                  <c:v>5913478.5608299999</c:v>
                </c:pt>
                <c:pt idx="2">
                  <c:v>8415654.0192499999</c:v>
                </c:pt>
                <c:pt idx="3">
                  <c:v>6479643.6251299996</c:v>
                </c:pt>
                <c:pt idx="4">
                  <c:v>8017240.4171599997</c:v>
                </c:pt>
                <c:pt idx="5">
                  <c:v>6645843.6568999998</c:v>
                </c:pt>
                <c:pt idx="6">
                  <c:v>5004894.9018700002</c:v>
                </c:pt>
                <c:pt idx="7">
                  <c:v>10524432.4246499</c:v>
                </c:pt>
                <c:pt idx="8">
                  <c:v>8193560.0392699996</c:v>
                </c:pt>
                <c:pt idx="9">
                  <c:v>6038461.3173200004</c:v>
                </c:pt>
                <c:pt idx="10">
                  <c:v>2517124.8354500001</c:v>
                </c:pt>
                <c:pt idx="11">
                  <c:v>5934796.0593599901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7B2-4664-8E82-DE71836603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 of Total_Quantity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119965</c:v>
                </c:pt>
                <c:pt idx="1">
                  <c:v>178035</c:v>
                </c:pt>
                <c:pt idx="2">
                  <c:v>252836</c:v>
                </c:pt>
                <c:pt idx="3">
                  <c:v>190091</c:v>
                </c:pt>
                <c:pt idx="4">
                  <c:v>235793</c:v>
                </c:pt>
                <c:pt idx="5">
                  <c:v>198857</c:v>
                </c:pt>
                <c:pt idx="6">
                  <c:v>147449</c:v>
                </c:pt>
                <c:pt idx="7">
                  <c:v>310572</c:v>
                </c:pt>
                <c:pt idx="8">
                  <c:v>237742</c:v>
                </c:pt>
                <c:pt idx="9">
                  <c:v>171709</c:v>
                </c:pt>
                <c:pt idx="10">
                  <c:v>68569</c:v>
                </c:pt>
                <c:pt idx="11">
                  <c:v>142612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7B2-4664-8E82-DE71836603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92253632"/>
        <c:axId val="492250680"/>
      </c:lineChart>
      <c:catAx>
        <c:axId val="492253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2250680"/>
        <c:crosses val="autoZero"/>
        <c:auto val="1"/>
        <c:lblAlgn val="ctr"/>
        <c:lblOffset val="100"/>
        <c:noMultiLvlLbl val="0"/>
      </c:catAx>
      <c:valAx>
        <c:axId val="492250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2253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976419746052061"/>
          <c:y val="0.93051131889763783"/>
          <c:w val="0.70047160507895878"/>
          <c:h val="5.07386811023622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i="0" baseline="0" dirty="0" smtClean="0">
                <a:effectLst/>
              </a:rPr>
              <a:t>Promotion Months</a:t>
            </a:r>
            <a:endParaRPr lang="en-ZA" sz="1200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1774442257217852E-2"/>
          <c:y val="0.1651536999818195"/>
          <c:w val="0.92822555774278215"/>
          <c:h val="0.5630389200915862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Total_Sales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Sheet1!$B$2:$B$13</c:f>
              <c:numCache>
                <c:formatCode>"R"#,##0.00</c:formatCode>
                <c:ptCount val="12"/>
                <c:pt idx="0">
                  <c:v>3696191.5080200001</c:v>
                </c:pt>
                <c:pt idx="1">
                  <c:v>4901504.8930199901</c:v>
                </c:pt>
                <c:pt idx="2">
                  <c:v>5269353.1525299996</c:v>
                </c:pt>
                <c:pt idx="3">
                  <c:v>5963993.9677100005</c:v>
                </c:pt>
                <c:pt idx="4">
                  <c:v>8384367.2411700003</c:v>
                </c:pt>
                <c:pt idx="5">
                  <c:v>5332108.3231999902</c:v>
                </c:pt>
                <c:pt idx="6">
                  <c:v>3677692.3940099999</c:v>
                </c:pt>
                <c:pt idx="7">
                  <c:v>3934668.4082800001</c:v>
                </c:pt>
                <c:pt idx="8">
                  <c:v>4669899.8586899899</c:v>
                </c:pt>
                <c:pt idx="9">
                  <c:v>4828975.0796899898</c:v>
                </c:pt>
                <c:pt idx="10">
                  <c:v>6538148.88344</c:v>
                </c:pt>
                <c:pt idx="11">
                  <c:v>6820689.6777900001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B2-4664-8E82-DE71836603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Total_Cost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Sheet1!$C$2:$C$13</c:f>
              <c:numCache>
                <c:formatCode>"R"#,##0.00</c:formatCode>
                <c:ptCount val="12"/>
                <c:pt idx="0">
                  <c:v>3851260.4665499898</c:v>
                </c:pt>
                <c:pt idx="1">
                  <c:v>5151756.26786</c:v>
                </c:pt>
                <c:pt idx="2">
                  <c:v>5599630.7203499898</c:v>
                </c:pt>
                <c:pt idx="3">
                  <c:v>6286673.6644399902</c:v>
                </c:pt>
                <c:pt idx="4">
                  <c:v>8973701.8985900003</c:v>
                </c:pt>
                <c:pt idx="5">
                  <c:v>5520925.3688500002</c:v>
                </c:pt>
                <c:pt idx="6">
                  <c:v>3829188.5650899899</c:v>
                </c:pt>
                <c:pt idx="7">
                  <c:v>4210927.3350600004</c:v>
                </c:pt>
                <c:pt idx="8">
                  <c:v>5024494.6950000003</c:v>
                </c:pt>
                <c:pt idx="9">
                  <c:v>5175494.0774299996</c:v>
                </c:pt>
                <c:pt idx="10">
                  <c:v>7138833.4545799904</c:v>
                </c:pt>
                <c:pt idx="11">
                  <c:v>7154317.3203999996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7B2-4664-8E82-DE71836603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 of Total_Quantity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91740</c:v>
                </c:pt>
                <c:pt idx="1">
                  <c:v>127753</c:v>
                </c:pt>
                <c:pt idx="2">
                  <c:v>136673</c:v>
                </c:pt>
                <c:pt idx="3">
                  <c:v>153702</c:v>
                </c:pt>
                <c:pt idx="4">
                  <c:v>220775</c:v>
                </c:pt>
                <c:pt idx="5">
                  <c:v>136581</c:v>
                </c:pt>
                <c:pt idx="6">
                  <c:v>95600</c:v>
                </c:pt>
                <c:pt idx="7">
                  <c:v>108899</c:v>
                </c:pt>
                <c:pt idx="8">
                  <c:v>134837</c:v>
                </c:pt>
                <c:pt idx="9">
                  <c:v>135328</c:v>
                </c:pt>
                <c:pt idx="10">
                  <c:v>185868</c:v>
                </c:pt>
                <c:pt idx="11">
                  <c:v>187333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7B2-4664-8E82-DE71836603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92253632"/>
        <c:axId val="492250680"/>
      </c:lineChart>
      <c:catAx>
        <c:axId val="492253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2250680"/>
        <c:crosses val="autoZero"/>
        <c:auto val="1"/>
        <c:lblAlgn val="ctr"/>
        <c:lblOffset val="100"/>
        <c:noMultiLvlLbl val="0"/>
      </c:catAx>
      <c:valAx>
        <c:axId val="492250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2253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976419746052061"/>
          <c:y val="0.93051131889763783"/>
          <c:w val="0.70047160507895878"/>
          <c:h val="5.07386811023622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sz="1100" b="1" i="0" u="none" strike="noStrike" baseline="0" dirty="0" smtClean="0"/>
              <a:t>Yearly Overview</a:t>
            </a:r>
            <a:endParaRPr lang="en-ZA" sz="110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Total_Sales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strRef>
              <c:f>Sheet1!$A$2:$A$41</c:f>
              <c:strCache>
                <c:ptCount val="40"/>
                <c:pt idx="0">
                  <c:v>2013</c:v>
                </c:pt>
                <c:pt idx="1">
                  <c:v>December</c:v>
                </c:pt>
                <c:pt idx="2">
                  <c:v>2014</c:v>
                </c:pt>
                <c:pt idx="3">
                  <c:v>January</c:v>
                </c:pt>
                <c:pt idx="4">
                  <c:v>February</c:v>
                </c:pt>
                <c:pt idx="5">
                  <c:v>March</c:v>
                </c:pt>
                <c:pt idx="6">
                  <c:v>April</c:v>
                </c:pt>
                <c:pt idx="7">
                  <c:v>May</c:v>
                </c:pt>
                <c:pt idx="8">
                  <c:v>June</c:v>
                </c:pt>
                <c:pt idx="9">
                  <c:v>July</c:v>
                </c:pt>
                <c:pt idx="10">
                  <c:v>August</c:v>
                </c:pt>
                <c:pt idx="11">
                  <c:v>September</c:v>
                </c:pt>
                <c:pt idx="12">
                  <c:v>October</c:v>
                </c:pt>
                <c:pt idx="13">
                  <c:v>November</c:v>
                </c:pt>
                <c:pt idx="14">
                  <c:v>December</c:v>
                </c:pt>
                <c:pt idx="15">
                  <c:v>2015</c:v>
                </c:pt>
                <c:pt idx="16">
                  <c:v>January</c:v>
                </c:pt>
                <c:pt idx="17">
                  <c:v>February</c:v>
                </c:pt>
                <c:pt idx="18">
                  <c:v>March</c:v>
                </c:pt>
                <c:pt idx="19">
                  <c:v>April</c:v>
                </c:pt>
                <c:pt idx="20">
                  <c:v>May</c:v>
                </c:pt>
                <c:pt idx="21">
                  <c:v>June</c:v>
                </c:pt>
                <c:pt idx="22">
                  <c:v>July</c:v>
                </c:pt>
                <c:pt idx="23">
                  <c:v>August</c:v>
                </c:pt>
                <c:pt idx="24">
                  <c:v>September</c:v>
                </c:pt>
                <c:pt idx="25">
                  <c:v>October</c:v>
                </c:pt>
                <c:pt idx="26">
                  <c:v>November</c:v>
                </c:pt>
                <c:pt idx="27">
                  <c:v>December</c:v>
                </c:pt>
                <c:pt idx="28">
                  <c:v>2016</c:v>
                </c:pt>
                <c:pt idx="29">
                  <c:v>January</c:v>
                </c:pt>
                <c:pt idx="30">
                  <c:v>February</c:v>
                </c:pt>
                <c:pt idx="31">
                  <c:v>March</c:v>
                </c:pt>
                <c:pt idx="32">
                  <c:v>April</c:v>
                </c:pt>
                <c:pt idx="33">
                  <c:v>May</c:v>
                </c:pt>
                <c:pt idx="34">
                  <c:v>June</c:v>
                </c:pt>
                <c:pt idx="35">
                  <c:v>July</c:v>
                </c:pt>
                <c:pt idx="36">
                  <c:v>August</c:v>
                </c:pt>
                <c:pt idx="37">
                  <c:v>September</c:v>
                </c:pt>
                <c:pt idx="38">
                  <c:v>October</c:v>
                </c:pt>
                <c:pt idx="39">
                  <c:v>November</c:v>
                </c:pt>
              </c:strCache>
            </c: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524283.45250000001</c:v>
                </c:pt>
                <c:pt idx="1">
                  <c:v>524283.45250000001</c:v>
                </c:pt>
                <c:pt idx="2">
                  <c:v>75414975.711429954</c:v>
                </c:pt>
                <c:pt idx="3">
                  <c:v>4008180.4888699902</c:v>
                </c:pt>
                <c:pt idx="4">
                  <c:v>5780487.1753599998</c:v>
                </c:pt>
                <c:pt idx="5">
                  <c:v>8279517.1759399902</c:v>
                </c:pt>
                <c:pt idx="6">
                  <c:v>6435743.2740099998</c:v>
                </c:pt>
                <c:pt idx="7">
                  <c:v>7694906.1533899996</c:v>
                </c:pt>
                <c:pt idx="8">
                  <c:v>6456943.6466999901</c:v>
                </c:pt>
                <c:pt idx="9">
                  <c:v>4933710.8007300003</c:v>
                </c:pt>
                <c:pt idx="10">
                  <c:v>10010378.287799999</c:v>
                </c:pt>
                <c:pt idx="11">
                  <c:v>7643452.6855800003</c:v>
                </c:pt>
                <c:pt idx="12">
                  <c:v>5924683.3811599901</c:v>
                </c:pt>
                <c:pt idx="13">
                  <c:v>2631353.3430300001</c:v>
                </c:pt>
                <c:pt idx="14">
                  <c:v>5615619.2988600004</c:v>
                </c:pt>
                <c:pt idx="15">
                  <c:v>64017593.387549959</c:v>
                </c:pt>
                <c:pt idx="16">
                  <c:v>3696191.5080200001</c:v>
                </c:pt>
                <c:pt idx="17">
                  <c:v>4901504.8930199901</c:v>
                </c:pt>
                <c:pt idx="18">
                  <c:v>5269353.1525299996</c:v>
                </c:pt>
                <c:pt idx="19">
                  <c:v>5963993.9677100005</c:v>
                </c:pt>
                <c:pt idx="20">
                  <c:v>8384367.2411700003</c:v>
                </c:pt>
                <c:pt idx="21">
                  <c:v>5332108.3231999902</c:v>
                </c:pt>
                <c:pt idx="22">
                  <c:v>3677692.3940099999</c:v>
                </c:pt>
                <c:pt idx="23">
                  <c:v>3934668.4082800001</c:v>
                </c:pt>
                <c:pt idx="24">
                  <c:v>4669899.8586899899</c:v>
                </c:pt>
                <c:pt idx="25">
                  <c:v>4828975.0796899898</c:v>
                </c:pt>
                <c:pt idx="26">
                  <c:v>6538148.88344</c:v>
                </c:pt>
                <c:pt idx="27">
                  <c:v>6820689.6777900001</c:v>
                </c:pt>
                <c:pt idx="28">
                  <c:v>46952975.705399998</c:v>
                </c:pt>
                <c:pt idx="29">
                  <c:v>5403090.5094699999</c:v>
                </c:pt>
                <c:pt idx="30">
                  <c:v>4891882.30803</c:v>
                </c:pt>
                <c:pt idx="31">
                  <c:v>2951856.0056699999</c:v>
                </c:pt>
                <c:pt idx="32">
                  <c:v>6656880.1760200001</c:v>
                </c:pt>
                <c:pt idx="33">
                  <c:v>5170231.85506</c:v>
                </c:pt>
                <c:pt idx="34">
                  <c:v>6771134.9383199997</c:v>
                </c:pt>
                <c:pt idx="35">
                  <c:v>3324825.4316400001</c:v>
                </c:pt>
                <c:pt idx="36">
                  <c:v>4343329.4138500001</c:v>
                </c:pt>
                <c:pt idx="37">
                  <c:v>3259542.50177</c:v>
                </c:pt>
                <c:pt idx="38">
                  <c:v>2329172.7028399999</c:v>
                </c:pt>
                <c:pt idx="39">
                  <c:v>1851029.8627299999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F7-489A-B32B-72E331D24E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Profit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strRef>
              <c:f>Sheet1!$A$2:$A$41</c:f>
              <c:strCache>
                <c:ptCount val="40"/>
                <c:pt idx="0">
                  <c:v>2013</c:v>
                </c:pt>
                <c:pt idx="1">
                  <c:v>December</c:v>
                </c:pt>
                <c:pt idx="2">
                  <c:v>2014</c:v>
                </c:pt>
                <c:pt idx="3">
                  <c:v>January</c:v>
                </c:pt>
                <c:pt idx="4">
                  <c:v>February</c:v>
                </c:pt>
                <c:pt idx="5">
                  <c:v>March</c:v>
                </c:pt>
                <c:pt idx="6">
                  <c:v>April</c:v>
                </c:pt>
                <c:pt idx="7">
                  <c:v>May</c:v>
                </c:pt>
                <c:pt idx="8">
                  <c:v>June</c:v>
                </c:pt>
                <c:pt idx="9">
                  <c:v>July</c:v>
                </c:pt>
                <c:pt idx="10">
                  <c:v>August</c:v>
                </c:pt>
                <c:pt idx="11">
                  <c:v>September</c:v>
                </c:pt>
                <c:pt idx="12">
                  <c:v>October</c:v>
                </c:pt>
                <c:pt idx="13">
                  <c:v>November</c:v>
                </c:pt>
                <c:pt idx="14">
                  <c:v>December</c:v>
                </c:pt>
                <c:pt idx="15">
                  <c:v>2015</c:v>
                </c:pt>
                <c:pt idx="16">
                  <c:v>January</c:v>
                </c:pt>
                <c:pt idx="17">
                  <c:v>February</c:v>
                </c:pt>
                <c:pt idx="18">
                  <c:v>March</c:v>
                </c:pt>
                <c:pt idx="19">
                  <c:v>April</c:v>
                </c:pt>
                <c:pt idx="20">
                  <c:v>May</c:v>
                </c:pt>
                <c:pt idx="21">
                  <c:v>June</c:v>
                </c:pt>
                <c:pt idx="22">
                  <c:v>July</c:v>
                </c:pt>
                <c:pt idx="23">
                  <c:v>August</c:v>
                </c:pt>
                <c:pt idx="24">
                  <c:v>September</c:v>
                </c:pt>
                <c:pt idx="25">
                  <c:v>October</c:v>
                </c:pt>
                <c:pt idx="26">
                  <c:v>November</c:v>
                </c:pt>
                <c:pt idx="27">
                  <c:v>December</c:v>
                </c:pt>
                <c:pt idx="28">
                  <c:v>2016</c:v>
                </c:pt>
                <c:pt idx="29">
                  <c:v>January</c:v>
                </c:pt>
                <c:pt idx="30">
                  <c:v>February</c:v>
                </c:pt>
                <c:pt idx="31">
                  <c:v>March</c:v>
                </c:pt>
                <c:pt idx="32">
                  <c:v>April</c:v>
                </c:pt>
                <c:pt idx="33">
                  <c:v>May</c:v>
                </c:pt>
                <c:pt idx="34">
                  <c:v>June</c:v>
                </c:pt>
                <c:pt idx="35">
                  <c:v>July</c:v>
                </c:pt>
                <c:pt idx="36">
                  <c:v>August</c:v>
                </c:pt>
                <c:pt idx="37">
                  <c:v>September</c:v>
                </c:pt>
                <c:pt idx="38">
                  <c:v>October</c:v>
                </c:pt>
                <c:pt idx="39">
                  <c:v>November</c:v>
                </c:pt>
              </c:strCache>
            </c:strRef>
          </c:cat>
          <c:val>
            <c:numRef>
              <c:f>Sheet1!$C$2:$C$41</c:f>
              <c:numCache>
                <c:formatCode>General</c:formatCode>
                <c:ptCount val="40"/>
                <c:pt idx="0">
                  <c:v>-12782.28899999999</c:v>
                </c:pt>
                <c:pt idx="1">
                  <c:v>-12782.28899999999</c:v>
                </c:pt>
                <c:pt idx="2">
                  <c:v>-2265873.989269929</c:v>
                </c:pt>
                <c:pt idx="3">
                  <c:v>12460.645359990187</c:v>
                </c:pt>
                <c:pt idx="4">
                  <c:v>-132991.3854700001</c:v>
                </c:pt>
                <c:pt idx="5">
                  <c:v>-136136.84331000969</c:v>
                </c:pt>
                <c:pt idx="6">
                  <c:v>-43900.351119999774</c:v>
                </c:pt>
                <c:pt idx="7">
                  <c:v>-322334.26377000008</c:v>
                </c:pt>
                <c:pt idx="8">
                  <c:v>-188900.01020000968</c:v>
                </c:pt>
                <c:pt idx="9">
                  <c:v>-71184.101139999926</c:v>
                </c:pt>
                <c:pt idx="10">
                  <c:v>-514054.13684990071</c:v>
                </c:pt>
                <c:pt idx="11">
                  <c:v>-550107.35368999932</c:v>
                </c:pt>
                <c:pt idx="12">
                  <c:v>-113777.93616001029</c:v>
                </c:pt>
                <c:pt idx="13">
                  <c:v>114228.50757999998</c:v>
                </c:pt>
                <c:pt idx="14">
                  <c:v>-319176.76049998961</c:v>
                </c:pt>
                <c:pt idx="15">
                  <c:v>-3899610.44664999</c:v>
                </c:pt>
                <c:pt idx="16">
                  <c:v>-155068.9585299897</c:v>
                </c:pt>
                <c:pt idx="17">
                  <c:v>-250251.37484000996</c:v>
                </c:pt>
                <c:pt idx="18">
                  <c:v>-330277.56781999022</c:v>
                </c:pt>
                <c:pt idx="19">
                  <c:v>-322679.69672998972</c:v>
                </c:pt>
                <c:pt idx="20">
                  <c:v>-589334.65742000006</c:v>
                </c:pt>
                <c:pt idx="21">
                  <c:v>-188817.04565001</c:v>
                </c:pt>
                <c:pt idx="22">
                  <c:v>-151496.17107998999</c:v>
                </c:pt>
                <c:pt idx="23">
                  <c:v>-276258.92678000033</c:v>
                </c:pt>
                <c:pt idx="24">
                  <c:v>-354594.8363100104</c:v>
                </c:pt>
                <c:pt idx="25">
                  <c:v>-346518.9977400098</c:v>
                </c:pt>
                <c:pt idx="26">
                  <c:v>-600684.57113999035</c:v>
                </c:pt>
                <c:pt idx="27">
                  <c:v>-333627.64260999952</c:v>
                </c:pt>
                <c:pt idx="28">
                  <c:v>-938014.46447995957</c:v>
                </c:pt>
                <c:pt idx="29">
                  <c:v>-254252.20575999003</c:v>
                </c:pt>
                <c:pt idx="30">
                  <c:v>2578.6644100099802</c:v>
                </c:pt>
                <c:pt idx="31">
                  <c:v>34054.514380000066</c:v>
                </c:pt>
                <c:pt idx="32">
                  <c:v>-470851.72929000016</c:v>
                </c:pt>
                <c:pt idx="33">
                  <c:v>-168162.77690999024</c:v>
                </c:pt>
                <c:pt idx="34">
                  <c:v>-397214.6928999899</c:v>
                </c:pt>
                <c:pt idx="35">
                  <c:v>56428.159130000044</c:v>
                </c:pt>
                <c:pt idx="36">
                  <c:v>-136458.24130999949</c:v>
                </c:pt>
                <c:pt idx="37">
                  <c:v>49345.214300000109</c:v>
                </c:pt>
                <c:pt idx="38">
                  <c:v>219961.64501000009</c:v>
                </c:pt>
                <c:pt idx="39">
                  <c:v>126556.98445999995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F7-489A-B32B-72E331D24E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87360592"/>
        <c:axId val="787357640"/>
      </c:lineChart>
      <c:catAx>
        <c:axId val="787360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7357640"/>
        <c:crosses val="autoZero"/>
        <c:auto val="1"/>
        <c:lblAlgn val="ctr"/>
        <c:lblOffset val="100"/>
        <c:noMultiLvlLbl val="0"/>
      </c:catAx>
      <c:valAx>
        <c:axId val="787357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7360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dcb566e1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ec1d423937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ec1d423937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ec1d423937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ec1d423937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7904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0d556b8e1b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10d556b8e1b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0d556b8e1b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0d556b8e1b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0d556b8e1b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0d556b8e1b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0669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0d92e7013e_0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0d92e7013e_0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0d556b8e1b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0d556b8e1b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2906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d260116dd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d260116dd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10a7413117a_0_3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10a7413117a_0_3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10a7413117a_0_3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10a7413117a_0_3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89462" y="1559775"/>
            <a:ext cx="3887700" cy="16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000" b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89553" y="3232125"/>
            <a:ext cx="3887700" cy="3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ctrTitle"/>
          </p:nvPr>
        </p:nvSpPr>
        <p:spPr>
          <a:xfrm>
            <a:off x="1" y="0"/>
            <a:ext cx="5077162" cy="39936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 smtClean="0">
                <a:latin typeface="Algerian" panose="04020705040A02060702" pitchFamily="82" charset="0"/>
              </a:rPr>
              <a:t/>
            </a:r>
            <a:br>
              <a:rPr lang="en" sz="3200" b="1" dirty="0" smtClean="0">
                <a:latin typeface="Algerian" panose="04020705040A02060702" pitchFamily="82" charset="0"/>
              </a:rPr>
            </a:br>
            <a:r>
              <a:rPr lang="en" sz="3200" b="1" dirty="0" smtClean="0">
                <a:latin typeface="Algerian" panose="04020705040A02060702" pitchFamily="82" charset="0"/>
              </a:rPr>
              <a:t/>
            </a:r>
            <a:br>
              <a:rPr lang="en" sz="3200" b="1" dirty="0" smtClean="0">
                <a:latin typeface="Algerian" panose="04020705040A02060702" pitchFamily="82" charset="0"/>
              </a:rPr>
            </a:br>
            <a:r>
              <a:rPr lang="en" sz="3200" b="1" dirty="0" smtClean="0">
                <a:latin typeface="Algerian" panose="04020705040A02060702" pitchFamily="82" charset="0"/>
              </a:rPr>
              <a:t>	</a:t>
            </a:r>
            <a:r>
              <a:rPr lang="en" sz="4400" b="1" dirty="0" smtClean="0">
                <a:latin typeface="+mn-lt"/>
              </a:rPr>
              <a:t>Product Sales </a:t>
            </a:r>
            <a:br>
              <a:rPr lang="en" sz="4400" b="1" dirty="0" smtClean="0">
                <a:latin typeface="+mn-lt"/>
              </a:rPr>
            </a:br>
            <a:r>
              <a:rPr lang="en" sz="4400" b="1" dirty="0">
                <a:latin typeface="+mn-lt"/>
              </a:rPr>
              <a:t/>
            </a:r>
            <a:br>
              <a:rPr lang="en" sz="4400" b="1" dirty="0">
                <a:latin typeface="+mn-lt"/>
              </a:rPr>
            </a:br>
            <a:r>
              <a:rPr lang="en" sz="4400" b="1" dirty="0" smtClean="0">
                <a:latin typeface="+mn-lt"/>
              </a:rPr>
              <a:t>	     </a:t>
            </a:r>
            <a:r>
              <a:rPr lang="en" sz="4400" b="1" dirty="0" smtClean="0">
                <a:latin typeface="+mn-lt"/>
              </a:rPr>
              <a:t>Report</a:t>
            </a:r>
            <a:r>
              <a:rPr lang="en" sz="4400" b="1" dirty="0" smtClean="0">
                <a:latin typeface="Constantia" panose="02030602050306030303" pitchFamily="18" charset="0"/>
              </a:rPr>
              <a:t/>
            </a:r>
            <a:br>
              <a:rPr lang="en" sz="4400" b="1" dirty="0" smtClean="0">
                <a:latin typeface="Constantia" panose="02030602050306030303" pitchFamily="18" charset="0"/>
              </a:rPr>
            </a:br>
            <a:r>
              <a:rPr lang="en" b="1" dirty="0">
                <a:latin typeface="Constantia" panose="02030602050306030303" pitchFamily="18" charset="0"/>
              </a:rPr>
              <a:t>	</a:t>
            </a:r>
            <a:endParaRPr sz="3200" b="1" dirty="0">
              <a:latin typeface="+mn-lt"/>
            </a:endParaRPr>
          </a:p>
        </p:txBody>
      </p:sp>
      <p:grpSp>
        <p:nvGrpSpPr>
          <p:cNvPr id="48" name="Google Shape;48;p15"/>
          <p:cNvGrpSpPr/>
          <p:nvPr/>
        </p:nvGrpSpPr>
        <p:grpSpPr>
          <a:xfrm>
            <a:off x="5304273" y="1294273"/>
            <a:ext cx="2650255" cy="2554816"/>
            <a:chOff x="1353711" y="1020560"/>
            <a:chExt cx="3218281" cy="3102388"/>
          </a:xfrm>
        </p:grpSpPr>
        <p:grpSp>
          <p:nvGrpSpPr>
            <p:cNvPr id="49" name="Google Shape;49;p15"/>
            <p:cNvGrpSpPr/>
            <p:nvPr/>
          </p:nvGrpSpPr>
          <p:grpSpPr>
            <a:xfrm>
              <a:off x="1534658" y="1020560"/>
              <a:ext cx="2953198" cy="2899900"/>
              <a:chOff x="1534658" y="1020560"/>
              <a:chExt cx="2953198" cy="2899900"/>
            </a:xfrm>
          </p:grpSpPr>
          <p:sp>
            <p:nvSpPr>
              <p:cNvPr id="50" name="Google Shape;50;p15"/>
              <p:cNvSpPr/>
              <p:nvPr/>
            </p:nvSpPr>
            <p:spPr>
              <a:xfrm>
                <a:off x="1534658" y="1020560"/>
                <a:ext cx="2953198" cy="2899900"/>
              </a:xfrm>
              <a:custGeom>
                <a:avLst/>
                <a:gdLst/>
                <a:ahLst/>
                <a:cxnLst/>
                <a:rect l="l" t="t" r="r" b="b"/>
                <a:pathLst>
                  <a:path w="199473" h="195873" extrusionOk="0">
                    <a:moveTo>
                      <a:pt x="198898" y="575"/>
                    </a:moveTo>
                    <a:lnTo>
                      <a:pt x="198898" y="195297"/>
                    </a:lnTo>
                    <a:lnTo>
                      <a:pt x="587" y="195297"/>
                    </a:lnTo>
                    <a:lnTo>
                      <a:pt x="587" y="575"/>
                    </a:lnTo>
                    <a:close/>
                    <a:moveTo>
                      <a:pt x="0" y="0"/>
                    </a:moveTo>
                    <a:lnTo>
                      <a:pt x="0" y="195872"/>
                    </a:lnTo>
                    <a:lnTo>
                      <a:pt x="199473" y="195872"/>
                    </a:lnTo>
                    <a:lnTo>
                      <a:pt x="199473" y="0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15"/>
              <p:cNvSpPr/>
              <p:nvPr/>
            </p:nvSpPr>
            <p:spPr>
              <a:xfrm>
                <a:off x="1538996" y="3499361"/>
                <a:ext cx="2944522" cy="8528"/>
              </a:xfrm>
              <a:custGeom>
                <a:avLst/>
                <a:gdLst/>
                <a:ahLst/>
                <a:cxnLst/>
                <a:rect l="l" t="t" r="r" b="b"/>
                <a:pathLst>
                  <a:path w="198887" h="576" extrusionOk="0">
                    <a:moveTo>
                      <a:pt x="1" y="1"/>
                    </a:moveTo>
                    <a:lnTo>
                      <a:pt x="1" y="575"/>
                    </a:lnTo>
                    <a:lnTo>
                      <a:pt x="198886" y="575"/>
                    </a:lnTo>
                    <a:lnTo>
                      <a:pt x="198886" y="1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15"/>
              <p:cNvSpPr/>
              <p:nvPr/>
            </p:nvSpPr>
            <p:spPr>
              <a:xfrm>
                <a:off x="1538996" y="3086612"/>
                <a:ext cx="2944522" cy="8705"/>
              </a:xfrm>
              <a:custGeom>
                <a:avLst/>
                <a:gdLst/>
                <a:ahLst/>
                <a:cxnLst/>
                <a:rect l="l" t="t" r="r" b="b"/>
                <a:pathLst>
                  <a:path w="198887" h="588" extrusionOk="0">
                    <a:moveTo>
                      <a:pt x="1" y="0"/>
                    </a:moveTo>
                    <a:lnTo>
                      <a:pt x="1" y="587"/>
                    </a:lnTo>
                    <a:lnTo>
                      <a:pt x="198886" y="587"/>
                    </a:lnTo>
                    <a:lnTo>
                      <a:pt x="198886" y="0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15"/>
              <p:cNvSpPr/>
              <p:nvPr/>
            </p:nvSpPr>
            <p:spPr>
              <a:xfrm>
                <a:off x="1538996" y="2674041"/>
                <a:ext cx="2944522" cy="8513"/>
              </a:xfrm>
              <a:custGeom>
                <a:avLst/>
                <a:gdLst/>
                <a:ahLst/>
                <a:cxnLst/>
                <a:rect l="l" t="t" r="r" b="b"/>
                <a:pathLst>
                  <a:path w="198887" h="575" extrusionOk="0">
                    <a:moveTo>
                      <a:pt x="1" y="0"/>
                    </a:moveTo>
                    <a:lnTo>
                      <a:pt x="1" y="575"/>
                    </a:lnTo>
                    <a:lnTo>
                      <a:pt x="198886" y="575"/>
                    </a:lnTo>
                    <a:lnTo>
                      <a:pt x="198886" y="0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15"/>
              <p:cNvSpPr/>
              <p:nvPr/>
            </p:nvSpPr>
            <p:spPr>
              <a:xfrm>
                <a:off x="1538996" y="2261470"/>
                <a:ext cx="2944522" cy="8528"/>
              </a:xfrm>
              <a:custGeom>
                <a:avLst/>
                <a:gdLst/>
                <a:ahLst/>
                <a:cxnLst/>
                <a:rect l="l" t="t" r="r" b="b"/>
                <a:pathLst>
                  <a:path w="198887" h="576" extrusionOk="0">
                    <a:moveTo>
                      <a:pt x="1" y="0"/>
                    </a:moveTo>
                    <a:lnTo>
                      <a:pt x="1" y="575"/>
                    </a:lnTo>
                    <a:lnTo>
                      <a:pt x="198886" y="575"/>
                    </a:lnTo>
                    <a:lnTo>
                      <a:pt x="198886" y="0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15"/>
              <p:cNvSpPr/>
              <p:nvPr/>
            </p:nvSpPr>
            <p:spPr>
              <a:xfrm>
                <a:off x="1538996" y="1848707"/>
                <a:ext cx="2944522" cy="8528"/>
              </a:xfrm>
              <a:custGeom>
                <a:avLst/>
                <a:gdLst/>
                <a:ahLst/>
                <a:cxnLst/>
                <a:rect l="l" t="t" r="r" b="b"/>
                <a:pathLst>
                  <a:path w="198887" h="576" extrusionOk="0">
                    <a:moveTo>
                      <a:pt x="1" y="1"/>
                    </a:moveTo>
                    <a:lnTo>
                      <a:pt x="1" y="576"/>
                    </a:lnTo>
                    <a:lnTo>
                      <a:pt x="198886" y="576"/>
                    </a:lnTo>
                    <a:lnTo>
                      <a:pt x="198886" y="1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15"/>
              <p:cNvSpPr/>
              <p:nvPr/>
            </p:nvSpPr>
            <p:spPr>
              <a:xfrm>
                <a:off x="1538996" y="1436151"/>
                <a:ext cx="2944522" cy="8513"/>
              </a:xfrm>
              <a:custGeom>
                <a:avLst/>
                <a:gdLst/>
                <a:ahLst/>
                <a:cxnLst/>
                <a:rect l="l" t="t" r="r" b="b"/>
                <a:pathLst>
                  <a:path w="198887" h="575" extrusionOk="0">
                    <a:moveTo>
                      <a:pt x="1" y="0"/>
                    </a:moveTo>
                    <a:lnTo>
                      <a:pt x="1" y="575"/>
                    </a:lnTo>
                    <a:lnTo>
                      <a:pt x="198886" y="575"/>
                    </a:lnTo>
                    <a:lnTo>
                      <a:pt x="198886" y="0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15"/>
              <p:cNvSpPr/>
              <p:nvPr/>
            </p:nvSpPr>
            <p:spPr>
              <a:xfrm>
                <a:off x="3988498" y="1024705"/>
                <a:ext cx="8513" cy="2891594"/>
              </a:xfrm>
              <a:custGeom>
                <a:avLst/>
                <a:gdLst/>
                <a:ahLst/>
                <a:cxnLst/>
                <a:rect l="l" t="t" r="r" b="b"/>
                <a:pathLst>
                  <a:path w="575" h="195312" extrusionOk="0">
                    <a:moveTo>
                      <a:pt x="0" y="1"/>
                    </a:moveTo>
                    <a:lnTo>
                      <a:pt x="0" y="195311"/>
                    </a:lnTo>
                    <a:lnTo>
                      <a:pt x="575" y="195311"/>
                    </a:lnTo>
                    <a:lnTo>
                      <a:pt x="575" y="1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15"/>
              <p:cNvSpPr/>
              <p:nvPr/>
            </p:nvSpPr>
            <p:spPr>
              <a:xfrm>
                <a:off x="3497845" y="1024705"/>
                <a:ext cx="8513" cy="2891594"/>
              </a:xfrm>
              <a:custGeom>
                <a:avLst/>
                <a:gdLst/>
                <a:ahLst/>
                <a:cxnLst/>
                <a:rect l="l" t="t" r="r" b="b"/>
                <a:pathLst>
                  <a:path w="575" h="195312" extrusionOk="0">
                    <a:moveTo>
                      <a:pt x="0" y="1"/>
                    </a:moveTo>
                    <a:lnTo>
                      <a:pt x="0" y="195311"/>
                    </a:lnTo>
                    <a:lnTo>
                      <a:pt x="575" y="195311"/>
                    </a:lnTo>
                    <a:lnTo>
                      <a:pt x="575" y="1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15"/>
              <p:cNvSpPr/>
              <p:nvPr/>
            </p:nvSpPr>
            <p:spPr>
              <a:xfrm>
                <a:off x="3007000" y="1024705"/>
                <a:ext cx="8513" cy="2891594"/>
              </a:xfrm>
              <a:custGeom>
                <a:avLst/>
                <a:gdLst/>
                <a:ahLst/>
                <a:cxnLst/>
                <a:rect l="l" t="t" r="r" b="b"/>
                <a:pathLst>
                  <a:path w="575" h="195312" extrusionOk="0">
                    <a:moveTo>
                      <a:pt x="0" y="1"/>
                    </a:moveTo>
                    <a:lnTo>
                      <a:pt x="0" y="195311"/>
                    </a:lnTo>
                    <a:lnTo>
                      <a:pt x="575" y="195311"/>
                    </a:lnTo>
                    <a:lnTo>
                      <a:pt x="575" y="1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15"/>
              <p:cNvSpPr/>
              <p:nvPr/>
            </p:nvSpPr>
            <p:spPr>
              <a:xfrm>
                <a:off x="2516333" y="1024705"/>
                <a:ext cx="8528" cy="2891594"/>
              </a:xfrm>
              <a:custGeom>
                <a:avLst/>
                <a:gdLst/>
                <a:ahLst/>
                <a:cxnLst/>
                <a:rect l="l" t="t" r="r" b="b"/>
                <a:pathLst>
                  <a:path w="576" h="195312" extrusionOk="0">
                    <a:moveTo>
                      <a:pt x="1" y="1"/>
                    </a:moveTo>
                    <a:lnTo>
                      <a:pt x="1" y="195311"/>
                    </a:lnTo>
                    <a:lnTo>
                      <a:pt x="576" y="195311"/>
                    </a:lnTo>
                    <a:lnTo>
                      <a:pt x="576" y="1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15"/>
              <p:cNvSpPr/>
              <p:nvPr/>
            </p:nvSpPr>
            <p:spPr>
              <a:xfrm>
                <a:off x="2025488" y="1024705"/>
                <a:ext cx="8528" cy="2891594"/>
              </a:xfrm>
              <a:custGeom>
                <a:avLst/>
                <a:gdLst/>
                <a:ahLst/>
                <a:cxnLst/>
                <a:rect l="l" t="t" r="r" b="b"/>
                <a:pathLst>
                  <a:path w="576" h="195312" extrusionOk="0">
                    <a:moveTo>
                      <a:pt x="1" y="1"/>
                    </a:moveTo>
                    <a:lnTo>
                      <a:pt x="1" y="195311"/>
                    </a:lnTo>
                    <a:lnTo>
                      <a:pt x="576" y="195311"/>
                    </a:lnTo>
                    <a:lnTo>
                      <a:pt x="576" y="1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2" name="Google Shape;62;p15"/>
            <p:cNvSpPr/>
            <p:nvPr/>
          </p:nvSpPr>
          <p:spPr>
            <a:xfrm>
              <a:off x="1353711" y="1669093"/>
              <a:ext cx="3182557" cy="1633450"/>
            </a:xfrm>
            <a:custGeom>
              <a:avLst/>
              <a:gdLst/>
              <a:ahLst/>
              <a:cxnLst/>
              <a:rect l="l" t="t" r="r" b="b"/>
              <a:pathLst>
                <a:path w="214965" h="110331" extrusionOk="0">
                  <a:moveTo>
                    <a:pt x="214964" y="0"/>
                  </a:moveTo>
                  <a:lnTo>
                    <a:pt x="176906" y="8442"/>
                  </a:lnTo>
                  <a:lnTo>
                    <a:pt x="183918" y="16667"/>
                  </a:lnTo>
                  <a:lnTo>
                    <a:pt x="155055" y="39936"/>
                  </a:lnTo>
                  <a:lnTo>
                    <a:pt x="140508" y="21635"/>
                  </a:lnTo>
                  <a:lnTo>
                    <a:pt x="140470" y="21673"/>
                  </a:lnTo>
                  <a:lnTo>
                    <a:pt x="140240" y="21392"/>
                  </a:lnTo>
                  <a:lnTo>
                    <a:pt x="89692" y="62145"/>
                  </a:lnTo>
                  <a:lnTo>
                    <a:pt x="81723" y="52107"/>
                  </a:lnTo>
                  <a:lnTo>
                    <a:pt x="81735" y="52107"/>
                  </a:lnTo>
                  <a:lnTo>
                    <a:pt x="72246" y="40166"/>
                  </a:lnTo>
                  <a:lnTo>
                    <a:pt x="0" y="98402"/>
                  </a:lnTo>
                  <a:lnTo>
                    <a:pt x="9489" y="110331"/>
                  </a:lnTo>
                  <a:lnTo>
                    <a:pt x="69871" y="61660"/>
                  </a:lnTo>
                  <a:lnTo>
                    <a:pt x="87329" y="83626"/>
                  </a:lnTo>
                  <a:lnTo>
                    <a:pt x="89743" y="81685"/>
                  </a:lnTo>
                  <a:lnTo>
                    <a:pt x="137929" y="42848"/>
                  </a:lnTo>
                  <a:lnTo>
                    <a:pt x="152654" y="61391"/>
                  </a:lnTo>
                  <a:lnTo>
                    <a:pt x="152756" y="61315"/>
                  </a:lnTo>
                  <a:lnTo>
                    <a:pt x="152769" y="61353"/>
                  </a:lnTo>
                  <a:lnTo>
                    <a:pt x="193802" y="28276"/>
                  </a:lnTo>
                  <a:lnTo>
                    <a:pt x="200903" y="36615"/>
                  </a:lnTo>
                  <a:lnTo>
                    <a:pt x="2149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3807921" y="3963364"/>
              <a:ext cx="764071" cy="159583"/>
            </a:xfrm>
            <a:custGeom>
              <a:avLst/>
              <a:gdLst/>
              <a:ahLst/>
              <a:cxnLst/>
              <a:rect l="l" t="t" r="r" b="b"/>
              <a:pathLst>
                <a:path w="51609" h="10779" extrusionOk="0">
                  <a:moveTo>
                    <a:pt x="1" y="0"/>
                  </a:moveTo>
                  <a:lnTo>
                    <a:pt x="1" y="5390"/>
                  </a:lnTo>
                  <a:lnTo>
                    <a:pt x="1" y="5530"/>
                  </a:lnTo>
                  <a:lnTo>
                    <a:pt x="26" y="5671"/>
                  </a:lnTo>
                  <a:lnTo>
                    <a:pt x="77" y="5811"/>
                  </a:lnTo>
                  <a:lnTo>
                    <a:pt x="128" y="5939"/>
                  </a:lnTo>
                  <a:lnTo>
                    <a:pt x="205" y="6079"/>
                  </a:lnTo>
                  <a:lnTo>
                    <a:pt x="294" y="6207"/>
                  </a:lnTo>
                  <a:lnTo>
                    <a:pt x="397" y="6347"/>
                  </a:lnTo>
                  <a:lnTo>
                    <a:pt x="524" y="6475"/>
                  </a:lnTo>
                  <a:lnTo>
                    <a:pt x="665" y="6603"/>
                  </a:lnTo>
                  <a:lnTo>
                    <a:pt x="805" y="6743"/>
                  </a:lnTo>
                  <a:lnTo>
                    <a:pt x="971" y="6871"/>
                  </a:lnTo>
                  <a:lnTo>
                    <a:pt x="1163" y="6999"/>
                  </a:lnTo>
                  <a:lnTo>
                    <a:pt x="1354" y="7126"/>
                  </a:lnTo>
                  <a:lnTo>
                    <a:pt x="1559" y="7241"/>
                  </a:lnTo>
                  <a:lnTo>
                    <a:pt x="1789" y="7369"/>
                  </a:lnTo>
                  <a:lnTo>
                    <a:pt x="2031" y="7484"/>
                  </a:lnTo>
                  <a:lnTo>
                    <a:pt x="2542" y="7727"/>
                  </a:lnTo>
                  <a:lnTo>
                    <a:pt x="3117" y="7957"/>
                  </a:lnTo>
                  <a:lnTo>
                    <a:pt x="3730" y="8186"/>
                  </a:lnTo>
                  <a:lnTo>
                    <a:pt x="4407" y="8404"/>
                  </a:lnTo>
                  <a:lnTo>
                    <a:pt x="5122" y="8621"/>
                  </a:lnTo>
                  <a:lnTo>
                    <a:pt x="5888" y="8825"/>
                  </a:lnTo>
                  <a:lnTo>
                    <a:pt x="6706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388" y="9553"/>
                  </a:lnTo>
                  <a:lnTo>
                    <a:pt x="10358" y="9706"/>
                  </a:lnTo>
                  <a:lnTo>
                    <a:pt x="11380" y="9859"/>
                  </a:lnTo>
                  <a:lnTo>
                    <a:pt x="12427" y="10000"/>
                  </a:lnTo>
                  <a:lnTo>
                    <a:pt x="13500" y="10128"/>
                  </a:lnTo>
                  <a:lnTo>
                    <a:pt x="14611" y="10255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36"/>
                  </a:lnTo>
                  <a:lnTo>
                    <a:pt x="19362" y="10613"/>
                  </a:lnTo>
                  <a:lnTo>
                    <a:pt x="20601" y="10677"/>
                  </a:lnTo>
                  <a:lnTo>
                    <a:pt x="21878" y="10728"/>
                  </a:lnTo>
                  <a:lnTo>
                    <a:pt x="23168" y="10753"/>
                  </a:lnTo>
                  <a:lnTo>
                    <a:pt x="24483" y="10779"/>
                  </a:lnTo>
                  <a:lnTo>
                    <a:pt x="27139" y="10779"/>
                  </a:lnTo>
                  <a:lnTo>
                    <a:pt x="28442" y="10753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1" y="10613"/>
                  </a:lnTo>
                  <a:lnTo>
                    <a:pt x="33474" y="10536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9" y="10255"/>
                  </a:lnTo>
                  <a:lnTo>
                    <a:pt x="38110" y="10128"/>
                  </a:lnTo>
                  <a:lnTo>
                    <a:pt x="39183" y="10000"/>
                  </a:lnTo>
                  <a:lnTo>
                    <a:pt x="40230" y="9859"/>
                  </a:lnTo>
                  <a:lnTo>
                    <a:pt x="41252" y="9706"/>
                  </a:lnTo>
                  <a:lnTo>
                    <a:pt x="42222" y="9553"/>
                  </a:lnTo>
                  <a:lnTo>
                    <a:pt x="43154" y="9387"/>
                  </a:lnTo>
                  <a:lnTo>
                    <a:pt x="44048" y="9208"/>
                  </a:lnTo>
                  <a:lnTo>
                    <a:pt x="44904" y="9017"/>
                  </a:lnTo>
                  <a:lnTo>
                    <a:pt x="45722" y="8825"/>
                  </a:lnTo>
                  <a:lnTo>
                    <a:pt x="46488" y="8621"/>
                  </a:lnTo>
                  <a:lnTo>
                    <a:pt x="47203" y="8404"/>
                  </a:lnTo>
                  <a:lnTo>
                    <a:pt x="47880" y="8186"/>
                  </a:lnTo>
                  <a:lnTo>
                    <a:pt x="48493" y="7957"/>
                  </a:lnTo>
                  <a:lnTo>
                    <a:pt x="49068" y="7727"/>
                  </a:lnTo>
                  <a:lnTo>
                    <a:pt x="49578" y="7484"/>
                  </a:lnTo>
                  <a:lnTo>
                    <a:pt x="49821" y="7369"/>
                  </a:lnTo>
                  <a:lnTo>
                    <a:pt x="50051" y="7241"/>
                  </a:lnTo>
                  <a:lnTo>
                    <a:pt x="50255" y="7126"/>
                  </a:lnTo>
                  <a:lnTo>
                    <a:pt x="50447" y="6999"/>
                  </a:lnTo>
                  <a:lnTo>
                    <a:pt x="50638" y="6871"/>
                  </a:lnTo>
                  <a:lnTo>
                    <a:pt x="50804" y="6743"/>
                  </a:lnTo>
                  <a:lnTo>
                    <a:pt x="50958" y="6603"/>
                  </a:lnTo>
                  <a:lnTo>
                    <a:pt x="51085" y="6475"/>
                  </a:lnTo>
                  <a:lnTo>
                    <a:pt x="51213" y="6347"/>
                  </a:lnTo>
                  <a:lnTo>
                    <a:pt x="51315" y="6207"/>
                  </a:lnTo>
                  <a:lnTo>
                    <a:pt x="51405" y="6079"/>
                  </a:lnTo>
                  <a:lnTo>
                    <a:pt x="51481" y="5939"/>
                  </a:lnTo>
                  <a:lnTo>
                    <a:pt x="51532" y="5811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09" y="5390"/>
                  </a:lnTo>
                  <a:lnTo>
                    <a:pt x="51609" y="0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3807921" y="3883565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24483" y="1"/>
                  </a:moveTo>
                  <a:lnTo>
                    <a:pt x="23168" y="26"/>
                  </a:lnTo>
                  <a:lnTo>
                    <a:pt x="21878" y="65"/>
                  </a:lnTo>
                  <a:lnTo>
                    <a:pt x="20601" y="103"/>
                  </a:lnTo>
                  <a:lnTo>
                    <a:pt x="19362" y="167"/>
                  </a:lnTo>
                  <a:lnTo>
                    <a:pt x="18136" y="243"/>
                  </a:lnTo>
                  <a:lnTo>
                    <a:pt x="16935" y="320"/>
                  </a:lnTo>
                  <a:lnTo>
                    <a:pt x="15760" y="422"/>
                  </a:lnTo>
                  <a:lnTo>
                    <a:pt x="14611" y="524"/>
                  </a:lnTo>
                  <a:lnTo>
                    <a:pt x="13500" y="652"/>
                  </a:lnTo>
                  <a:lnTo>
                    <a:pt x="12427" y="780"/>
                  </a:lnTo>
                  <a:lnTo>
                    <a:pt x="11380" y="920"/>
                  </a:lnTo>
                  <a:lnTo>
                    <a:pt x="10358" y="1073"/>
                  </a:lnTo>
                  <a:lnTo>
                    <a:pt x="9388" y="1227"/>
                  </a:lnTo>
                  <a:lnTo>
                    <a:pt x="8455" y="1393"/>
                  </a:lnTo>
                  <a:lnTo>
                    <a:pt x="7561" y="1572"/>
                  </a:lnTo>
                  <a:lnTo>
                    <a:pt x="6706" y="1763"/>
                  </a:lnTo>
                  <a:lnTo>
                    <a:pt x="5888" y="1955"/>
                  </a:lnTo>
                  <a:lnTo>
                    <a:pt x="5122" y="2159"/>
                  </a:lnTo>
                  <a:lnTo>
                    <a:pt x="4407" y="2376"/>
                  </a:lnTo>
                  <a:lnTo>
                    <a:pt x="3730" y="2593"/>
                  </a:lnTo>
                  <a:lnTo>
                    <a:pt x="3117" y="2823"/>
                  </a:lnTo>
                  <a:lnTo>
                    <a:pt x="2542" y="3053"/>
                  </a:lnTo>
                  <a:lnTo>
                    <a:pt x="2031" y="3296"/>
                  </a:lnTo>
                  <a:lnTo>
                    <a:pt x="1789" y="3411"/>
                  </a:lnTo>
                  <a:lnTo>
                    <a:pt x="1559" y="3538"/>
                  </a:lnTo>
                  <a:lnTo>
                    <a:pt x="1354" y="3653"/>
                  </a:lnTo>
                  <a:lnTo>
                    <a:pt x="1163" y="3781"/>
                  </a:lnTo>
                  <a:lnTo>
                    <a:pt x="971" y="3909"/>
                  </a:lnTo>
                  <a:lnTo>
                    <a:pt x="805" y="4036"/>
                  </a:lnTo>
                  <a:lnTo>
                    <a:pt x="665" y="4177"/>
                  </a:lnTo>
                  <a:lnTo>
                    <a:pt x="524" y="4305"/>
                  </a:lnTo>
                  <a:lnTo>
                    <a:pt x="397" y="4432"/>
                  </a:lnTo>
                  <a:lnTo>
                    <a:pt x="294" y="4573"/>
                  </a:lnTo>
                  <a:lnTo>
                    <a:pt x="205" y="4700"/>
                  </a:lnTo>
                  <a:lnTo>
                    <a:pt x="128" y="4841"/>
                  </a:lnTo>
                  <a:lnTo>
                    <a:pt x="77" y="4969"/>
                  </a:lnTo>
                  <a:lnTo>
                    <a:pt x="26" y="5109"/>
                  </a:lnTo>
                  <a:lnTo>
                    <a:pt x="1" y="5250"/>
                  </a:lnTo>
                  <a:lnTo>
                    <a:pt x="1" y="5390"/>
                  </a:lnTo>
                  <a:lnTo>
                    <a:pt x="1" y="5531"/>
                  </a:lnTo>
                  <a:lnTo>
                    <a:pt x="26" y="5671"/>
                  </a:lnTo>
                  <a:lnTo>
                    <a:pt x="77" y="5799"/>
                  </a:lnTo>
                  <a:lnTo>
                    <a:pt x="128" y="5939"/>
                  </a:lnTo>
                  <a:lnTo>
                    <a:pt x="205" y="6080"/>
                  </a:lnTo>
                  <a:lnTo>
                    <a:pt x="294" y="6207"/>
                  </a:lnTo>
                  <a:lnTo>
                    <a:pt x="397" y="6348"/>
                  </a:lnTo>
                  <a:lnTo>
                    <a:pt x="524" y="6476"/>
                  </a:lnTo>
                  <a:lnTo>
                    <a:pt x="665" y="6603"/>
                  </a:lnTo>
                  <a:lnTo>
                    <a:pt x="805" y="6731"/>
                  </a:lnTo>
                  <a:lnTo>
                    <a:pt x="971" y="6859"/>
                  </a:lnTo>
                  <a:lnTo>
                    <a:pt x="1163" y="6987"/>
                  </a:lnTo>
                  <a:lnTo>
                    <a:pt x="1354" y="7114"/>
                  </a:lnTo>
                  <a:lnTo>
                    <a:pt x="1559" y="7242"/>
                  </a:lnTo>
                  <a:lnTo>
                    <a:pt x="1789" y="7370"/>
                  </a:lnTo>
                  <a:lnTo>
                    <a:pt x="2031" y="7485"/>
                  </a:lnTo>
                  <a:lnTo>
                    <a:pt x="2542" y="7727"/>
                  </a:lnTo>
                  <a:lnTo>
                    <a:pt x="3117" y="7957"/>
                  </a:lnTo>
                  <a:lnTo>
                    <a:pt x="3730" y="8187"/>
                  </a:lnTo>
                  <a:lnTo>
                    <a:pt x="4407" y="8404"/>
                  </a:lnTo>
                  <a:lnTo>
                    <a:pt x="5122" y="8621"/>
                  </a:lnTo>
                  <a:lnTo>
                    <a:pt x="5888" y="8813"/>
                  </a:lnTo>
                  <a:lnTo>
                    <a:pt x="6706" y="9017"/>
                  </a:lnTo>
                  <a:lnTo>
                    <a:pt x="7561" y="9196"/>
                  </a:lnTo>
                  <a:lnTo>
                    <a:pt x="8455" y="9375"/>
                  </a:lnTo>
                  <a:lnTo>
                    <a:pt x="9388" y="9554"/>
                  </a:lnTo>
                  <a:lnTo>
                    <a:pt x="10358" y="9707"/>
                  </a:lnTo>
                  <a:lnTo>
                    <a:pt x="11380" y="9860"/>
                  </a:lnTo>
                  <a:lnTo>
                    <a:pt x="12427" y="10001"/>
                  </a:lnTo>
                  <a:lnTo>
                    <a:pt x="13500" y="10128"/>
                  </a:lnTo>
                  <a:lnTo>
                    <a:pt x="14611" y="10243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37"/>
                  </a:lnTo>
                  <a:lnTo>
                    <a:pt x="19362" y="10614"/>
                  </a:lnTo>
                  <a:lnTo>
                    <a:pt x="20601" y="10677"/>
                  </a:lnTo>
                  <a:lnTo>
                    <a:pt x="21878" y="10716"/>
                  </a:lnTo>
                  <a:lnTo>
                    <a:pt x="23168" y="10754"/>
                  </a:lnTo>
                  <a:lnTo>
                    <a:pt x="24483" y="10780"/>
                  </a:lnTo>
                  <a:lnTo>
                    <a:pt x="27139" y="10780"/>
                  </a:lnTo>
                  <a:lnTo>
                    <a:pt x="28442" y="10754"/>
                  </a:lnTo>
                  <a:lnTo>
                    <a:pt x="29732" y="10716"/>
                  </a:lnTo>
                  <a:lnTo>
                    <a:pt x="31009" y="10677"/>
                  </a:lnTo>
                  <a:lnTo>
                    <a:pt x="32261" y="10614"/>
                  </a:lnTo>
                  <a:lnTo>
                    <a:pt x="33474" y="10537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9" y="10243"/>
                  </a:lnTo>
                  <a:lnTo>
                    <a:pt x="38110" y="10128"/>
                  </a:lnTo>
                  <a:lnTo>
                    <a:pt x="39183" y="10001"/>
                  </a:lnTo>
                  <a:lnTo>
                    <a:pt x="40230" y="9860"/>
                  </a:lnTo>
                  <a:lnTo>
                    <a:pt x="41252" y="9707"/>
                  </a:lnTo>
                  <a:lnTo>
                    <a:pt x="42222" y="9554"/>
                  </a:lnTo>
                  <a:lnTo>
                    <a:pt x="43154" y="9375"/>
                  </a:lnTo>
                  <a:lnTo>
                    <a:pt x="44048" y="9196"/>
                  </a:lnTo>
                  <a:lnTo>
                    <a:pt x="44904" y="9017"/>
                  </a:lnTo>
                  <a:lnTo>
                    <a:pt x="45722" y="8813"/>
                  </a:lnTo>
                  <a:lnTo>
                    <a:pt x="46488" y="8621"/>
                  </a:lnTo>
                  <a:lnTo>
                    <a:pt x="47203" y="8404"/>
                  </a:lnTo>
                  <a:lnTo>
                    <a:pt x="47880" y="8187"/>
                  </a:lnTo>
                  <a:lnTo>
                    <a:pt x="48493" y="7957"/>
                  </a:lnTo>
                  <a:lnTo>
                    <a:pt x="49068" y="7727"/>
                  </a:lnTo>
                  <a:lnTo>
                    <a:pt x="49578" y="7485"/>
                  </a:lnTo>
                  <a:lnTo>
                    <a:pt x="49821" y="7370"/>
                  </a:lnTo>
                  <a:lnTo>
                    <a:pt x="50051" y="7242"/>
                  </a:lnTo>
                  <a:lnTo>
                    <a:pt x="50255" y="7114"/>
                  </a:lnTo>
                  <a:lnTo>
                    <a:pt x="50447" y="6987"/>
                  </a:lnTo>
                  <a:lnTo>
                    <a:pt x="50638" y="6859"/>
                  </a:lnTo>
                  <a:lnTo>
                    <a:pt x="50804" y="6731"/>
                  </a:lnTo>
                  <a:lnTo>
                    <a:pt x="50958" y="6603"/>
                  </a:lnTo>
                  <a:lnTo>
                    <a:pt x="51085" y="6476"/>
                  </a:lnTo>
                  <a:lnTo>
                    <a:pt x="51213" y="6348"/>
                  </a:lnTo>
                  <a:lnTo>
                    <a:pt x="51315" y="6207"/>
                  </a:lnTo>
                  <a:lnTo>
                    <a:pt x="51405" y="6080"/>
                  </a:lnTo>
                  <a:lnTo>
                    <a:pt x="51481" y="5939"/>
                  </a:lnTo>
                  <a:lnTo>
                    <a:pt x="51532" y="5799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09" y="5390"/>
                  </a:lnTo>
                  <a:lnTo>
                    <a:pt x="51609" y="5250"/>
                  </a:lnTo>
                  <a:lnTo>
                    <a:pt x="51583" y="5109"/>
                  </a:lnTo>
                  <a:lnTo>
                    <a:pt x="51532" y="4969"/>
                  </a:lnTo>
                  <a:lnTo>
                    <a:pt x="51481" y="4841"/>
                  </a:lnTo>
                  <a:lnTo>
                    <a:pt x="51405" y="4700"/>
                  </a:lnTo>
                  <a:lnTo>
                    <a:pt x="51315" y="4573"/>
                  </a:lnTo>
                  <a:lnTo>
                    <a:pt x="51213" y="4432"/>
                  </a:lnTo>
                  <a:lnTo>
                    <a:pt x="51085" y="4305"/>
                  </a:lnTo>
                  <a:lnTo>
                    <a:pt x="50958" y="4177"/>
                  </a:lnTo>
                  <a:lnTo>
                    <a:pt x="50804" y="4036"/>
                  </a:lnTo>
                  <a:lnTo>
                    <a:pt x="50638" y="3909"/>
                  </a:lnTo>
                  <a:lnTo>
                    <a:pt x="50447" y="3781"/>
                  </a:lnTo>
                  <a:lnTo>
                    <a:pt x="50255" y="3653"/>
                  </a:lnTo>
                  <a:lnTo>
                    <a:pt x="50051" y="3538"/>
                  </a:lnTo>
                  <a:lnTo>
                    <a:pt x="49821" y="3411"/>
                  </a:lnTo>
                  <a:lnTo>
                    <a:pt x="49578" y="3296"/>
                  </a:lnTo>
                  <a:lnTo>
                    <a:pt x="49068" y="3053"/>
                  </a:lnTo>
                  <a:lnTo>
                    <a:pt x="48493" y="2823"/>
                  </a:lnTo>
                  <a:lnTo>
                    <a:pt x="47880" y="2593"/>
                  </a:lnTo>
                  <a:lnTo>
                    <a:pt x="47203" y="2376"/>
                  </a:lnTo>
                  <a:lnTo>
                    <a:pt x="46488" y="2159"/>
                  </a:lnTo>
                  <a:lnTo>
                    <a:pt x="45722" y="1955"/>
                  </a:lnTo>
                  <a:lnTo>
                    <a:pt x="44904" y="1763"/>
                  </a:lnTo>
                  <a:lnTo>
                    <a:pt x="44048" y="1572"/>
                  </a:lnTo>
                  <a:lnTo>
                    <a:pt x="43154" y="1393"/>
                  </a:lnTo>
                  <a:lnTo>
                    <a:pt x="42222" y="1227"/>
                  </a:lnTo>
                  <a:lnTo>
                    <a:pt x="41252" y="1073"/>
                  </a:lnTo>
                  <a:lnTo>
                    <a:pt x="40230" y="920"/>
                  </a:lnTo>
                  <a:lnTo>
                    <a:pt x="39183" y="780"/>
                  </a:lnTo>
                  <a:lnTo>
                    <a:pt x="38110" y="652"/>
                  </a:lnTo>
                  <a:lnTo>
                    <a:pt x="36999" y="524"/>
                  </a:lnTo>
                  <a:lnTo>
                    <a:pt x="35849" y="422"/>
                  </a:lnTo>
                  <a:lnTo>
                    <a:pt x="34674" y="320"/>
                  </a:lnTo>
                  <a:lnTo>
                    <a:pt x="33474" y="243"/>
                  </a:lnTo>
                  <a:lnTo>
                    <a:pt x="32261" y="167"/>
                  </a:lnTo>
                  <a:lnTo>
                    <a:pt x="31009" y="103"/>
                  </a:lnTo>
                  <a:lnTo>
                    <a:pt x="29732" y="65"/>
                  </a:lnTo>
                  <a:lnTo>
                    <a:pt x="28442" y="26"/>
                  </a:lnTo>
                  <a:lnTo>
                    <a:pt x="27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3876187" y="3897749"/>
              <a:ext cx="627554" cy="112326"/>
            </a:xfrm>
            <a:custGeom>
              <a:avLst/>
              <a:gdLst/>
              <a:ahLst/>
              <a:cxnLst/>
              <a:rect l="l" t="t" r="r" b="b"/>
              <a:pathLst>
                <a:path w="42388" h="7587" extrusionOk="0">
                  <a:moveTo>
                    <a:pt x="20102" y="0"/>
                  </a:moveTo>
                  <a:lnTo>
                    <a:pt x="19029" y="26"/>
                  </a:lnTo>
                  <a:lnTo>
                    <a:pt x="17969" y="52"/>
                  </a:lnTo>
                  <a:lnTo>
                    <a:pt x="16922" y="77"/>
                  </a:lnTo>
                  <a:lnTo>
                    <a:pt x="15900" y="115"/>
                  </a:lnTo>
                  <a:lnTo>
                    <a:pt x="14891" y="167"/>
                  </a:lnTo>
                  <a:lnTo>
                    <a:pt x="13908" y="230"/>
                  </a:lnTo>
                  <a:lnTo>
                    <a:pt x="12950" y="294"/>
                  </a:lnTo>
                  <a:lnTo>
                    <a:pt x="12005" y="371"/>
                  </a:lnTo>
                  <a:lnTo>
                    <a:pt x="11085" y="460"/>
                  </a:lnTo>
                  <a:lnTo>
                    <a:pt x="10204" y="550"/>
                  </a:lnTo>
                  <a:lnTo>
                    <a:pt x="9349" y="652"/>
                  </a:lnTo>
                  <a:lnTo>
                    <a:pt x="8518" y="754"/>
                  </a:lnTo>
                  <a:lnTo>
                    <a:pt x="7714" y="869"/>
                  </a:lnTo>
                  <a:lnTo>
                    <a:pt x="6948" y="984"/>
                  </a:lnTo>
                  <a:lnTo>
                    <a:pt x="6207" y="1112"/>
                  </a:lnTo>
                  <a:lnTo>
                    <a:pt x="5504" y="1239"/>
                  </a:lnTo>
                  <a:lnTo>
                    <a:pt x="4840" y="1380"/>
                  </a:lnTo>
                  <a:lnTo>
                    <a:pt x="4215" y="1520"/>
                  </a:lnTo>
                  <a:lnTo>
                    <a:pt x="3614" y="1674"/>
                  </a:lnTo>
                  <a:lnTo>
                    <a:pt x="3065" y="1827"/>
                  </a:lnTo>
                  <a:lnTo>
                    <a:pt x="2554" y="1980"/>
                  </a:lnTo>
                  <a:lnTo>
                    <a:pt x="2095" y="2146"/>
                  </a:lnTo>
                  <a:lnTo>
                    <a:pt x="1660" y="2312"/>
                  </a:lnTo>
                  <a:lnTo>
                    <a:pt x="1290" y="2491"/>
                  </a:lnTo>
                  <a:lnTo>
                    <a:pt x="958" y="2670"/>
                  </a:lnTo>
                  <a:lnTo>
                    <a:pt x="664" y="2848"/>
                  </a:lnTo>
                  <a:lnTo>
                    <a:pt x="537" y="2938"/>
                  </a:lnTo>
                  <a:lnTo>
                    <a:pt x="434" y="3027"/>
                  </a:lnTo>
                  <a:lnTo>
                    <a:pt x="332" y="3117"/>
                  </a:lnTo>
                  <a:lnTo>
                    <a:pt x="243" y="3219"/>
                  </a:lnTo>
                  <a:lnTo>
                    <a:pt x="166" y="3308"/>
                  </a:lnTo>
                  <a:lnTo>
                    <a:pt x="102" y="3410"/>
                  </a:lnTo>
                  <a:lnTo>
                    <a:pt x="64" y="3500"/>
                  </a:lnTo>
                  <a:lnTo>
                    <a:pt x="26" y="3602"/>
                  </a:lnTo>
                  <a:lnTo>
                    <a:pt x="0" y="3691"/>
                  </a:lnTo>
                  <a:lnTo>
                    <a:pt x="0" y="3794"/>
                  </a:lnTo>
                  <a:lnTo>
                    <a:pt x="0" y="3896"/>
                  </a:lnTo>
                  <a:lnTo>
                    <a:pt x="26" y="3985"/>
                  </a:lnTo>
                  <a:lnTo>
                    <a:pt x="64" y="4087"/>
                  </a:lnTo>
                  <a:lnTo>
                    <a:pt x="102" y="4177"/>
                  </a:lnTo>
                  <a:lnTo>
                    <a:pt x="166" y="4279"/>
                  </a:lnTo>
                  <a:lnTo>
                    <a:pt x="243" y="4368"/>
                  </a:lnTo>
                  <a:lnTo>
                    <a:pt x="332" y="4458"/>
                  </a:lnTo>
                  <a:lnTo>
                    <a:pt x="434" y="4560"/>
                  </a:lnTo>
                  <a:lnTo>
                    <a:pt x="537" y="4649"/>
                  </a:lnTo>
                  <a:lnTo>
                    <a:pt x="664" y="4739"/>
                  </a:lnTo>
                  <a:lnTo>
                    <a:pt x="958" y="4917"/>
                  </a:lnTo>
                  <a:lnTo>
                    <a:pt x="1290" y="5096"/>
                  </a:lnTo>
                  <a:lnTo>
                    <a:pt x="1660" y="5262"/>
                  </a:lnTo>
                  <a:lnTo>
                    <a:pt x="2095" y="5441"/>
                  </a:lnTo>
                  <a:lnTo>
                    <a:pt x="2554" y="5594"/>
                  </a:lnTo>
                  <a:lnTo>
                    <a:pt x="3065" y="5760"/>
                  </a:lnTo>
                  <a:lnTo>
                    <a:pt x="3614" y="5914"/>
                  </a:lnTo>
                  <a:lnTo>
                    <a:pt x="4215" y="6054"/>
                  </a:lnTo>
                  <a:lnTo>
                    <a:pt x="4840" y="6207"/>
                  </a:lnTo>
                  <a:lnTo>
                    <a:pt x="5504" y="6335"/>
                  </a:lnTo>
                  <a:lnTo>
                    <a:pt x="6207" y="6476"/>
                  </a:lnTo>
                  <a:lnTo>
                    <a:pt x="6948" y="6603"/>
                  </a:lnTo>
                  <a:lnTo>
                    <a:pt x="7714" y="6718"/>
                  </a:lnTo>
                  <a:lnTo>
                    <a:pt x="8518" y="6833"/>
                  </a:lnTo>
                  <a:lnTo>
                    <a:pt x="9349" y="6935"/>
                  </a:lnTo>
                  <a:lnTo>
                    <a:pt x="10204" y="7037"/>
                  </a:lnTo>
                  <a:lnTo>
                    <a:pt x="11085" y="7127"/>
                  </a:lnTo>
                  <a:lnTo>
                    <a:pt x="12005" y="7203"/>
                  </a:lnTo>
                  <a:lnTo>
                    <a:pt x="12950" y="7280"/>
                  </a:lnTo>
                  <a:lnTo>
                    <a:pt x="13908" y="7357"/>
                  </a:lnTo>
                  <a:lnTo>
                    <a:pt x="14891" y="7408"/>
                  </a:lnTo>
                  <a:lnTo>
                    <a:pt x="15900" y="7459"/>
                  </a:lnTo>
                  <a:lnTo>
                    <a:pt x="16922" y="7510"/>
                  </a:lnTo>
                  <a:lnTo>
                    <a:pt x="17969" y="7536"/>
                  </a:lnTo>
                  <a:lnTo>
                    <a:pt x="19029" y="7561"/>
                  </a:lnTo>
                  <a:lnTo>
                    <a:pt x="20102" y="7574"/>
                  </a:lnTo>
                  <a:lnTo>
                    <a:pt x="21200" y="7587"/>
                  </a:lnTo>
                  <a:lnTo>
                    <a:pt x="22286" y="7574"/>
                  </a:lnTo>
                  <a:lnTo>
                    <a:pt x="23359" y="7561"/>
                  </a:lnTo>
                  <a:lnTo>
                    <a:pt x="24419" y="7536"/>
                  </a:lnTo>
                  <a:lnTo>
                    <a:pt x="25466" y="7510"/>
                  </a:lnTo>
                  <a:lnTo>
                    <a:pt x="26488" y="7459"/>
                  </a:lnTo>
                  <a:lnTo>
                    <a:pt x="27496" y="7408"/>
                  </a:lnTo>
                  <a:lnTo>
                    <a:pt x="28480" y="7357"/>
                  </a:lnTo>
                  <a:lnTo>
                    <a:pt x="29450" y="7280"/>
                  </a:lnTo>
                  <a:lnTo>
                    <a:pt x="30383" y="7203"/>
                  </a:lnTo>
                  <a:lnTo>
                    <a:pt x="31302" y="7127"/>
                  </a:lnTo>
                  <a:lnTo>
                    <a:pt x="32183" y="7037"/>
                  </a:lnTo>
                  <a:lnTo>
                    <a:pt x="33039" y="6935"/>
                  </a:lnTo>
                  <a:lnTo>
                    <a:pt x="33869" y="6833"/>
                  </a:lnTo>
                  <a:lnTo>
                    <a:pt x="34674" y="6718"/>
                  </a:lnTo>
                  <a:lnTo>
                    <a:pt x="35440" y="6603"/>
                  </a:lnTo>
                  <a:lnTo>
                    <a:pt x="36181" y="6476"/>
                  </a:lnTo>
                  <a:lnTo>
                    <a:pt x="36883" y="6335"/>
                  </a:lnTo>
                  <a:lnTo>
                    <a:pt x="37547" y="6207"/>
                  </a:lnTo>
                  <a:lnTo>
                    <a:pt x="38173" y="6054"/>
                  </a:lnTo>
                  <a:lnTo>
                    <a:pt x="38773" y="5914"/>
                  </a:lnTo>
                  <a:lnTo>
                    <a:pt x="39323" y="5760"/>
                  </a:lnTo>
                  <a:lnTo>
                    <a:pt x="39833" y="5594"/>
                  </a:lnTo>
                  <a:lnTo>
                    <a:pt x="40293" y="5441"/>
                  </a:lnTo>
                  <a:lnTo>
                    <a:pt x="40727" y="5262"/>
                  </a:lnTo>
                  <a:lnTo>
                    <a:pt x="41098" y="5096"/>
                  </a:lnTo>
                  <a:lnTo>
                    <a:pt x="41443" y="4917"/>
                  </a:lnTo>
                  <a:lnTo>
                    <a:pt x="41724" y="4739"/>
                  </a:lnTo>
                  <a:lnTo>
                    <a:pt x="41851" y="4649"/>
                  </a:lnTo>
                  <a:lnTo>
                    <a:pt x="41953" y="4560"/>
                  </a:lnTo>
                  <a:lnTo>
                    <a:pt x="42056" y="4458"/>
                  </a:lnTo>
                  <a:lnTo>
                    <a:pt x="42145" y="4368"/>
                  </a:lnTo>
                  <a:lnTo>
                    <a:pt x="42222" y="4279"/>
                  </a:lnTo>
                  <a:lnTo>
                    <a:pt x="42285" y="4177"/>
                  </a:lnTo>
                  <a:lnTo>
                    <a:pt x="42324" y="4087"/>
                  </a:lnTo>
                  <a:lnTo>
                    <a:pt x="42362" y="3985"/>
                  </a:lnTo>
                  <a:lnTo>
                    <a:pt x="42388" y="3896"/>
                  </a:lnTo>
                  <a:lnTo>
                    <a:pt x="42388" y="3794"/>
                  </a:lnTo>
                  <a:lnTo>
                    <a:pt x="42388" y="3691"/>
                  </a:lnTo>
                  <a:lnTo>
                    <a:pt x="42362" y="3602"/>
                  </a:lnTo>
                  <a:lnTo>
                    <a:pt x="42324" y="3500"/>
                  </a:lnTo>
                  <a:lnTo>
                    <a:pt x="42285" y="3410"/>
                  </a:lnTo>
                  <a:lnTo>
                    <a:pt x="42222" y="3308"/>
                  </a:lnTo>
                  <a:lnTo>
                    <a:pt x="42145" y="3219"/>
                  </a:lnTo>
                  <a:lnTo>
                    <a:pt x="42056" y="3117"/>
                  </a:lnTo>
                  <a:lnTo>
                    <a:pt x="41953" y="3027"/>
                  </a:lnTo>
                  <a:lnTo>
                    <a:pt x="41851" y="2938"/>
                  </a:lnTo>
                  <a:lnTo>
                    <a:pt x="41724" y="2848"/>
                  </a:lnTo>
                  <a:lnTo>
                    <a:pt x="41443" y="2670"/>
                  </a:lnTo>
                  <a:lnTo>
                    <a:pt x="41098" y="2491"/>
                  </a:lnTo>
                  <a:lnTo>
                    <a:pt x="40727" y="2312"/>
                  </a:lnTo>
                  <a:lnTo>
                    <a:pt x="40293" y="2146"/>
                  </a:lnTo>
                  <a:lnTo>
                    <a:pt x="39833" y="1980"/>
                  </a:lnTo>
                  <a:lnTo>
                    <a:pt x="39323" y="1827"/>
                  </a:lnTo>
                  <a:lnTo>
                    <a:pt x="38773" y="1674"/>
                  </a:lnTo>
                  <a:lnTo>
                    <a:pt x="38173" y="1520"/>
                  </a:lnTo>
                  <a:lnTo>
                    <a:pt x="37547" y="1380"/>
                  </a:lnTo>
                  <a:lnTo>
                    <a:pt x="36883" y="1239"/>
                  </a:lnTo>
                  <a:lnTo>
                    <a:pt x="36181" y="1112"/>
                  </a:lnTo>
                  <a:lnTo>
                    <a:pt x="35440" y="984"/>
                  </a:lnTo>
                  <a:lnTo>
                    <a:pt x="34674" y="869"/>
                  </a:lnTo>
                  <a:lnTo>
                    <a:pt x="33869" y="754"/>
                  </a:lnTo>
                  <a:lnTo>
                    <a:pt x="33039" y="652"/>
                  </a:lnTo>
                  <a:lnTo>
                    <a:pt x="32183" y="550"/>
                  </a:lnTo>
                  <a:lnTo>
                    <a:pt x="31302" y="460"/>
                  </a:lnTo>
                  <a:lnTo>
                    <a:pt x="30383" y="371"/>
                  </a:lnTo>
                  <a:lnTo>
                    <a:pt x="29450" y="294"/>
                  </a:lnTo>
                  <a:lnTo>
                    <a:pt x="28480" y="230"/>
                  </a:lnTo>
                  <a:lnTo>
                    <a:pt x="27496" y="167"/>
                  </a:lnTo>
                  <a:lnTo>
                    <a:pt x="26488" y="115"/>
                  </a:lnTo>
                  <a:lnTo>
                    <a:pt x="25466" y="77"/>
                  </a:lnTo>
                  <a:lnTo>
                    <a:pt x="24419" y="52"/>
                  </a:lnTo>
                  <a:lnTo>
                    <a:pt x="23359" y="26"/>
                  </a:lnTo>
                  <a:lnTo>
                    <a:pt x="22286" y="0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3885440" y="3897749"/>
              <a:ext cx="609033" cy="83397"/>
            </a:xfrm>
            <a:custGeom>
              <a:avLst/>
              <a:gdLst/>
              <a:ahLst/>
              <a:cxnLst/>
              <a:rect l="l" t="t" r="r" b="b"/>
              <a:pathLst>
                <a:path w="41137" h="5633" extrusionOk="0">
                  <a:moveTo>
                    <a:pt x="19949" y="0"/>
                  </a:moveTo>
                  <a:lnTo>
                    <a:pt x="18238" y="13"/>
                  </a:lnTo>
                  <a:lnTo>
                    <a:pt x="16565" y="52"/>
                  </a:lnTo>
                  <a:lnTo>
                    <a:pt x="14943" y="103"/>
                  </a:lnTo>
                  <a:lnTo>
                    <a:pt x="13360" y="192"/>
                  </a:lnTo>
                  <a:lnTo>
                    <a:pt x="11840" y="294"/>
                  </a:lnTo>
                  <a:lnTo>
                    <a:pt x="10371" y="409"/>
                  </a:lnTo>
                  <a:lnTo>
                    <a:pt x="8966" y="550"/>
                  </a:lnTo>
                  <a:lnTo>
                    <a:pt x="7625" y="703"/>
                  </a:lnTo>
                  <a:lnTo>
                    <a:pt x="6361" y="882"/>
                  </a:lnTo>
                  <a:lnTo>
                    <a:pt x="5173" y="1073"/>
                  </a:lnTo>
                  <a:lnTo>
                    <a:pt x="4075" y="1278"/>
                  </a:lnTo>
                  <a:lnTo>
                    <a:pt x="3551" y="1393"/>
                  </a:lnTo>
                  <a:lnTo>
                    <a:pt x="3066" y="1508"/>
                  </a:lnTo>
                  <a:lnTo>
                    <a:pt x="2593" y="1622"/>
                  </a:lnTo>
                  <a:lnTo>
                    <a:pt x="2134" y="1737"/>
                  </a:lnTo>
                  <a:lnTo>
                    <a:pt x="1712" y="1852"/>
                  </a:lnTo>
                  <a:lnTo>
                    <a:pt x="1316" y="1980"/>
                  </a:lnTo>
                  <a:lnTo>
                    <a:pt x="946" y="2108"/>
                  </a:lnTo>
                  <a:lnTo>
                    <a:pt x="601" y="2248"/>
                  </a:lnTo>
                  <a:lnTo>
                    <a:pt x="282" y="2376"/>
                  </a:lnTo>
                  <a:lnTo>
                    <a:pt x="1" y="2516"/>
                  </a:lnTo>
                  <a:lnTo>
                    <a:pt x="1" y="2516"/>
                  </a:lnTo>
                  <a:lnTo>
                    <a:pt x="716" y="2299"/>
                  </a:lnTo>
                  <a:lnTo>
                    <a:pt x="1508" y="2095"/>
                  </a:lnTo>
                  <a:lnTo>
                    <a:pt x="2364" y="1903"/>
                  </a:lnTo>
                  <a:lnTo>
                    <a:pt x="3296" y="1712"/>
                  </a:lnTo>
                  <a:lnTo>
                    <a:pt x="4292" y="1546"/>
                  </a:lnTo>
                  <a:lnTo>
                    <a:pt x="5352" y="1380"/>
                  </a:lnTo>
                  <a:lnTo>
                    <a:pt x="6463" y="1239"/>
                  </a:lnTo>
                  <a:lnTo>
                    <a:pt x="7625" y="1099"/>
                  </a:lnTo>
                  <a:lnTo>
                    <a:pt x="8851" y="984"/>
                  </a:lnTo>
                  <a:lnTo>
                    <a:pt x="10116" y="869"/>
                  </a:lnTo>
                  <a:lnTo>
                    <a:pt x="11431" y="780"/>
                  </a:lnTo>
                  <a:lnTo>
                    <a:pt x="12772" y="703"/>
                  </a:lnTo>
                  <a:lnTo>
                    <a:pt x="14164" y="639"/>
                  </a:lnTo>
                  <a:lnTo>
                    <a:pt x="15595" y="601"/>
                  </a:lnTo>
                  <a:lnTo>
                    <a:pt x="17050" y="575"/>
                  </a:lnTo>
                  <a:lnTo>
                    <a:pt x="18532" y="562"/>
                  </a:lnTo>
                  <a:lnTo>
                    <a:pt x="19617" y="562"/>
                  </a:lnTo>
                  <a:lnTo>
                    <a:pt x="20690" y="575"/>
                  </a:lnTo>
                  <a:lnTo>
                    <a:pt x="21750" y="601"/>
                  </a:lnTo>
                  <a:lnTo>
                    <a:pt x="22797" y="639"/>
                  </a:lnTo>
                  <a:lnTo>
                    <a:pt x="23819" y="677"/>
                  </a:lnTo>
                  <a:lnTo>
                    <a:pt x="24828" y="728"/>
                  </a:lnTo>
                  <a:lnTo>
                    <a:pt x="25811" y="792"/>
                  </a:lnTo>
                  <a:lnTo>
                    <a:pt x="26782" y="856"/>
                  </a:lnTo>
                  <a:lnTo>
                    <a:pt x="27714" y="933"/>
                  </a:lnTo>
                  <a:lnTo>
                    <a:pt x="28634" y="1022"/>
                  </a:lnTo>
                  <a:lnTo>
                    <a:pt x="29515" y="1112"/>
                  </a:lnTo>
                  <a:lnTo>
                    <a:pt x="30371" y="1214"/>
                  </a:lnTo>
                  <a:lnTo>
                    <a:pt x="31214" y="1316"/>
                  </a:lnTo>
                  <a:lnTo>
                    <a:pt x="32005" y="1431"/>
                  </a:lnTo>
                  <a:lnTo>
                    <a:pt x="32772" y="1546"/>
                  </a:lnTo>
                  <a:lnTo>
                    <a:pt x="33512" y="1674"/>
                  </a:lnTo>
                  <a:lnTo>
                    <a:pt x="34215" y="1801"/>
                  </a:lnTo>
                  <a:lnTo>
                    <a:pt x="34879" y="1942"/>
                  </a:lnTo>
                  <a:lnTo>
                    <a:pt x="35505" y="2082"/>
                  </a:lnTo>
                  <a:lnTo>
                    <a:pt x="36105" y="2235"/>
                  </a:lnTo>
                  <a:lnTo>
                    <a:pt x="36654" y="2389"/>
                  </a:lnTo>
                  <a:lnTo>
                    <a:pt x="37165" y="2542"/>
                  </a:lnTo>
                  <a:lnTo>
                    <a:pt x="37638" y="2708"/>
                  </a:lnTo>
                  <a:lnTo>
                    <a:pt x="38059" y="2874"/>
                  </a:lnTo>
                  <a:lnTo>
                    <a:pt x="38429" y="3053"/>
                  </a:lnTo>
                  <a:lnTo>
                    <a:pt x="38774" y="3219"/>
                  </a:lnTo>
                  <a:lnTo>
                    <a:pt x="39055" y="3398"/>
                  </a:lnTo>
                  <a:lnTo>
                    <a:pt x="39183" y="3500"/>
                  </a:lnTo>
                  <a:lnTo>
                    <a:pt x="39285" y="3589"/>
                  </a:lnTo>
                  <a:lnTo>
                    <a:pt x="39387" y="3679"/>
                  </a:lnTo>
                  <a:lnTo>
                    <a:pt x="39477" y="3768"/>
                  </a:lnTo>
                  <a:lnTo>
                    <a:pt x="39553" y="3870"/>
                  </a:lnTo>
                  <a:lnTo>
                    <a:pt x="39617" y="3960"/>
                  </a:lnTo>
                  <a:lnTo>
                    <a:pt x="39655" y="4062"/>
                  </a:lnTo>
                  <a:lnTo>
                    <a:pt x="39694" y="4151"/>
                  </a:lnTo>
                  <a:lnTo>
                    <a:pt x="39719" y="4253"/>
                  </a:lnTo>
                  <a:lnTo>
                    <a:pt x="39719" y="4355"/>
                  </a:lnTo>
                  <a:lnTo>
                    <a:pt x="39719" y="4432"/>
                  </a:lnTo>
                  <a:lnTo>
                    <a:pt x="39706" y="4522"/>
                  </a:lnTo>
                  <a:lnTo>
                    <a:pt x="39681" y="4598"/>
                  </a:lnTo>
                  <a:lnTo>
                    <a:pt x="39643" y="4688"/>
                  </a:lnTo>
                  <a:lnTo>
                    <a:pt x="39592" y="4764"/>
                  </a:lnTo>
                  <a:lnTo>
                    <a:pt x="39540" y="4854"/>
                  </a:lnTo>
                  <a:lnTo>
                    <a:pt x="39400" y="5007"/>
                  </a:lnTo>
                  <a:lnTo>
                    <a:pt x="39221" y="5173"/>
                  </a:lnTo>
                  <a:lnTo>
                    <a:pt x="39017" y="5326"/>
                  </a:lnTo>
                  <a:lnTo>
                    <a:pt x="38761" y="5479"/>
                  </a:lnTo>
                  <a:lnTo>
                    <a:pt x="38480" y="5633"/>
                  </a:lnTo>
                  <a:lnTo>
                    <a:pt x="39081" y="5428"/>
                  </a:lnTo>
                  <a:lnTo>
                    <a:pt x="39349" y="5313"/>
                  </a:lnTo>
                  <a:lnTo>
                    <a:pt x="39604" y="5211"/>
                  </a:lnTo>
                  <a:lnTo>
                    <a:pt x="39847" y="5096"/>
                  </a:lnTo>
                  <a:lnTo>
                    <a:pt x="40064" y="4981"/>
                  </a:lnTo>
                  <a:lnTo>
                    <a:pt x="40268" y="4866"/>
                  </a:lnTo>
                  <a:lnTo>
                    <a:pt x="40447" y="4751"/>
                  </a:lnTo>
                  <a:lnTo>
                    <a:pt x="40600" y="4636"/>
                  </a:lnTo>
                  <a:lnTo>
                    <a:pt x="40741" y="4522"/>
                  </a:lnTo>
                  <a:lnTo>
                    <a:pt x="40869" y="4407"/>
                  </a:lnTo>
                  <a:lnTo>
                    <a:pt x="40971" y="4279"/>
                  </a:lnTo>
                  <a:lnTo>
                    <a:pt x="41047" y="4164"/>
                  </a:lnTo>
                  <a:lnTo>
                    <a:pt x="41099" y="4036"/>
                  </a:lnTo>
                  <a:lnTo>
                    <a:pt x="41137" y="3921"/>
                  </a:lnTo>
                  <a:lnTo>
                    <a:pt x="41137" y="3794"/>
                  </a:lnTo>
                  <a:lnTo>
                    <a:pt x="41137" y="3691"/>
                  </a:lnTo>
                  <a:lnTo>
                    <a:pt x="41111" y="3602"/>
                  </a:lnTo>
                  <a:lnTo>
                    <a:pt x="41086" y="3500"/>
                  </a:lnTo>
                  <a:lnTo>
                    <a:pt x="41035" y="3410"/>
                  </a:lnTo>
                  <a:lnTo>
                    <a:pt x="40971" y="3308"/>
                  </a:lnTo>
                  <a:lnTo>
                    <a:pt x="40894" y="3219"/>
                  </a:lnTo>
                  <a:lnTo>
                    <a:pt x="40818" y="3117"/>
                  </a:lnTo>
                  <a:lnTo>
                    <a:pt x="40715" y="3027"/>
                  </a:lnTo>
                  <a:lnTo>
                    <a:pt x="40600" y="2938"/>
                  </a:lnTo>
                  <a:lnTo>
                    <a:pt x="40473" y="2848"/>
                  </a:lnTo>
                  <a:lnTo>
                    <a:pt x="40192" y="2670"/>
                  </a:lnTo>
                  <a:lnTo>
                    <a:pt x="39860" y="2491"/>
                  </a:lnTo>
                  <a:lnTo>
                    <a:pt x="39477" y="2312"/>
                  </a:lnTo>
                  <a:lnTo>
                    <a:pt x="39055" y="2146"/>
                  </a:lnTo>
                  <a:lnTo>
                    <a:pt x="38583" y="1980"/>
                  </a:lnTo>
                  <a:lnTo>
                    <a:pt x="38072" y="1827"/>
                  </a:lnTo>
                  <a:lnTo>
                    <a:pt x="37523" y="1674"/>
                  </a:lnTo>
                  <a:lnTo>
                    <a:pt x="36935" y="1520"/>
                  </a:lnTo>
                  <a:lnTo>
                    <a:pt x="36297" y="1380"/>
                  </a:lnTo>
                  <a:lnTo>
                    <a:pt x="35632" y="1239"/>
                  </a:lnTo>
                  <a:lnTo>
                    <a:pt x="34930" y="1112"/>
                  </a:lnTo>
                  <a:lnTo>
                    <a:pt x="34202" y="984"/>
                  </a:lnTo>
                  <a:lnTo>
                    <a:pt x="33423" y="869"/>
                  </a:lnTo>
                  <a:lnTo>
                    <a:pt x="32631" y="754"/>
                  </a:lnTo>
                  <a:lnTo>
                    <a:pt x="31801" y="652"/>
                  </a:lnTo>
                  <a:lnTo>
                    <a:pt x="30933" y="550"/>
                  </a:lnTo>
                  <a:lnTo>
                    <a:pt x="30051" y="460"/>
                  </a:lnTo>
                  <a:lnTo>
                    <a:pt x="29132" y="371"/>
                  </a:lnTo>
                  <a:lnTo>
                    <a:pt x="28200" y="294"/>
                  </a:lnTo>
                  <a:lnTo>
                    <a:pt x="27229" y="230"/>
                  </a:lnTo>
                  <a:lnTo>
                    <a:pt x="26246" y="167"/>
                  </a:lnTo>
                  <a:lnTo>
                    <a:pt x="25250" y="115"/>
                  </a:lnTo>
                  <a:lnTo>
                    <a:pt x="24215" y="77"/>
                  </a:lnTo>
                  <a:lnTo>
                    <a:pt x="23181" y="52"/>
                  </a:lnTo>
                  <a:lnTo>
                    <a:pt x="22121" y="26"/>
                  </a:lnTo>
                  <a:lnTo>
                    <a:pt x="21035" y="0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4094191" y="3928750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0" y="1"/>
                  </a:moveTo>
                  <a:lnTo>
                    <a:pt x="0" y="384"/>
                  </a:lnTo>
                  <a:lnTo>
                    <a:pt x="3346" y="384"/>
                  </a:lnTo>
                  <a:lnTo>
                    <a:pt x="4253" y="410"/>
                  </a:lnTo>
                  <a:lnTo>
                    <a:pt x="5058" y="448"/>
                  </a:lnTo>
                  <a:lnTo>
                    <a:pt x="5747" y="512"/>
                  </a:lnTo>
                  <a:lnTo>
                    <a:pt x="6322" y="576"/>
                  </a:lnTo>
                  <a:lnTo>
                    <a:pt x="6565" y="627"/>
                  </a:lnTo>
                  <a:lnTo>
                    <a:pt x="6795" y="665"/>
                  </a:lnTo>
                  <a:lnTo>
                    <a:pt x="6973" y="716"/>
                  </a:lnTo>
                  <a:lnTo>
                    <a:pt x="7139" y="767"/>
                  </a:lnTo>
                  <a:lnTo>
                    <a:pt x="7267" y="831"/>
                  </a:lnTo>
                  <a:lnTo>
                    <a:pt x="7369" y="895"/>
                  </a:lnTo>
                  <a:lnTo>
                    <a:pt x="0" y="895"/>
                  </a:lnTo>
                  <a:lnTo>
                    <a:pt x="0" y="1176"/>
                  </a:lnTo>
                  <a:lnTo>
                    <a:pt x="7471" y="1176"/>
                  </a:lnTo>
                  <a:lnTo>
                    <a:pt x="7446" y="1214"/>
                  </a:lnTo>
                  <a:lnTo>
                    <a:pt x="7408" y="1253"/>
                  </a:lnTo>
                  <a:lnTo>
                    <a:pt x="7305" y="1329"/>
                  </a:lnTo>
                  <a:lnTo>
                    <a:pt x="7165" y="1393"/>
                  </a:lnTo>
                  <a:lnTo>
                    <a:pt x="6986" y="1457"/>
                  </a:lnTo>
                  <a:lnTo>
                    <a:pt x="6769" y="1521"/>
                  </a:lnTo>
                  <a:lnTo>
                    <a:pt x="6514" y="1572"/>
                  </a:lnTo>
                  <a:lnTo>
                    <a:pt x="6207" y="1623"/>
                  </a:lnTo>
                  <a:lnTo>
                    <a:pt x="5875" y="1661"/>
                  </a:lnTo>
                  <a:lnTo>
                    <a:pt x="5505" y="1712"/>
                  </a:lnTo>
                  <a:lnTo>
                    <a:pt x="5096" y="1751"/>
                  </a:lnTo>
                  <a:lnTo>
                    <a:pt x="4151" y="1802"/>
                  </a:lnTo>
                  <a:lnTo>
                    <a:pt x="3053" y="1840"/>
                  </a:lnTo>
                  <a:lnTo>
                    <a:pt x="1801" y="1853"/>
                  </a:lnTo>
                  <a:lnTo>
                    <a:pt x="0" y="1853"/>
                  </a:lnTo>
                  <a:lnTo>
                    <a:pt x="0" y="2210"/>
                  </a:lnTo>
                  <a:lnTo>
                    <a:pt x="2197" y="2645"/>
                  </a:lnTo>
                  <a:lnTo>
                    <a:pt x="4215" y="3053"/>
                  </a:lnTo>
                  <a:lnTo>
                    <a:pt x="6130" y="3449"/>
                  </a:lnTo>
                  <a:lnTo>
                    <a:pt x="8021" y="3858"/>
                  </a:lnTo>
                  <a:lnTo>
                    <a:pt x="11162" y="3858"/>
                  </a:lnTo>
                  <a:lnTo>
                    <a:pt x="9106" y="3411"/>
                  </a:lnTo>
                  <a:lnTo>
                    <a:pt x="7050" y="2977"/>
                  </a:lnTo>
                  <a:lnTo>
                    <a:pt x="5032" y="2555"/>
                  </a:lnTo>
                  <a:lnTo>
                    <a:pt x="3078" y="2185"/>
                  </a:lnTo>
                  <a:lnTo>
                    <a:pt x="3844" y="2172"/>
                  </a:lnTo>
                  <a:lnTo>
                    <a:pt x="4572" y="2159"/>
                  </a:lnTo>
                  <a:lnTo>
                    <a:pt x="5275" y="2134"/>
                  </a:lnTo>
                  <a:lnTo>
                    <a:pt x="5926" y="2095"/>
                  </a:lnTo>
                  <a:lnTo>
                    <a:pt x="6539" y="2057"/>
                  </a:lnTo>
                  <a:lnTo>
                    <a:pt x="7101" y="2019"/>
                  </a:lnTo>
                  <a:lnTo>
                    <a:pt x="7637" y="1955"/>
                  </a:lnTo>
                  <a:lnTo>
                    <a:pt x="8110" y="1904"/>
                  </a:lnTo>
                  <a:lnTo>
                    <a:pt x="8557" y="1827"/>
                  </a:lnTo>
                  <a:lnTo>
                    <a:pt x="8940" y="1751"/>
                  </a:lnTo>
                  <a:lnTo>
                    <a:pt x="9285" y="1674"/>
                  </a:lnTo>
                  <a:lnTo>
                    <a:pt x="9579" y="1585"/>
                  </a:lnTo>
                  <a:lnTo>
                    <a:pt x="9821" y="1495"/>
                  </a:lnTo>
                  <a:lnTo>
                    <a:pt x="10026" y="1393"/>
                  </a:lnTo>
                  <a:lnTo>
                    <a:pt x="10102" y="1342"/>
                  </a:lnTo>
                  <a:lnTo>
                    <a:pt x="10166" y="1291"/>
                  </a:lnTo>
                  <a:lnTo>
                    <a:pt x="10217" y="1240"/>
                  </a:lnTo>
                  <a:lnTo>
                    <a:pt x="10256" y="1176"/>
                  </a:lnTo>
                  <a:lnTo>
                    <a:pt x="13780" y="1176"/>
                  </a:lnTo>
                  <a:lnTo>
                    <a:pt x="13780" y="895"/>
                  </a:lnTo>
                  <a:lnTo>
                    <a:pt x="10217" y="895"/>
                  </a:lnTo>
                  <a:lnTo>
                    <a:pt x="10179" y="844"/>
                  </a:lnTo>
                  <a:lnTo>
                    <a:pt x="10115" y="793"/>
                  </a:lnTo>
                  <a:lnTo>
                    <a:pt x="9987" y="703"/>
                  </a:lnTo>
                  <a:lnTo>
                    <a:pt x="9796" y="614"/>
                  </a:lnTo>
                  <a:lnTo>
                    <a:pt x="9579" y="537"/>
                  </a:lnTo>
                  <a:lnTo>
                    <a:pt x="9323" y="474"/>
                  </a:lnTo>
                  <a:lnTo>
                    <a:pt x="9042" y="410"/>
                  </a:lnTo>
                  <a:lnTo>
                    <a:pt x="8723" y="346"/>
                  </a:lnTo>
                  <a:lnTo>
                    <a:pt x="8378" y="295"/>
                  </a:lnTo>
                  <a:lnTo>
                    <a:pt x="13780" y="295"/>
                  </a:lnTo>
                  <a:lnTo>
                    <a:pt x="13780" y="1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3807921" y="3857849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1" y="1"/>
                  </a:moveTo>
                  <a:lnTo>
                    <a:pt x="1" y="5390"/>
                  </a:lnTo>
                  <a:lnTo>
                    <a:pt x="1" y="5531"/>
                  </a:lnTo>
                  <a:lnTo>
                    <a:pt x="26" y="5671"/>
                  </a:lnTo>
                  <a:lnTo>
                    <a:pt x="77" y="5812"/>
                  </a:lnTo>
                  <a:lnTo>
                    <a:pt x="128" y="5939"/>
                  </a:lnTo>
                  <a:lnTo>
                    <a:pt x="205" y="6080"/>
                  </a:lnTo>
                  <a:lnTo>
                    <a:pt x="294" y="6220"/>
                  </a:lnTo>
                  <a:lnTo>
                    <a:pt x="397" y="6348"/>
                  </a:lnTo>
                  <a:lnTo>
                    <a:pt x="524" y="6476"/>
                  </a:lnTo>
                  <a:lnTo>
                    <a:pt x="665" y="6616"/>
                  </a:lnTo>
                  <a:lnTo>
                    <a:pt x="805" y="6744"/>
                  </a:lnTo>
                  <a:lnTo>
                    <a:pt x="971" y="6872"/>
                  </a:lnTo>
                  <a:lnTo>
                    <a:pt x="1163" y="6999"/>
                  </a:lnTo>
                  <a:lnTo>
                    <a:pt x="1354" y="7127"/>
                  </a:lnTo>
                  <a:lnTo>
                    <a:pt x="1559" y="7242"/>
                  </a:lnTo>
                  <a:lnTo>
                    <a:pt x="1789" y="7370"/>
                  </a:lnTo>
                  <a:lnTo>
                    <a:pt x="2031" y="7497"/>
                  </a:lnTo>
                  <a:lnTo>
                    <a:pt x="2542" y="7727"/>
                  </a:lnTo>
                  <a:lnTo>
                    <a:pt x="3117" y="7957"/>
                  </a:lnTo>
                  <a:lnTo>
                    <a:pt x="3730" y="8187"/>
                  </a:lnTo>
                  <a:lnTo>
                    <a:pt x="4407" y="8404"/>
                  </a:lnTo>
                  <a:lnTo>
                    <a:pt x="5122" y="8621"/>
                  </a:lnTo>
                  <a:lnTo>
                    <a:pt x="5888" y="8826"/>
                  </a:lnTo>
                  <a:lnTo>
                    <a:pt x="6706" y="9017"/>
                  </a:lnTo>
                  <a:lnTo>
                    <a:pt x="7561" y="9209"/>
                  </a:lnTo>
                  <a:lnTo>
                    <a:pt x="8455" y="9388"/>
                  </a:lnTo>
                  <a:lnTo>
                    <a:pt x="9388" y="9554"/>
                  </a:lnTo>
                  <a:lnTo>
                    <a:pt x="10358" y="9720"/>
                  </a:lnTo>
                  <a:lnTo>
                    <a:pt x="11380" y="9860"/>
                  </a:lnTo>
                  <a:lnTo>
                    <a:pt x="12427" y="10001"/>
                  </a:lnTo>
                  <a:lnTo>
                    <a:pt x="13500" y="10141"/>
                  </a:lnTo>
                  <a:lnTo>
                    <a:pt x="14611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37"/>
                  </a:lnTo>
                  <a:lnTo>
                    <a:pt x="19362" y="10614"/>
                  </a:lnTo>
                  <a:lnTo>
                    <a:pt x="20601" y="10678"/>
                  </a:lnTo>
                  <a:lnTo>
                    <a:pt x="21878" y="10729"/>
                  </a:lnTo>
                  <a:lnTo>
                    <a:pt x="23168" y="10754"/>
                  </a:lnTo>
                  <a:lnTo>
                    <a:pt x="24483" y="10780"/>
                  </a:lnTo>
                  <a:lnTo>
                    <a:pt x="27139" y="10780"/>
                  </a:lnTo>
                  <a:lnTo>
                    <a:pt x="28442" y="10754"/>
                  </a:lnTo>
                  <a:lnTo>
                    <a:pt x="29732" y="10729"/>
                  </a:lnTo>
                  <a:lnTo>
                    <a:pt x="31009" y="10678"/>
                  </a:lnTo>
                  <a:lnTo>
                    <a:pt x="32261" y="10614"/>
                  </a:lnTo>
                  <a:lnTo>
                    <a:pt x="33474" y="10537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9" y="10256"/>
                  </a:lnTo>
                  <a:lnTo>
                    <a:pt x="38110" y="10141"/>
                  </a:lnTo>
                  <a:lnTo>
                    <a:pt x="39183" y="10001"/>
                  </a:lnTo>
                  <a:lnTo>
                    <a:pt x="40230" y="9860"/>
                  </a:lnTo>
                  <a:lnTo>
                    <a:pt x="41252" y="9720"/>
                  </a:lnTo>
                  <a:lnTo>
                    <a:pt x="42222" y="9554"/>
                  </a:lnTo>
                  <a:lnTo>
                    <a:pt x="43154" y="9388"/>
                  </a:lnTo>
                  <a:lnTo>
                    <a:pt x="44048" y="9209"/>
                  </a:lnTo>
                  <a:lnTo>
                    <a:pt x="44904" y="9017"/>
                  </a:lnTo>
                  <a:lnTo>
                    <a:pt x="45722" y="8826"/>
                  </a:lnTo>
                  <a:lnTo>
                    <a:pt x="46488" y="8621"/>
                  </a:lnTo>
                  <a:lnTo>
                    <a:pt x="47203" y="8404"/>
                  </a:lnTo>
                  <a:lnTo>
                    <a:pt x="47880" y="8187"/>
                  </a:lnTo>
                  <a:lnTo>
                    <a:pt x="48493" y="7957"/>
                  </a:lnTo>
                  <a:lnTo>
                    <a:pt x="49068" y="7727"/>
                  </a:lnTo>
                  <a:lnTo>
                    <a:pt x="49578" y="7497"/>
                  </a:lnTo>
                  <a:lnTo>
                    <a:pt x="49821" y="7370"/>
                  </a:lnTo>
                  <a:lnTo>
                    <a:pt x="50051" y="7242"/>
                  </a:lnTo>
                  <a:lnTo>
                    <a:pt x="50255" y="7127"/>
                  </a:lnTo>
                  <a:lnTo>
                    <a:pt x="50447" y="6999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8" y="6616"/>
                  </a:lnTo>
                  <a:lnTo>
                    <a:pt x="51085" y="6476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5" y="6080"/>
                  </a:lnTo>
                  <a:lnTo>
                    <a:pt x="51481" y="5939"/>
                  </a:lnTo>
                  <a:lnTo>
                    <a:pt x="51532" y="5812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09" y="5390"/>
                  </a:lnTo>
                  <a:lnTo>
                    <a:pt x="51609" y="1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3807921" y="3778065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24483" y="0"/>
                  </a:moveTo>
                  <a:lnTo>
                    <a:pt x="23168" y="26"/>
                  </a:lnTo>
                  <a:lnTo>
                    <a:pt x="21878" y="64"/>
                  </a:lnTo>
                  <a:lnTo>
                    <a:pt x="20601" y="102"/>
                  </a:lnTo>
                  <a:lnTo>
                    <a:pt x="19362" y="166"/>
                  </a:lnTo>
                  <a:lnTo>
                    <a:pt x="18136" y="243"/>
                  </a:lnTo>
                  <a:lnTo>
                    <a:pt x="16935" y="320"/>
                  </a:lnTo>
                  <a:lnTo>
                    <a:pt x="15760" y="422"/>
                  </a:lnTo>
                  <a:lnTo>
                    <a:pt x="14611" y="524"/>
                  </a:lnTo>
                  <a:lnTo>
                    <a:pt x="13500" y="652"/>
                  </a:lnTo>
                  <a:lnTo>
                    <a:pt x="12427" y="779"/>
                  </a:lnTo>
                  <a:lnTo>
                    <a:pt x="11380" y="920"/>
                  </a:lnTo>
                  <a:lnTo>
                    <a:pt x="10358" y="1073"/>
                  </a:lnTo>
                  <a:lnTo>
                    <a:pt x="9388" y="1226"/>
                  </a:lnTo>
                  <a:lnTo>
                    <a:pt x="8455" y="1392"/>
                  </a:lnTo>
                  <a:lnTo>
                    <a:pt x="7561" y="1571"/>
                  </a:lnTo>
                  <a:lnTo>
                    <a:pt x="6706" y="1763"/>
                  </a:lnTo>
                  <a:lnTo>
                    <a:pt x="5888" y="1954"/>
                  </a:lnTo>
                  <a:lnTo>
                    <a:pt x="5122" y="2159"/>
                  </a:lnTo>
                  <a:lnTo>
                    <a:pt x="4407" y="2376"/>
                  </a:lnTo>
                  <a:lnTo>
                    <a:pt x="3730" y="2593"/>
                  </a:lnTo>
                  <a:lnTo>
                    <a:pt x="3117" y="2823"/>
                  </a:lnTo>
                  <a:lnTo>
                    <a:pt x="2542" y="3053"/>
                  </a:lnTo>
                  <a:lnTo>
                    <a:pt x="2031" y="3295"/>
                  </a:lnTo>
                  <a:lnTo>
                    <a:pt x="1789" y="3410"/>
                  </a:lnTo>
                  <a:lnTo>
                    <a:pt x="1559" y="3538"/>
                  </a:lnTo>
                  <a:lnTo>
                    <a:pt x="1354" y="3666"/>
                  </a:lnTo>
                  <a:lnTo>
                    <a:pt x="1163" y="3781"/>
                  </a:lnTo>
                  <a:lnTo>
                    <a:pt x="971" y="3908"/>
                  </a:lnTo>
                  <a:lnTo>
                    <a:pt x="805" y="4036"/>
                  </a:lnTo>
                  <a:lnTo>
                    <a:pt x="665" y="4177"/>
                  </a:lnTo>
                  <a:lnTo>
                    <a:pt x="524" y="4304"/>
                  </a:lnTo>
                  <a:lnTo>
                    <a:pt x="397" y="4432"/>
                  </a:lnTo>
                  <a:lnTo>
                    <a:pt x="294" y="4572"/>
                  </a:lnTo>
                  <a:lnTo>
                    <a:pt x="205" y="4700"/>
                  </a:lnTo>
                  <a:lnTo>
                    <a:pt x="128" y="4841"/>
                  </a:lnTo>
                  <a:lnTo>
                    <a:pt x="77" y="4968"/>
                  </a:lnTo>
                  <a:lnTo>
                    <a:pt x="26" y="5109"/>
                  </a:lnTo>
                  <a:lnTo>
                    <a:pt x="1" y="5249"/>
                  </a:lnTo>
                  <a:lnTo>
                    <a:pt x="1" y="5390"/>
                  </a:lnTo>
                  <a:lnTo>
                    <a:pt x="1" y="5530"/>
                  </a:lnTo>
                  <a:lnTo>
                    <a:pt x="26" y="5671"/>
                  </a:lnTo>
                  <a:lnTo>
                    <a:pt x="77" y="5798"/>
                  </a:lnTo>
                  <a:lnTo>
                    <a:pt x="128" y="5939"/>
                  </a:lnTo>
                  <a:lnTo>
                    <a:pt x="205" y="6079"/>
                  </a:lnTo>
                  <a:lnTo>
                    <a:pt x="294" y="6207"/>
                  </a:lnTo>
                  <a:lnTo>
                    <a:pt x="397" y="6348"/>
                  </a:lnTo>
                  <a:lnTo>
                    <a:pt x="524" y="6475"/>
                  </a:lnTo>
                  <a:lnTo>
                    <a:pt x="665" y="6603"/>
                  </a:lnTo>
                  <a:lnTo>
                    <a:pt x="805" y="6744"/>
                  </a:lnTo>
                  <a:lnTo>
                    <a:pt x="971" y="6871"/>
                  </a:lnTo>
                  <a:lnTo>
                    <a:pt x="1163" y="6999"/>
                  </a:lnTo>
                  <a:lnTo>
                    <a:pt x="1354" y="7114"/>
                  </a:lnTo>
                  <a:lnTo>
                    <a:pt x="1559" y="7242"/>
                  </a:lnTo>
                  <a:lnTo>
                    <a:pt x="1789" y="7369"/>
                  </a:lnTo>
                  <a:lnTo>
                    <a:pt x="2031" y="7484"/>
                  </a:lnTo>
                  <a:lnTo>
                    <a:pt x="2542" y="7727"/>
                  </a:lnTo>
                  <a:lnTo>
                    <a:pt x="3117" y="7957"/>
                  </a:lnTo>
                  <a:lnTo>
                    <a:pt x="3730" y="8187"/>
                  </a:lnTo>
                  <a:lnTo>
                    <a:pt x="4407" y="8404"/>
                  </a:lnTo>
                  <a:lnTo>
                    <a:pt x="5122" y="8621"/>
                  </a:lnTo>
                  <a:lnTo>
                    <a:pt x="5888" y="8825"/>
                  </a:lnTo>
                  <a:lnTo>
                    <a:pt x="6706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388" y="9553"/>
                  </a:lnTo>
                  <a:lnTo>
                    <a:pt x="10358" y="9706"/>
                  </a:lnTo>
                  <a:lnTo>
                    <a:pt x="11380" y="9860"/>
                  </a:lnTo>
                  <a:lnTo>
                    <a:pt x="12427" y="10000"/>
                  </a:lnTo>
                  <a:lnTo>
                    <a:pt x="13500" y="10128"/>
                  </a:lnTo>
                  <a:lnTo>
                    <a:pt x="14611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37"/>
                  </a:lnTo>
                  <a:lnTo>
                    <a:pt x="19362" y="10613"/>
                  </a:lnTo>
                  <a:lnTo>
                    <a:pt x="20601" y="10677"/>
                  </a:lnTo>
                  <a:lnTo>
                    <a:pt x="21878" y="10715"/>
                  </a:lnTo>
                  <a:lnTo>
                    <a:pt x="23168" y="10754"/>
                  </a:lnTo>
                  <a:lnTo>
                    <a:pt x="24483" y="10779"/>
                  </a:lnTo>
                  <a:lnTo>
                    <a:pt x="27139" y="10779"/>
                  </a:lnTo>
                  <a:lnTo>
                    <a:pt x="28442" y="10754"/>
                  </a:lnTo>
                  <a:lnTo>
                    <a:pt x="29732" y="10715"/>
                  </a:lnTo>
                  <a:lnTo>
                    <a:pt x="31009" y="10677"/>
                  </a:lnTo>
                  <a:lnTo>
                    <a:pt x="32261" y="10613"/>
                  </a:lnTo>
                  <a:lnTo>
                    <a:pt x="33474" y="10537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9" y="10256"/>
                  </a:lnTo>
                  <a:lnTo>
                    <a:pt x="38110" y="10128"/>
                  </a:lnTo>
                  <a:lnTo>
                    <a:pt x="39183" y="10000"/>
                  </a:lnTo>
                  <a:lnTo>
                    <a:pt x="40230" y="9860"/>
                  </a:lnTo>
                  <a:lnTo>
                    <a:pt x="41252" y="9706"/>
                  </a:lnTo>
                  <a:lnTo>
                    <a:pt x="42222" y="9553"/>
                  </a:lnTo>
                  <a:lnTo>
                    <a:pt x="43154" y="9387"/>
                  </a:lnTo>
                  <a:lnTo>
                    <a:pt x="44048" y="9208"/>
                  </a:lnTo>
                  <a:lnTo>
                    <a:pt x="44904" y="9017"/>
                  </a:lnTo>
                  <a:lnTo>
                    <a:pt x="45722" y="8825"/>
                  </a:lnTo>
                  <a:lnTo>
                    <a:pt x="46488" y="8621"/>
                  </a:lnTo>
                  <a:lnTo>
                    <a:pt x="47203" y="8404"/>
                  </a:lnTo>
                  <a:lnTo>
                    <a:pt x="47880" y="8187"/>
                  </a:lnTo>
                  <a:lnTo>
                    <a:pt x="48493" y="7957"/>
                  </a:lnTo>
                  <a:lnTo>
                    <a:pt x="49068" y="7727"/>
                  </a:lnTo>
                  <a:lnTo>
                    <a:pt x="49578" y="7484"/>
                  </a:lnTo>
                  <a:lnTo>
                    <a:pt x="49821" y="7369"/>
                  </a:lnTo>
                  <a:lnTo>
                    <a:pt x="50051" y="7242"/>
                  </a:lnTo>
                  <a:lnTo>
                    <a:pt x="50255" y="7114"/>
                  </a:lnTo>
                  <a:lnTo>
                    <a:pt x="50447" y="6999"/>
                  </a:lnTo>
                  <a:lnTo>
                    <a:pt x="50638" y="6871"/>
                  </a:lnTo>
                  <a:lnTo>
                    <a:pt x="50804" y="6744"/>
                  </a:lnTo>
                  <a:lnTo>
                    <a:pt x="50958" y="6603"/>
                  </a:lnTo>
                  <a:lnTo>
                    <a:pt x="51085" y="6475"/>
                  </a:lnTo>
                  <a:lnTo>
                    <a:pt x="51213" y="6348"/>
                  </a:lnTo>
                  <a:lnTo>
                    <a:pt x="51315" y="6207"/>
                  </a:lnTo>
                  <a:lnTo>
                    <a:pt x="51405" y="6079"/>
                  </a:lnTo>
                  <a:lnTo>
                    <a:pt x="51481" y="5939"/>
                  </a:lnTo>
                  <a:lnTo>
                    <a:pt x="51532" y="5798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09" y="5390"/>
                  </a:lnTo>
                  <a:lnTo>
                    <a:pt x="51609" y="5249"/>
                  </a:lnTo>
                  <a:lnTo>
                    <a:pt x="51583" y="5109"/>
                  </a:lnTo>
                  <a:lnTo>
                    <a:pt x="51532" y="4968"/>
                  </a:lnTo>
                  <a:lnTo>
                    <a:pt x="51481" y="4841"/>
                  </a:lnTo>
                  <a:lnTo>
                    <a:pt x="51405" y="4700"/>
                  </a:lnTo>
                  <a:lnTo>
                    <a:pt x="51315" y="4572"/>
                  </a:lnTo>
                  <a:lnTo>
                    <a:pt x="51213" y="4432"/>
                  </a:lnTo>
                  <a:lnTo>
                    <a:pt x="51085" y="4304"/>
                  </a:lnTo>
                  <a:lnTo>
                    <a:pt x="50958" y="4177"/>
                  </a:lnTo>
                  <a:lnTo>
                    <a:pt x="50804" y="4036"/>
                  </a:lnTo>
                  <a:lnTo>
                    <a:pt x="50638" y="3908"/>
                  </a:lnTo>
                  <a:lnTo>
                    <a:pt x="50447" y="3781"/>
                  </a:lnTo>
                  <a:lnTo>
                    <a:pt x="50255" y="3666"/>
                  </a:lnTo>
                  <a:lnTo>
                    <a:pt x="50051" y="3538"/>
                  </a:lnTo>
                  <a:lnTo>
                    <a:pt x="49821" y="3410"/>
                  </a:lnTo>
                  <a:lnTo>
                    <a:pt x="49578" y="3295"/>
                  </a:lnTo>
                  <a:lnTo>
                    <a:pt x="49068" y="3053"/>
                  </a:lnTo>
                  <a:lnTo>
                    <a:pt x="48493" y="2823"/>
                  </a:lnTo>
                  <a:lnTo>
                    <a:pt x="47880" y="2593"/>
                  </a:lnTo>
                  <a:lnTo>
                    <a:pt x="47203" y="2376"/>
                  </a:lnTo>
                  <a:lnTo>
                    <a:pt x="46488" y="2159"/>
                  </a:lnTo>
                  <a:lnTo>
                    <a:pt x="45722" y="1954"/>
                  </a:lnTo>
                  <a:lnTo>
                    <a:pt x="44904" y="1763"/>
                  </a:lnTo>
                  <a:lnTo>
                    <a:pt x="44048" y="1571"/>
                  </a:lnTo>
                  <a:lnTo>
                    <a:pt x="43154" y="1392"/>
                  </a:lnTo>
                  <a:lnTo>
                    <a:pt x="42222" y="1226"/>
                  </a:lnTo>
                  <a:lnTo>
                    <a:pt x="41252" y="1073"/>
                  </a:lnTo>
                  <a:lnTo>
                    <a:pt x="40230" y="920"/>
                  </a:lnTo>
                  <a:lnTo>
                    <a:pt x="39183" y="779"/>
                  </a:lnTo>
                  <a:lnTo>
                    <a:pt x="38110" y="652"/>
                  </a:lnTo>
                  <a:lnTo>
                    <a:pt x="36999" y="524"/>
                  </a:lnTo>
                  <a:lnTo>
                    <a:pt x="35849" y="422"/>
                  </a:lnTo>
                  <a:lnTo>
                    <a:pt x="34674" y="320"/>
                  </a:lnTo>
                  <a:lnTo>
                    <a:pt x="33474" y="243"/>
                  </a:lnTo>
                  <a:lnTo>
                    <a:pt x="32261" y="166"/>
                  </a:lnTo>
                  <a:lnTo>
                    <a:pt x="31009" y="102"/>
                  </a:lnTo>
                  <a:lnTo>
                    <a:pt x="29732" y="64"/>
                  </a:lnTo>
                  <a:lnTo>
                    <a:pt x="28442" y="26"/>
                  </a:lnTo>
                  <a:lnTo>
                    <a:pt x="271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3876187" y="3792248"/>
              <a:ext cx="627554" cy="112326"/>
            </a:xfrm>
            <a:custGeom>
              <a:avLst/>
              <a:gdLst/>
              <a:ahLst/>
              <a:cxnLst/>
              <a:rect l="l" t="t" r="r" b="b"/>
              <a:pathLst>
                <a:path w="42388" h="7587" extrusionOk="0">
                  <a:moveTo>
                    <a:pt x="21200" y="0"/>
                  </a:moveTo>
                  <a:lnTo>
                    <a:pt x="20102" y="13"/>
                  </a:lnTo>
                  <a:lnTo>
                    <a:pt x="19029" y="26"/>
                  </a:lnTo>
                  <a:lnTo>
                    <a:pt x="17969" y="51"/>
                  </a:lnTo>
                  <a:lnTo>
                    <a:pt x="16922" y="77"/>
                  </a:lnTo>
                  <a:lnTo>
                    <a:pt x="15900" y="128"/>
                  </a:lnTo>
                  <a:lnTo>
                    <a:pt x="14891" y="179"/>
                  </a:lnTo>
                  <a:lnTo>
                    <a:pt x="13908" y="230"/>
                  </a:lnTo>
                  <a:lnTo>
                    <a:pt x="12950" y="307"/>
                  </a:lnTo>
                  <a:lnTo>
                    <a:pt x="12005" y="371"/>
                  </a:lnTo>
                  <a:lnTo>
                    <a:pt x="11085" y="460"/>
                  </a:lnTo>
                  <a:lnTo>
                    <a:pt x="10204" y="549"/>
                  </a:lnTo>
                  <a:lnTo>
                    <a:pt x="9349" y="651"/>
                  </a:lnTo>
                  <a:lnTo>
                    <a:pt x="8518" y="754"/>
                  </a:lnTo>
                  <a:lnTo>
                    <a:pt x="7714" y="869"/>
                  </a:lnTo>
                  <a:lnTo>
                    <a:pt x="6948" y="984"/>
                  </a:lnTo>
                  <a:lnTo>
                    <a:pt x="6207" y="1111"/>
                  </a:lnTo>
                  <a:lnTo>
                    <a:pt x="5504" y="1239"/>
                  </a:lnTo>
                  <a:lnTo>
                    <a:pt x="4840" y="1379"/>
                  </a:lnTo>
                  <a:lnTo>
                    <a:pt x="4215" y="1520"/>
                  </a:lnTo>
                  <a:lnTo>
                    <a:pt x="3614" y="1673"/>
                  </a:lnTo>
                  <a:lnTo>
                    <a:pt x="3065" y="1826"/>
                  </a:lnTo>
                  <a:lnTo>
                    <a:pt x="2554" y="1980"/>
                  </a:lnTo>
                  <a:lnTo>
                    <a:pt x="2095" y="2146"/>
                  </a:lnTo>
                  <a:lnTo>
                    <a:pt x="1660" y="2312"/>
                  </a:lnTo>
                  <a:lnTo>
                    <a:pt x="1290" y="2491"/>
                  </a:lnTo>
                  <a:lnTo>
                    <a:pt x="958" y="2669"/>
                  </a:lnTo>
                  <a:lnTo>
                    <a:pt x="664" y="2848"/>
                  </a:lnTo>
                  <a:lnTo>
                    <a:pt x="537" y="2938"/>
                  </a:lnTo>
                  <a:lnTo>
                    <a:pt x="434" y="3027"/>
                  </a:lnTo>
                  <a:lnTo>
                    <a:pt x="332" y="3116"/>
                  </a:lnTo>
                  <a:lnTo>
                    <a:pt x="243" y="3219"/>
                  </a:lnTo>
                  <a:lnTo>
                    <a:pt x="166" y="3308"/>
                  </a:lnTo>
                  <a:lnTo>
                    <a:pt x="102" y="3410"/>
                  </a:lnTo>
                  <a:lnTo>
                    <a:pt x="64" y="3499"/>
                  </a:lnTo>
                  <a:lnTo>
                    <a:pt x="26" y="3602"/>
                  </a:lnTo>
                  <a:lnTo>
                    <a:pt x="0" y="3691"/>
                  </a:lnTo>
                  <a:lnTo>
                    <a:pt x="0" y="3793"/>
                  </a:lnTo>
                  <a:lnTo>
                    <a:pt x="0" y="3895"/>
                  </a:lnTo>
                  <a:lnTo>
                    <a:pt x="26" y="3985"/>
                  </a:lnTo>
                  <a:lnTo>
                    <a:pt x="64" y="4087"/>
                  </a:lnTo>
                  <a:lnTo>
                    <a:pt x="102" y="4176"/>
                  </a:lnTo>
                  <a:lnTo>
                    <a:pt x="166" y="4279"/>
                  </a:lnTo>
                  <a:lnTo>
                    <a:pt x="243" y="4368"/>
                  </a:lnTo>
                  <a:lnTo>
                    <a:pt x="332" y="4457"/>
                  </a:lnTo>
                  <a:lnTo>
                    <a:pt x="434" y="4559"/>
                  </a:lnTo>
                  <a:lnTo>
                    <a:pt x="537" y="4649"/>
                  </a:lnTo>
                  <a:lnTo>
                    <a:pt x="664" y="4738"/>
                  </a:lnTo>
                  <a:lnTo>
                    <a:pt x="958" y="4917"/>
                  </a:lnTo>
                  <a:lnTo>
                    <a:pt x="1290" y="5096"/>
                  </a:lnTo>
                  <a:lnTo>
                    <a:pt x="1660" y="5262"/>
                  </a:lnTo>
                  <a:lnTo>
                    <a:pt x="2095" y="5441"/>
                  </a:lnTo>
                  <a:lnTo>
                    <a:pt x="2554" y="5594"/>
                  </a:lnTo>
                  <a:lnTo>
                    <a:pt x="3065" y="5760"/>
                  </a:lnTo>
                  <a:lnTo>
                    <a:pt x="3614" y="5913"/>
                  </a:lnTo>
                  <a:lnTo>
                    <a:pt x="4215" y="6066"/>
                  </a:lnTo>
                  <a:lnTo>
                    <a:pt x="4840" y="6207"/>
                  </a:lnTo>
                  <a:lnTo>
                    <a:pt x="5504" y="6335"/>
                  </a:lnTo>
                  <a:lnTo>
                    <a:pt x="6207" y="6475"/>
                  </a:lnTo>
                  <a:lnTo>
                    <a:pt x="6948" y="6603"/>
                  </a:lnTo>
                  <a:lnTo>
                    <a:pt x="7714" y="6718"/>
                  </a:lnTo>
                  <a:lnTo>
                    <a:pt x="8518" y="6833"/>
                  </a:lnTo>
                  <a:lnTo>
                    <a:pt x="9349" y="6935"/>
                  </a:lnTo>
                  <a:lnTo>
                    <a:pt x="10204" y="7037"/>
                  </a:lnTo>
                  <a:lnTo>
                    <a:pt x="11085" y="7126"/>
                  </a:lnTo>
                  <a:lnTo>
                    <a:pt x="12005" y="7203"/>
                  </a:lnTo>
                  <a:lnTo>
                    <a:pt x="12950" y="7280"/>
                  </a:lnTo>
                  <a:lnTo>
                    <a:pt x="13908" y="7356"/>
                  </a:lnTo>
                  <a:lnTo>
                    <a:pt x="14891" y="7407"/>
                  </a:lnTo>
                  <a:lnTo>
                    <a:pt x="15900" y="7459"/>
                  </a:lnTo>
                  <a:lnTo>
                    <a:pt x="16922" y="7510"/>
                  </a:lnTo>
                  <a:lnTo>
                    <a:pt x="17969" y="7535"/>
                  </a:lnTo>
                  <a:lnTo>
                    <a:pt x="19029" y="7561"/>
                  </a:lnTo>
                  <a:lnTo>
                    <a:pt x="20102" y="7573"/>
                  </a:lnTo>
                  <a:lnTo>
                    <a:pt x="21200" y="7586"/>
                  </a:lnTo>
                  <a:lnTo>
                    <a:pt x="22286" y="7573"/>
                  </a:lnTo>
                  <a:lnTo>
                    <a:pt x="23359" y="7561"/>
                  </a:lnTo>
                  <a:lnTo>
                    <a:pt x="24419" y="7535"/>
                  </a:lnTo>
                  <a:lnTo>
                    <a:pt x="25466" y="7510"/>
                  </a:lnTo>
                  <a:lnTo>
                    <a:pt x="26488" y="7459"/>
                  </a:lnTo>
                  <a:lnTo>
                    <a:pt x="27496" y="7407"/>
                  </a:lnTo>
                  <a:lnTo>
                    <a:pt x="28480" y="7356"/>
                  </a:lnTo>
                  <a:lnTo>
                    <a:pt x="29450" y="7280"/>
                  </a:lnTo>
                  <a:lnTo>
                    <a:pt x="30383" y="7203"/>
                  </a:lnTo>
                  <a:lnTo>
                    <a:pt x="31302" y="7126"/>
                  </a:lnTo>
                  <a:lnTo>
                    <a:pt x="32183" y="7037"/>
                  </a:lnTo>
                  <a:lnTo>
                    <a:pt x="33039" y="6935"/>
                  </a:lnTo>
                  <a:lnTo>
                    <a:pt x="33869" y="6833"/>
                  </a:lnTo>
                  <a:lnTo>
                    <a:pt x="34674" y="6718"/>
                  </a:lnTo>
                  <a:lnTo>
                    <a:pt x="35440" y="6603"/>
                  </a:lnTo>
                  <a:lnTo>
                    <a:pt x="36181" y="6475"/>
                  </a:lnTo>
                  <a:lnTo>
                    <a:pt x="36883" y="6335"/>
                  </a:lnTo>
                  <a:lnTo>
                    <a:pt x="37547" y="6207"/>
                  </a:lnTo>
                  <a:lnTo>
                    <a:pt x="38173" y="6066"/>
                  </a:lnTo>
                  <a:lnTo>
                    <a:pt x="38773" y="5913"/>
                  </a:lnTo>
                  <a:lnTo>
                    <a:pt x="39323" y="5760"/>
                  </a:lnTo>
                  <a:lnTo>
                    <a:pt x="39833" y="5594"/>
                  </a:lnTo>
                  <a:lnTo>
                    <a:pt x="40293" y="5441"/>
                  </a:lnTo>
                  <a:lnTo>
                    <a:pt x="40727" y="5262"/>
                  </a:lnTo>
                  <a:lnTo>
                    <a:pt x="41098" y="5096"/>
                  </a:lnTo>
                  <a:lnTo>
                    <a:pt x="41443" y="4917"/>
                  </a:lnTo>
                  <a:lnTo>
                    <a:pt x="41724" y="4738"/>
                  </a:lnTo>
                  <a:lnTo>
                    <a:pt x="41851" y="4649"/>
                  </a:lnTo>
                  <a:lnTo>
                    <a:pt x="41953" y="4559"/>
                  </a:lnTo>
                  <a:lnTo>
                    <a:pt x="42056" y="4457"/>
                  </a:lnTo>
                  <a:lnTo>
                    <a:pt x="42145" y="4368"/>
                  </a:lnTo>
                  <a:lnTo>
                    <a:pt x="42222" y="4279"/>
                  </a:lnTo>
                  <a:lnTo>
                    <a:pt x="42285" y="4176"/>
                  </a:lnTo>
                  <a:lnTo>
                    <a:pt x="42324" y="4087"/>
                  </a:lnTo>
                  <a:lnTo>
                    <a:pt x="42362" y="3985"/>
                  </a:lnTo>
                  <a:lnTo>
                    <a:pt x="42388" y="3895"/>
                  </a:lnTo>
                  <a:lnTo>
                    <a:pt x="42388" y="3793"/>
                  </a:lnTo>
                  <a:lnTo>
                    <a:pt x="42388" y="3691"/>
                  </a:lnTo>
                  <a:lnTo>
                    <a:pt x="42362" y="3602"/>
                  </a:lnTo>
                  <a:lnTo>
                    <a:pt x="42324" y="3499"/>
                  </a:lnTo>
                  <a:lnTo>
                    <a:pt x="42285" y="3410"/>
                  </a:lnTo>
                  <a:lnTo>
                    <a:pt x="42222" y="3308"/>
                  </a:lnTo>
                  <a:lnTo>
                    <a:pt x="42145" y="3219"/>
                  </a:lnTo>
                  <a:lnTo>
                    <a:pt x="42056" y="3116"/>
                  </a:lnTo>
                  <a:lnTo>
                    <a:pt x="41953" y="3027"/>
                  </a:lnTo>
                  <a:lnTo>
                    <a:pt x="41851" y="2938"/>
                  </a:lnTo>
                  <a:lnTo>
                    <a:pt x="41724" y="2848"/>
                  </a:lnTo>
                  <a:lnTo>
                    <a:pt x="41443" y="2669"/>
                  </a:lnTo>
                  <a:lnTo>
                    <a:pt x="41098" y="2491"/>
                  </a:lnTo>
                  <a:lnTo>
                    <a:pt x="40727" y="2312"/>
                  </a:lnTo>
                  <a:lnTo>
                    <a:pt x="40293" y="2146"/>
                  </a:lnTo>
                  <a:lnTo>
                    <a:pt x="39833" y="1980"/>
                  </a:lnTo>
                  <a:lnTo>
                    <a:pt x="39323" y="1826"/>
                  </a:lnTo>
                  <a:lnTo>
                    <a:pt x="38773" y="1673"/>
                  </a:lnTo>
                  <a:lnTo>
                    <a:pt x="38173" y="1520"/>
                  </a:lnTo>
                  <a:lnTo>
                    <a:pt x="37547" y="1379"/>
                  </a:lnTo>
                  <a:lnTo>
                    <a:pt x="36883" y="1239"/>
                  </a:lnTo>
                  <a:lnTo>
                    <a:pt x="36181" y="1111"/>
                  </a:lnTo>
                  <a:lnTo>
                    <a:pt x="35440" y="984"/>
                  </a:lnTo>
                  <a:lnTo>
                    <a:pt x="34674" y="869"/>
                  </a:lnTo>
                  <a:lnTo>
                    <a:pt x="33869" y="754"/>
                  </a:lnTo>
                  <a:lnTo>
                    <a:pt x="33039" y="651"/>
                  </a:lnTo>
                  <a:lnTo>
                    <a:pt x="32183" y="549"/>
                  </a:lnTo>
                  <a:lnTo>
                    <a:pt x="31302" y="460"/>
                  </a:lnTo>
                  <a:lnTo>
                    <a:pt x="30383" y="371"/>
                  </a:lnTo>
                  <a:lnTo>
                    <a:pt x="29450" y="307"/>
                  </a:lnTo>
                  <a:lnTo>
                    <a:pt x="28480" y="230"/>
                  </a:lnTo>
                  <a:lnTo>
                    <a:pt x="27496" y="179"/>
                  </a:lnTo>
                  <a:lnTo>
                    <a:pt x="26488" y="128"/>
                  </a:lnTo>
                  <a:lnTo>
                    <a:pt x="25466" y="77"/>
                  </a:lnTo>
                  <a:lnTo>
                    <a:pt x="24419" y="51"/>
                  </a:lnTo>
                  <a:lnTo>
                    <a:pt x="23359" y="26"/>
                  </a:lnTo>
                  <a:lnTo>
                    <a:pt x="22286" y="13"/>
                  </a:lnTo>
                  <a:lnTo>
                    <a:pt x="21200" y="0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3885440" y="3792248"/>
              <a:ext cx="609033" cy="83397"/>
            </a:xfrm>
            <a:custGeom>
              <a:avLst/>
              <a:gdLst/>
              <a:ahLst/>
              <a:cxnLst/>
              <a:rect l="l" t="t" r="r" b="b"/>
              <a:pathLst>
                <a:path w="41137" h="5633" extrusionOk="0">
                  <a:moveTo>
                    <a:pt x="19949" y="0"/>
                  </a:moveTo>
                  <a:lnTo>
                    <a:pt x="18238" y="13"/>
                  </a:lnTo>
                  <a:lnTo>
                    <a:pt x="16565" y="51"/>
                  </a:lnTo>
                  <a:lnTo>
                    <a:pt x="14943" y="115"/>
                  </a:lnTo>
                  <a:lnTo>
                    <a:pt x="13360" y="192"/>
                  </a:lnTo>
                  <a:lnTo>
                    <a:pt x="11840" y="294"/>
                  </a:lnTo>
                  <a:lnTo>
                    <a:pt x="10371" y="409"/>
                  </a:lnTo>
                  <a:lnTo>
                    <a:pt x="8966" y="549"/>
                  </a:lnTo>
                  <a:lnTo>
                    <a:pt x="7625" y="703"/>
                  </a:lnTo>
                  <a:lnTo>
                    <a:pt x="6361" y="881"/>
                  </a:lnTo>
                  <a:lnTo>
                    <a:pt x="5173" y="1073"/>
                  </a:lnTo>
                  <a:lnTo>
                    <a:pt x="4075" y="1277"/>
                  </a:lnTo>
                  <a:lnTo>
                    <a:pt x="3551" y="1392"/>
                  </a:lnTo>
                  <a:lnTo>
                    <a:pt x="3066" y="1507"/>
                  </a:lnTo>
                  <a:lnTo>
                    <a:pt x="2593" y="1622"/>
                  </a:lnTo>
                  <a:lnTo>
                    <a:pt x="2134" y="1737"/>
                  </a:lnTo>
                  <a:lnTo>
                    <a:pt x="1712" y="1865"/>
                  </a:lnTo>
                  <a:lnTo>
                    <a:pt x="1316" y="1980"/>
                  </a:lnTo>
                  <a:lnTo>
                    <a:pt x="946" y="2107"/>
                  </a:lnTo>
                  <a:lnTo>
                    <a:pt x="601" y="2248"/>
                  </a:lnTo>
                  <a:lnTo>
                    <a:pt x="282" y="2376"/>
                  </a:lnTo>
                  <a:lnTo>
                    <a:pt x="1" y="2516"/>
                  </a:lnTo>
                  <a:lnTo>
                    <a:pt x="716" y="2299"/>
                  </a:lnTo>
                  <a:lnTo>
                    <a:pt x="1508" y="2095"/>
                  </a:lnTo>
                  <a:lnTo>
                    <a:pt x="2364" y="1903"/>
                  </a:lnTo>
                  <a:lnTo>
                    <a:pt x="3296" y="1712"/>
                  </a:lnTo>
                  <a:lnTo>
                    <a:pt x="4292" y="1545"/>
                  </a:lnTo>
                  <a:lnTo>
                    <a:pt x="5352" y="1379"/>
                  </a:lnTo>
                  <a:lnTo>
                    <a:pt x="6463" y="1239"/>
                  </a:lnTo>
                  <a:lnTo>
                    <a:pt x="7625" y="1098"/>
                  </a:lnTo>
                  <a:lnTo>
                    <a:pt x="8851" y="984"/>
                  </a:lnTo>
                  <a:lnTo>
                    <a:pt x="10116" y="869"/>
                  </a:lnTo>
                  <a:lnTo>
                    <a:pt x="11431" y="779"/>
                  </a:lnTo>
                  <a:lnTo>
                    <a:pt x="12772" y="703"/>
                  </a:lnTo>
                  <a:lnTo>
                    <a:pt x="14164" y="639"/>
                  </a:lnTo>
                  <a:lnTo>
                    <a:pt x="15595" y="600"/>
                  </a:lnTo>
                  <a:lnTo>
                    <a:pt x="17050" y="575"/>
                  </a:lnTo>
                  <a:lnTo>
                    <a:pt x="18532" y="562"/>
                  </a:lnTo>
                  <a:lnTo>
                    <a:pt x="19617" y="562"/>
                  </a:lnTo>
                  <a:lnTo>
                    <a:pt x="20690" y="575"/>
                  </a:lnTo>
                  <a:lnTo>
                    <a:pt x="21750" y="600"/>
                  </a:lnTo>
                  <a:lnTo>
                    <a:pt x="22797" y="639"/>
                  </a:lnTo>
                  <a:lnTo>
                    <a:pt x="23819" y="677"/>
                  </a:lnTo>
                  <a:lnTo>
                    <a:pt x="24828" y="728"/>
                  </a:lnTo>
                  <a:lnTo>
                    <a:pt x="25811" y="792"/>
                  </a:lnTo>
                  <a:lnTo>
                    <a:pt x="26782" y="856"/>
                  </a:lnTo>
                  <a:lnTo>
                    <a:pt x="27714" y="932"/>
                  </a:lnTo>
                  <a:lnTo>
                    <a:pt x="28634" y="1022"/>
                  </a:lnTo>
                  <a:lnTo>
                    <a:pt x="29515" y="1111"/>
                  </a:lnTo>
                  <a:lnTo>
                    <a:pt x="30371" y="1213"/>
                  </a:lnTo>
                  <a:lnTo>
                    <a:pt x="31214" y="1316"/>
                  </a:lnTo>
                  <a:lnTo>
                    <a:pt x="32005" y="1431"/>
                  </a:lnTo>
                  <a:lnTo>
                    <a:pt x="32772" y="1545"/>
                  </a:lnTo>
                  <a:lnTo>
                    <a:pt x="33512" y="1673"/>
                  </a:lnTo>
                  <a:lnTo>
                    <a:pt x="34215" y="1801"/>
                  </a:lnTo>
                  <a:lnTo>
                    <a:pt x="34879" y="1941"/>
                  </a:lnTo>
                  <a:lnTo>
                    <a:pt x="35505" y="2082"/>
                  </a:lnTo>
                  <a:lnTo>
                    <a:pt x="36105" y="2235"/>
                  </a:lnTo>
                  <a:lnTo>
                    <a:pt x="36654" y="2388"/>
                  </a:lnTo>
                  <a:lnTo>
                    <a:pt x="37165" y="2542"/>
                  </a:lnTo>
                  <a:lnTo>
                    <a:pt x="37638" y="2708"/>
                  </a:lnTo>
                  <a:lnTo>
                    <a:pt x="38059" y="2874"/>
                  </a:lnTo>
                  <a:lnTo>
                    <a:pt x="38429" y="3052"/>
                  </a:lnTo>
                  <a:lnTo>
                    <a:pt x="38774" y="3219"/>
                  </a:lnTo>
                  <a:lnTo>
                    <a:pt x="39055" y="3410"/>
                  </a:lnTo>
                  <a:lnTo>
                    <a:pt x="39183" y="3499"/>
                  </a:lnTo>
                  <a:lnTo>
                    <a:pt x="39285" y="3589"/>
                  </a:lnTo>
                  <a:lnTo>
                    <a:pt x="39387" y="3678"/>
                  </a:lnTo>
                  <a:lnTo>
                    <a:pt x="39477" y="3780"/>
                  </a:lnTo>
                  <a:lnTo>
                    <a:pt x="39553" y="3870"/>
                  </a:lnTo>
                  <a:lnTo>
                    <a:pt x="39617" y="3959"/>
                  </a:lnTo>
                  <a:lnTo>
                    <a:pt x="39655" y="4061"/>
                  </a:lnTo>
                  <a:lnTo>
                    <a:pt x="39694" y="4151"/>
                  </a:lnTo>
                  <a:lnTo>
                    <a:pt x="39719" y="4253"/>
                  </a:lnTo>
                  <a:lnTo>
                    <a:pt x="39719" y="4355"/>
                  </a:lnTo>
                  <a:lnTo>
                    <a:pt x="39719" y="4432"/>
                  </a:lnTo>
                  <a:lnTo>
                    <a:pt x="39706" y="4521"/>
                  </a:lnTo>
                  <a:lnTo>
                    <a:pt x="39681" y="4598"/>
                  </a:lnTo>
                  <a:lnTo>
                    <a:pt x="39643" y="4687"/>
                  </a:lnTo>
                  <a:lnTo>
                    <a:pt x="39592" y="4764"/>
                  </a:lnTo>
                  <a:lnTo>
                    <a:pt x="39540" y="4853"/>
                  </a:lnTo>
                  <a:lnTo>
                    <a:pt x="39400" y="5006"/>
                  </a:lnTo>
                  <a:lnTo>
                    <a:pt x="39221" y="5173"/>
                  </a:lnTo>
                  <a:lnTo>
                    <a:pt x="39017" y="5326"/>
                  </a:lnTo>
                  <a:lnTo>
                    <a:pt x="38761" y="5479"/>
                  </a:lnTo>
                  <a:lnTo>
                    <a:pt x="38480" y="5632"/>
                  </a:lnTo>
                  <a:lnTo>
                    <a:pt x="39081" y="5428"/>
                  </a:lnTo>
                  <a:lnTo>
                    <a:pt x="39349" y="5313"/>
                  </a:lnTo>
                  <a:lnTo>
                    <a:pt x="39604" y="5211"/>
                  </a:lnTo>
                  <a:lnTo>
                    <a:pt x="39847" y="5096"/>
                  </a:lnTo>
                  <a:lnTo>
                    <a:pt x="40064" y="4981"/>
                  </a:lnTo>
                  <a:lnTo>
                    <a:pt x="40268" y="4879"/>
                  </a:lnTo>
                  <a:lnTo>
                    <a:pt x="40447" y="4764"/>
                  </a:lnTo>
                  <a:lnTo>
                    <a:pt x="40600" y="4636"/>
                  </a:lnTo>
                  <a:lnTo>
                    <a:pt x="40741" y="4521"/>
                  </a:lnTo>
                  <a:lnTo>
                    <a:pt x="40869" y="4406"/>
                  </a:lnTo>
                  <a:lnTo>
                    <a:pt x="40971" y="4291"/>
                  </a:lnTo>
                  <a:lnTo>
                    <a:pt x="41047" y="4164"/>
                  </a:lnTo>
                  <a:lnTo>
                    <a:pt x="41099" y="4036"/>
                  </a:lnTo>
                  <a:lnTo>
                    <a:pt x="41137" y="3921"/>
                  </a:lnTo>
                  <a:lnTo>
                    <a:pt x="41137" y="3793"/>
                  </a:lnTo>
                  <a:lnTo>
                    <a:pt x="41137" y="3691"/>
                  </a:lnTo>
                  <a:lnTo>
                    <a:pt x="41111" y="3602"/>
                  </a:lnTo>
                  <a:lnTo>
                    <a:pt x="41086" y="3499"/>
                  </a:lnTo>
                  <a:lnTo>
                    <a:pt x="41035" y="3410"/>
                  </a:lnTo>
                  <a:lnTo>
                    <a:pt x="40971" y="3308"/>
                  </a:lnTo>
                  <a:lnTo>
                    <a:pt x="40894" y="3219"/>
                  </a:lnTo>
                  <a:lnTo>
                    <a:pt x="40818" y="3116"/>
                  </a:lnTo>
                  <a:lnTo>
                    <a:pt x="40715" y="3027"/>
                  </a:lnTo>
                  <a:lnTo>
                    <a:pt x="40600" y="2938"/>
                  </a:lnTo>
                  <a:lnTo>
                    <a:pt x="40473" y="2848"/>
                  </a:lnTo>
                  <a:lnTo>
                    <a:pt x="40192" y="2669"/>
                  </a:lnTo>
                  <a:lnTo>
                    <a:pt x="39860" y="2491"/>
                  </a:lnTo>
                  <a:lnTo>
                    <a:pt x="39477" y="2312"/>
                  </a:lnTo>
                  <a:lnTo>
                    <a:pt x="39055" y="2146"/>
                  </a:lnTo>
                  <a:lnTo>
                    <a:pt x="38583" y="1980"/>
                  </a:lnTo>
                  <a:lnTo>
                    <a:pt x="38072" y="1826"/>
                  </a:lnTo>
                  <a:lnTo>
                    <a:pt x="37523" y="1673"/>
                  </a:lnTo>
                  <a:lnTo>
                    <a:pt x="36935" y="1520"/>
                  </a:lnTo>
                  <a:lnTo>
                    <a:pt x="36297" y="1379"/>
                  </a:lnTo>
                  <a:lnTo>
                    <a:pt x="35632" y="1239"/>
                  </a:lnTo>
                  <a:lnTo>
                    <a:pt x="34930" y="1111"/>
                  </a:lnTo>
                  <a:lnTo>
                    <a:pt x="34202" y="984"/>
                  </a:lnTo>
                  <a:lnTo>
                    <a:pt x="33423" y="869"/>
                  </a:lnTo>
                  <a:lnTo>
                    <a:pt x="32631" y="754"/>
                  </a:lnTo>
                  <a:lnTo>
                    <a:pt x="31801" y="651"/>
                  </a:lnTo>
                  <a:lnTo>
                    <a:pt x="30933" y="549"/>
                  </a:lnTo>
                  <a:lnTo>
                    <a:pt x="30051" y="460"/>
                  </a:lnTo>
                  <a:lnTo>
                    <a:pt x="29132" y="371"/>
                  </a:lnTo>
                  <a:lnTo>
                    <a:pt x="28200" y="307"/>
                  </a:lnTo>
                  <a:lnTo>
                    <a:pt x="27229" y="230"/>
                  </a:lnTo>
                  <a:lnTo>
                    <a:pt x="26246" y="179"/>
                  </a:lnTo>
                  <a:lnTo>
                    <a:pt x="25250" y="128"/>
                  </a:lnTo>
                  <a:lnTo>
                    <a:pt x="24215" y="77"/>
                  </a:lnTo>
                  <a:lnTo>
                    <a:pt x="23181" y="51"/>
                  </a:lnTo>
                  <a:lnTo>
                    <a:pt x="22121" y="26"/>
                  </a:lnTo>
                  <a:lnTo>
                    <a:pt x="21035" y="13"/>
                  </a:lnTo>
                  <a:lnTo>
                    <a:pt x="19949" y="0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4094191" y="3823250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0" y="1"/>
                  </a:moveTo>
                  <a:lnTo>
                    <a:pt x="0" y="384"/>
                  </a:lnTo>
                  <a:lnTo>
                    <a:pt x="3346" y="384"/>
                  </a:lnTo>
                  <a:lnTo>
                    <a:pt x="4253" y="409"/>
                  </a:lnTo>
                  <a:lnTo>
                    <a:pt x="5058" y="448"/>
                  </a:lnTo>
                  <a:lnTo>
                    <a:pt x="5747" y="511"/>
                  </a:lnTo>
                  <a:lnTo>
                    <a:pt x="6322" y="575"/>
                  </a:lnTo>
                  <a:lnTo>
                    <a:pt x="6565" y="626"/>
                  </a:lnTo>
                  <a:lnTo>
                    <a:pt x="6795" y="665"/>
                  </a:lnTo>
                  <a:lnTo>
                    <a:pt x="6973" y="716"/>
                  </a:lnTo>
                  <a:lnTo>
                    <a:pt x="7139" y="767"/>
                  </a:lnTo>
                  <a:lnTo>
                    <a:pt x="7267" y="831"/>
                  </a:lnTo>
                  <a:lnTo>
                    <a:pt x="7369" y="895"/>
                  </a:lnTo>
                  <a:lnTo>
                    <a:pt x="0" y="895"/>
                  </a:lnTo>
                  <a:lnTo>
                    <a:pt x="0" y="1188"/>
                  </a:lnTo>
                  <a:lnTo>
                    <a:pt x="7471" y="1188"/>
                  </a:lnTo>
                  <a:lnTo>
                    <a:pt x="7446" y="1227"/>
                  </a:lnTo>
                  <a:lnTo>
                    <a:pt x="7408" y="1252"/>
                  </a:lnTo>
                  <a:lnTo>
                    <a:pt x="7305" y="1329"/>
                  </a:lnTo>
                  <a:lnTo>
                    <a:pt x="7165" y="1393"/>
                  </a:lnTo>
                  <a:lnTo>
                    <a:pt x="6986" y="1457"/>
                  </a:lnTo>
                  <a:lnTo>
                    <a:pt x="6769" y="1520"/>
                  </a:lnTo>
                  <a:lnTo>
                    <a:pt x="6514" y="1572"/>
                  </a:lnTo>
                  <a:lnTo>
                    <a:pt x="6207" y="1623"/>
                  </a:lnTo>
                  <a:lnTo>
                    <a:pt x="5875" y="1674"/>
                  </a:lnTo>
                  <a:lnTo>
                    <a:pt x="5505" y="1712"/>
                  </a:lnTo>
                  <a:lnTo>
                    <a:pt x="5096" y="1750"/>
                  </a:lnTo>
                  <a:lnTo>
                    <a:pt x="4151" y="1801"/>
                  </a:lnTo>
                  <a:lnTo>
                    <a:pt x="3053" y="1840"/>
                  </a:lnTo>
                  <a:lnTo>
                    <a:pt x="1801" y="1852"/>
                  </a:lnTo>
                  <a:lnTo>
                    <a:pt x="0" y="1852"/>
                  </a:lnTo>
                  <a:lnTo>
                    <a:pt x="0" y="2210"/>
                  </a:lnTo>
                  <a:lnTo>
                    <a:pt x="2197" y="2644"/>
                  </a:lnTo>
                  <a:lnTo>
                    <a:pt x="4215" y="3053"/>
                  </a:lnTo>
                  <a:lnTo>
                    <a:pt x="6130" y="3449"/>
                  </a:lnTo>
                  <a:lnTo>
                    <a:pt x="8021" y="3858"/>
                  </a:lnTo>
                  <a:lnTo>
                    <a:pt x="11162" y="3858"/>
                  </a:lnTo>
                  <a:lnTo>
                    <a:pt x="9106" y="3411"/>
                  </a:lnTo>
                  <a:lnTo>
                    <a:pt x="7050" y="2976"/>
                  </a:lnTo>
                  <a:lnTo>
                    <a:pt x="5032" y="2555"/>
                  </a:lnTo>
                  <a:lnTo>
                    <a:pt x="3078" y="2185"/>
                  </a:lnTo>
                  <a:lnTo>
                    <a:pt x="3844" y="2172"/>
                  </a:lnTo>
                  <a:lnTo>
                    <a:pt x="4572" y="2159"/>
                  </a:lnTo>
                  <a:lnTo>
                    <a:pt x="5275" y="2133"/>
                  </a:lnTo>
                  <a:lnTo>
                    <a:pt x="5926" y="2108"/>
                  </a:lnTo>
                  <a:lnTo>
                    <a:pt x="6539" y="2057"/>
                  </a:lnTo>
                  <a:lnTo>
                    <a:pt x="7101" y="2018"/>
                  </a:lnTo>
                  <a:lnTo>
                    <a:pt x="7637" y="1955"/>
                  </a:lnTo>
                  <a:lnTo>
                    <a:pt x="8110" y="1904"/>
                  </a:lnTo>
                  <a:lnTo>
                    <a:pt x="8557" y="1827"/>
                  </a:lnTo>
                  <a:lnTo>
                    <a:pt x="8940" y="1750"/>
                  </a:lnTo>
                  <a:lnTo>
                    <a:pt x="9285" y="1674"/>
                  </a:lnTo>
                  <a:lnTo>
                    <a:pt x="9579" y="1584"/>
                  </a:lnTo>
                  <a:lnTo>
                    <a:pt x="9821" y="1495"/>
                  </a:lnTo>
                  <a:lnTo>
                    <a:pt x="10026" y="1393"/>
                  </a:lnTo>
                  <a:lnTo>
                    <a:pt x="10102" y="1342"/>
                  </a:lnTo>
                  <a:lnTo>
                    <a:pt x="10166" y="1291"/>
                  </a:lnTo>
                  <a:lnTo>
                    <a:pt x="10217" y="1239"/>
                  </a:lnTo>
                  <a:lnTo>
                    <a:pt x="10256" y="1188"/>
                  </a:lnTo>
                  <a:lnTo>
                    <a:pt x="13780" y="1188"/>
                  </a:lnTo>
                  <a:lnTo>
                    <a:pt x="13780" y="895"/>
                  </a:lnTo>
                  <a:lnTo>
                    <a:pt x="10217" y="895"/>
                  </a:lnTo>
                  <a:lnTo>
                    <a:pt x="10179" y="844"/>
                  </a:lnTo>
                  <a:lnTo>
                    <a:pt x="10115" y="792"/>
                  </a:lnTo>
                  <a:lnTo>
                    <a:pt x="9987" y="703"/>
                  </a:lnTo>
                  <a:lnTo>
                    <a:pt x="9796" y="614"/>
                  </a:lnTo>
                  <a:lnTo>
                    <a:pt x="9579" y="537"/>
                  </a:lnTo>
                  <a:lnTo>
                    <a:pt x="9323" y="473"/>
                  </a:lnTo>
                  <a:lnTo>
                    <a:pt x="9042" y="409"/>
                  </a:lnTo>
                  <a:lnTo>
                    <a:pt x="8723" y="345"/>
                  </a:lnTo>
                  <a:lnTo>
                    <a:pt x="8378" y="294"/>
                  </a:lnTo>
                  <a:lnTo>
                    <a:pt x="13780" y="294"/>
                  </a:lnTo>
                  <a:lnTo>
                    <a:pt x="13780" y="1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3807921" y="3752349"/>
              <a:ext cx="764071" cy="159790"/>
            </a:xfrm>
            <a:custGeom>
              <a:avLst/>
              <a:gdLst/>
              <a:ahLst/>
              <a:cxnLst/>
              <a:rect l="l" t="t" r="r" b="b"/>
              <a:pathLst>
                <a:path w="51609" h="10793" extrusionOk="0">
                  <a:moveTo>
                    <a:pt x="1" y="0"/>
                  </a:moveTo>
                  <a:lnTo>
                    <a:pt x="1" y="5390"/>
                  </a:lnTo>
                  <a:lnTo>
                    <a:pt x="1" y="5530"/>
                  </a:lnTo>
                  <a:lnTo>
                    <a:pt x="26" y="5671"/>
                  </a:lnTo>
                  <a:lnTo>
                    <a:pt x="77" y="5811"/>
                  </a:lnTo>
                  <a:lnTo>
                    <a:pt x="128" y="5939"/>
                  </a:lnTo>
                  <a:lnTo>
                    <a:pt x="205" y="6080"/>
                  </a:lnTo>
                  <a:lnTo>
                    <a:pt x="294" y="6220"/>
                  </a:lnTo>
                  <a:lnTo>
                    <a:pt x="397" y="6348"/>
                  </a:lnTo>
                  <a:lnTo>
                    <a:pt x="524" y="6475"/>
                  </a:lnTo>
                  <a:lnTo>
                    <a:pt x="665" y="6616"/>
                  </a:lnTo>
                  <a:lnTo>
                    <a:pt x="805" y="6744"/>
                  </a:lnTo>
                  <a:lnTo>
                    <a:pt x="971" y="6871"/>
                  </a:lnTo>
                  <a:lnTo>
                    <a:pt x="1163" y="6999"/>
                  </a:lnTo>
                  <a:lnTo>
                    <a:pt x="1354" y="7127"/>
                  </a:lnTo>
                  <a:lnTo>
                    <a:pt x="1559" y="7242"/>
                  </a:lnTo>
                  <a:lnTo>
                    <a:pt x="1789" y="7369"/>
                  </a:lnTo>
                  <a:lnTo>
                    <a:pt x="2031" y="7497"/>
                  </a:lnTo>
                  <a:lnTo>
                    <a:pt x="2542" y="7727"/>
                  </a:lnTo>
                  <a:lnTo>
                    <a:pt x="3117" y="7970"/>
                  </a:lnTo>
                  <a:lnTo>
                    <a:pt x="3730" y="8187"/>
                  </a:lnTo>
                  <a:lnTo>
                    <a:pt x="4407" y="8404"/>
                  </a:lnTo>
                  <a:lnTo>
                    <a:pt x="5122" y="8621"/>
                  </a:lnTo>
                  <a:lnTo>
                    <a:pt x="5888" y="8825"/>
                  </a:lnTo>
                  <a:lnTo>
                    <a:pt x="6706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388" y="9553"/>
                  </a:lnTo>
                  <a:lnTo>
                    <a:pt x="10358" y="9719"/>
                  </a:lnTo>
                  <a:lnTo>
                    <a:pt x="11380" y="9860"/>
                  </a:lnTo>
                  <a:lnTo>
                    <a:pt x="12427" y="10000"/>
                  </a:lnTo>
                  <a:lnTo>
                    <a:pt x="13500" y="10141"/>
                  </a:lnTo>
                  <a:lnTo>
                    <a:pt x="14611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49"/>
                  </a:lnTo>
                  <a:lnTo>
                    <a:pt x="19362" y="10613"/>
                  </a:lnTo>
                  <a:lnTo>
                    <a:pt x="20601" y="10677"/>
                  </a:lnTo>
                  <a:lnTo>
                    <a:pt x="21878" y="10728"/>
                  </a:lnTo>
                  <a:lnTo>
                    <a:pt x="23168" y="10754"/>
                  </a:lnTo>
                  <a:lnTo>
                    <a:pt x="24483" y="10779"/>
                  </a:lnTo>
                  <a:lnTo>
                    <a:pt x="25811" y="10792"/>
                  </a:lnTo>
                  <a:lnTo>
                    <a:pt x="27139" y="10779"/>
                  </a:lnTo>
                  <a:lnTo>
                    <a:pt x="28442" y="10754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1" y="10613"/>
                  </a:lnTo>
                  <a:lnTo>
                    <a:pt x="33474" y="10549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9" y="10256"/>
                  </a:lnTo>
                  <a:lnTo>
                    <a:pt x="38110" y="10141"/>
                  </a:lnTo>
                  <a:lnTo>
                    <a:pt x="39183" y="10000"/>
                  </a:lnTo>
                  <a:lnTo>
                    <a:pt x="40230" y="9860"/>
                  </a:lnTo>
                  <a:lnTo>
                    <a:pt x="41252" y="9719"/>
                  </a:lnTo>
                  <a:lnTo>
                    <a:pt x="42222" y="9553"/>
                  </a:lnTo>
                  <a:lnTo>
                    <a:pt x="43154" y="9387"/>
                  </a:lnTo>
                  <a:lnTo>
                    <a:pt x="44048" y="9208"/>
                  </a:lnTo>
                  <a:lnTo>
                    <a:pt x="44904" y="9017"/>
                  </a:lnTo>
                  <a:lnTo>
                    <a:pt x="45722" y="8825"/>
                  </a:lnTo>
                  <a:lnTo>
                    <a:pt x="46488" y="8621"/>
                  </a:lnTo>
                  <a:lnTo>
                    <a:pt x="47203" y="8404"/>
                  </a:lnTo>
                  <a:lnTo>
                    <a:pt x="47880" y="8187"/>
                  </a:lnTo>
                  <a:lnTo>
                    <a:pt x="48493" y="7970"/>
                  </a:lnTo>
                  <a:lnTo>
                    <a:pt x="49068" y="7727"/>
                  </a:lnTo>
                  <a:lnTo>
                    <a:pt x="49578" y="7497"/>
                  </a:lnTo>
                  <a:lnTo>
                    <a:pt x="49821" y="7369"/>
                  </a:lnTo>
                  <a:lnTo>
                    <a:pt x="50051" y="7242"/>
                  </a:lnTo>
                  <a:lnTo>
                    <a:pt x="50255" y="7127"/>
                  </a:lnTo>
                  <a:lnTo>
                    <a:pt x="50447" y="6999"/>
                  </a:lnTo>
                  <a:lnTo>
                    <a:pt x="50638" y="6871"/>
                  </a:lnTo>
                  <a:lnTo>
                    <a:pt x="50804" y="6744"/>
                  </a:lnTo>
                  <a:lnTo>
                    <a:pt x="50958" y="6616"/>
                  </a:lnTo>
                  <a:lnTo>
                    <a:pt x="51085" y="6475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5" y="6080"/>
                  </a:lnTo>
                  <a:lnTo>
                    <a:pt x="51481" y="5939"/>
                  </a:lnTo>
                  <a:lnTo>
                    <a:pt x="51532" y="5811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09" y="5390"/>
                  </a:lnTo>
                  <a:lnTo>
                    <a:pt x="51609" y="0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3807921" y="3672550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24483" y="1"/>
                  </a:moveTo>
                  <a:lnTo>
                    <a:pt x="23168" y="27"/>
                  </a:lnTo>
                  <a:lnTo>
                    <a:pt x="21878" y="65"/>
                  </a:lnTo>
                  <a:lnTo>
                    <a:pt x="20601" y="103"/>
                  </a:lnTo>
                  <a:lnTo>
                    <a:pt x="19362" y="167"/>
                  </a:lnTo>
                  <a:lnTo>
                    <a:pt x="18136" y="244"/>
                  </a:lnTo>
                  <a:lnTo>
                    <a:pt x="16935" y="320"/>
                  </a:lnTo>
                  <a:lnTo>
                    <a:pt x="15760" y="422"/>
                  </a:lnTo>
                  <a:lnTo>
                    <a:pt x="14611" y="525"/>
                  </a:lnTo>
                  <a:lnTo>
                    <a:pt x="13500" y="652"/>
                  </a:lnTo>
                  <a:lnTo>
                    <a:pt x="12427" y="780"/>
                  </a:lnTo>
                  <a:lnTo>
                    <a:pt x="11380" y="921"/>
                  </a:lnTo>
                  <a:lnTo>
                    <a:pt x="10358" y="1074"/>
                  </a:lnTo>
                  <a:lnTo>
                    <a:pt x="9388" y="1227"/>
                  </a:lnTo>
                  <a:lnTo>
                    <a:pt x="8455" y="1406"/>
                  </a:lnTo>
                  <a:lnTo>
                    <a:pt x="7561" y="1572"/>
                  </a:lnTo>
                  <a:lnTo>
                    <a:pt x="6706" y="1763"/>
                  </a:lnTo>
                  <a:lnTo>
                    <a:pt x="5888" y="1955"/>
                  </a:lnTo>
                  <a:lnTo>
                    <a:pt x="5122" y="2159"/>
                  </a:lnTo>
                  <a:lnTo>
                    <a:pt x="4407" y="2376"/>
                  </a:lnTo>
                  <a:lnTo>
                    <a:pt x="3730" y="2594"/>
                  </a:lnTo>
                  <a:lnTo>
                    <a:pt x="3117" y="2823"/>
                  </a:lnTo>
                  <a:lnTo>
                    <a:pt x="2542" y="3053"/>
                  </a:lnTo>
                  <a:lnTo>
                    <a:pt x="2031" y="3296"/>
                  </a:lnTo>
                  <a:lnTo>
                    <a:pt x="1789" y="3411"/>
                  </a:lnTo>
                  <a:lnTo>
                    <a:pt x="1559" y="3539"/>
                  </a:lnTo>
                  <a:lnTo>
                    <a:pt x="1354" y="3666"/>
                  </a:lnTo>
                  <a:lnTo>
                    <a:pt x="1163" y="3794"/>
                  </a:lnTo>
                  <a:lnTo>
                    <a:pt x="971" y="3909"/>
                  </a:lnTo>
                  <a:lnTo>
                    <a:pt x="805" y="4049"/>
                  </a:lnTo>
                  <a:lnTo>
                    <a:pt x="665" y="4177"/>
                  </a:lnTo>
                  <a:lnTo>
                    <a:pt x="524" y="4305"/>
                  </a:lnTo>
                  <a:lnTo>
                    <a:pt x="397" y="4433"/>
                  </a:lnTo>
                  <a:lnTo>
                    <a:pt x="294" y="4573"/>
                  </a:lnTo>
                  <a:lnTo>
                    <a:pt x="205" y="4701"/>
                  </a:lnTo>
                  <a:lnTo>
                    <a:pt x="128" y="4841"/>
                  </a:lnTo>
                  <a:lnTo>
                    <a:pt x="77" y="4982"/>
                  </a:lnTo>
                  <a:lnTo>
                    <a:pt x="26" y="5109"/>
                  </a:lnTo>
                  <a:lnTo>
                    <a:pt x="1" y="5250"/>
                  </a:lnTo>
                  <a:lnTo>
                    <a:pt x="1" y="5390"/>
                  </a:lnTo>
                  <a:lnTo>
                    <a:pt x="1" y="5531"/>
                  </a:lnTo>
                  <a:lnTo>
                    <a:pt x="26" y="5671"/>
                  </a:lnTo>
                  <a:lnTo>
                    <a:pt x="77" y="5812"/>
                  </a:lnTo>
                  <a:lnTo>
                    <a:pt x="128" y="5940"/>
                  </a:lnTo>
                  <a:lnTo>
                    <a:pt x="205" y="6080"/>
                  </a:lnTo>
                  <a:lnTo>
                    <a:pt x="294" y="6208"/>
                  </a:lnTo>
                  <a:lnTo>
                    <a:pt x="397" y="6348"/>
                  </a:lnTo>
                  <a:lnTo>
                    <a:pt x="524" y="6476"/>
                  </a:lnTo>
                  <a:lnTo>
                    <a:pt x="665" y="6604"/>
                  </a:lnTo>
                  <a:lnTo>
                    <a:pt x="805" y="6744"/>
                  </a:lnTo>
                  <a:lnTo>
                    <a:pt x="971" y="6872"/>
                  </a:lnTo>
                  <a:lnTo>
                    <a:pt x="1163" y="7000"/>
                  </a:lnTo>
                  <a:lnTo>
                    <a:pt x="1354" y="7115"/>
                  </a:lnTo>
                  <a:lnTo>
                    <a:pt x="1559" y="7242"/>
                  </a:lnTo>
                  <a:lnTo>
                    <a:pt x="1789" y="7370"/>
                  </a:lnTo>
                  <a:lnTo>
                    <a:pt x="2031" y="7485"/>
                  </a:lnTo>
                  <a:lnTo>
                    <a:pt x="2542" y="7728"/>
                  </a:lnTo>
                  <a:lnTo>
                    <a:pt x="3117" y="7957"/>
                  </a:lnTo>
                  <a:lnTo>
                    <a:pt x="3730" y="8187"/>
                  </a:lnTo>
                  <a:lnTo>
                    <a:pt x="4407" y="8404"/>
                  </a:lnTo>
                  <a:lnTo>
                    <a:pt x="5122" y="8622"/>
                  </a:lnTo>
                  <a:lnTo>
                    <a:pt x="5888" y="8826"/>
                  </a:lnTo>
                  <a:lnTo>
                    <a:pt x="6706" y="9017"/>
                  </a:lnTo>
                  <a:lnTo>
                    <a:pt x="7561" y="9209"/>
                  </a:lnTo>
                  <a:lnTo>
                    <a:pt x="8455" y="9388"/>
                  </a:lnTo>
                  <a:lnTo>
                    <a:pt x="9388" y="9554"/>
                  </a:lnTo>
                  <a:lnTo>
                    <a:pt x="10358" y="9707"/>
                  </a:lnTo>
                  <a:lnTo>
                    <a:pt x="11380" y="9860"/>
                  </a:lnTo>
                  <a:lnTo>
                    <a:pt x="12427" y="10001"/>
                  </a:lnTo>
                  <a:lnTo>
                    <a:pt x="13500" y="10129"/>
                  </a:lnTo>
                  <a:lnTo>
                    <a:pt x="14611" y="10256"/>
                  </a:lnTo>
                  <a:lnTo>
                    <a:pt x="15760" y="10358"/>
                  </a:lnTo>
                  <a:lnTo>
                    <a:pt x="16935" y="10461"/>
                  </a:lnTo>
                  <a:lnTo>
                    <a:pt x="18136" y="10537"/>
                  </a:lnTo>
                  <a:lnTo>
                    <a:pt x="19362" y="10614"/>
                  </a:lnTo>
                  <a:lnTo>
                    <a:pt x="20601" y="10678"/>
                  </a:lnTo>
                  <a:lnTo>
                    <a:pt x="21878" y="10716"/>
                  </a:lnTo>
                  <a:lnTo>
                    <a:pt x="23168" y="10754"/>
                  </a:lnTo>
                  <a:lnTo>
                    <a:pt x="24483" y="10780"/>
                  </a:lnTo>
                  <a:lnTo>
                    <a:pt x="27139" y="10780"/>
                  </a:lnTo>
                  <a:lnTo>
                    <a:pt x="28442" y="10754"/>
                  </a:lnTo>
                  <a:lnTo>
                    <a:pt x="29732" y="10716"/>
                  </a:lnTo>
                  <a:lnTo>
                    <a:pt x="31009" y="10678"/>
                  </a:lnTo>
                  <a:lnTo>
                    <a:pt x="32261" y="10614"/>
                  </a:lnTo>
                  <a:lnTo>
                    <a:pt x="33474" y="10537"/>
                  </a:lnTo>
                  <a:lnTo>
                    <a:pt x="34674" y="10461"/>
                  </a:lnTo>
                  <a:lnTo>
                    <a:pt x="35849" y="10358"/>
                  </a:lnTo>
                  <a:lnTo>
                    <a:pt x="36999" y="10256"/>
                  </a:lnTo>
                  <a:lnTo>
                    <a:pt x="38110" y="10129"/>
                  </a:lnTo>
                  <a:lnTo>
                    <a:pt x="39183" y="10001"/>
                  </a:lnTo>
                  <a:lnTo>
                    <a:pt x="40230" y="9860"/>
                  </a:lnTo>
                  <a:lnTo>
                    <a:pt x="41252" y="9707"/>
                  </a:lnTo>
                  <a:lnTo>
                    <a:pt x="42222" y="9554"/>
                  </a:lnTo>
                  <a:lnTo>
                    <a:pt x="43154" y="9388"/>
                  </a:lnTo>
                  <a:lnTo>
                    <a:pt x="44048" y="9209"/>
                  </a:lnTo>
                  <a:lnTo>
                    <a:pt x="44904" y="9017"/>
                  </a:lnTo>
                  <a:lnTo>
                    <a:pt x="45722" y="8826"/>
                  </a:lnTo>
                  <a:lnTo>
                    <a:pt x="46488" y="8622"/>
                  </a:lnTo>
                  <a:lnTo>
                    <a:pt x="47203" y="8404"/>
                  </a:lnTo>
                  <a:lnTo>
                    <a:pt x="47880" y="8187"/>
                  </a:lnTo>
                  <a:lnTo>
                    <a:pt x="48493" y="7957"/>
                  </a:lnTo>
                  <a:lnTo>
                    <a:pt x="49068" y="7728"/>
                  </a:lnTo>
                  <a:lnTo>
                    <a:pt x="49578" y="7485"/>
                  </a:lnTo>
                  <a:lnTo>
                    <a:pt x="49821" y="7370"/>
                  </a:lnTo>
                  <a:lnTo>
                    <a:pt x="50051" y="7242"/>
                  </a:lnTo>
                  <a:lnTo>
                    <a:pt x="50255" y="7115"/>
                  </a:lnTo>
                  <a:lnTo>
                    <a:pt x="50447" y="7000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8" y="6604"/>
                  </a:lnTo>
                  <a:lnTo>
                    <a:pt x="51085" y="6476"/>
                  </a:lnTo>
                  <a:lnTo>
                    <a:pt x="51213" y="6348"/>
                  </a:lnTo>
                  <a:lnTo>
                    <a:pt x="51315" y="6208"/>
                  </a:lnTo>
                  <a:lnTo>
                    <a:pt x="51405" y="6080"/>
                  </a:lnTo>
                  <a:lnTo>
                    <a:pt x="51481" y="5940"/>
                  </a:lnTo>
                  <a:lnTo>
                    <a:pt x="51532" y="5812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09" y="5390"/>
                  </a:lnTo>
                  <a:lnTo>
                    <a:pt x="51609" y="5250"/>
                  </a:lnTo>
                  <a:lnTo>
                    <a:pt x="51583" y="5109"/>
                  </a:lnTo>
                  <a:lnTo>
                    <a:pt x="51532" y="4982"/>
                  </a:lnTo>
                  <a:lnTo>
                    <a:pt x="51481" y="4841"/>
                  </a:lnTo>
                  <a:lnTo>
                    <a:pt x="51405" y="4701"/>
                  </a:lnTo>
                  <a:lnTo>
                    <a:pt x="51315" y="4573"/>
                  </a:lnTo>
                  <a:lnTo>
                    <a:pt x="51213" y="4433"/>
                  </a:lnTo>
                  <a:lnTo>
                    <a:pt x="51085" y="4305"/>
                  </a:lnTo>
                  <a:lnTo>
                    <a:pt x="50958" y="4177"/>
                  </a:lnTo>
                  <a:lnTo>
                    <a:pt x="50804" y="4049"/>
                  </a:lnTo>
                  <a:lnTo>
                    <a:pt x="50638" y="3909"/>
                  </a:lnTo>
                  <a:lnTo>
                    <a:pt x="50447" y="3794"/>
                  </a:lnTo>
                  <a:lnTo>
                    <a:pt x="50255" y="3666"/>
                  </a:lnTo>
                  <a:lnTo>
                    <a:pt x="50051" y="3539"/>
                  </a:lnTo>
                  <a:lnTo>
                    <a:pt x="49821" y="3411"/>
                  </a:lnTo>
                  <a:lnTo>
                    <a:pt x="49578" y="3296"/>
                  </a:lnTo>
                  <a:lnTo>
                    <a:pt x="49068" y="3053"/>
                  </a:lnTo>
                  <a:lnTo>
                    <a:pt x="48493" y="2823"/>
                  </a:lnTo>
                  <a:lnTo>
                    <a:pt x="47880" y="2594"/>
                  </a:lnTo>
                  <a:lnTo>
                    <a:pt x="47203" y="2376"/>
                  </a:lnTo>
                  <a:lnTo>
                    <a:pt x="46488" y="2159"/>
                  </a:lnTo>
                  <a:lnTo>
                    <a:pt x="45722" y="1955"/>
                  </a:lnTo>
                  <a:lnTo>
                    <a:pt x="44904" y="1763"/>
                  </a:lnTo>
                  <a:lnTo>
                    <a:pt x="44048" y="1572"/>
                  </a:lnTo>
                  <a:lnTo>
                    <a:pt x="43154" y="1406"/>
                  </a:lnTo>
                  <a:lnTo>
                    <a:pt x="42222" y="1227"/>
                  </a:lnTo>
                  <a:lnTo>
                    <a:pt x="41252" y="1074"/>
                  </a:lnTo>
                  <a:lnTo>
                    <a:pt x="40230" y="921"/>
                  </a:lnTo>
                  <a:lnTo>
                    <a:pt x="39183" y="780"/>
                  </a:lnTo>
                  <a:lnTo>
                    <a:pt x="38110" y="652"/>
                  </a:lnTo>
                  <a:lnTo>
                    <a:pt x="36999" y="525"/>
                  </a:lnTo>
                  <a:lnTo>
                    <a:pt x="35849" y="422"/>
                  </a:lnTo>
                  <a:lnTo>
                    <a:pt x="34674" y="320"/>
                  </a:lnTo>
                  <a:lnTo>
                    <a:pt x="33474" y="244"/>
                  </a:lnTo>
                  <a:lnTo>
                    <a:pt x="32261" y="167"/>
                  </a:lnTo>
                  <a:lnTo>
                    <a:pt x="31009" y="103"/>
                  </a:lnTo>
                  <a:lnTo>
                    <a:pt x="29732" y="65"/>
                  </a:lnTo>
                  <a:lnTo>
                    <a:pt x="28442" y="27"/>
                  </a:lnTo>
                  <a:lnTo>
                    <a:pt x="27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3876187" y="3686733"/>
              <a:ext cx="627554" cy="112326"/>
            </a:xfrm>
            <a:custGeom>
              <a:avLst/>
              <a:gdLst/>
              <a:ahLst/>
              <a:cxnLst/>
              <a:rect l="l" t="t" r="r" b="b"/>
              <a:pathLst>
                <a:path w="42388" h="7587" extrusionOk="0">
                  <a:moveTo>
                    <a:pt x="21200" y="1"/>
                  </a:moveTo>
                  <a:lnTo>
                    <a:pt x="20102" y="14"/>
                  </a:lnTo>
                  <a:lnTo>
                    <a:pt x="19029" y="26"/>
                  </a:lnTo>
                  <a:lnTo>
                    <a:pt x="17969" y="52"/>
                  </a:lnTo>
                  <a:lnTo>
                    <a:pt x="16922" y="77"/>
                  </a:lnTo>
                  <a:lnTo>
                    <a:pt x="15900" y="129"/>
                  </a:lnTo>
                  <a:lnTo>
                    <a:pt x="14891" y="180"/>
                  </a:lnTo>
                  <a:lnTo>
                    <a:pt x="13908" y="231"/>
                  </a:lnTo>
                  <a:lnTo>
                    <a:pt x="12950" y="307"/>
                  </a:lnTo>
                  <a:lnTo>
                    <a:pt x="12005" y="384"/>
                  </a:lnTo>
                  <a:lnTo>
                    <a:pt x="11085" y="461"/>
                  </a:lnTo>
                  <a:lnTo>
                    <a:pt x="10204" y="550"/>
                  </a:lnTo>
                  <a:lnTo>
                    <a:pt x="9349" y="652"/>
                  </a:lnTo>
                  <a:lnTo>
                    <a:pt x="8518" y="754"/>
                  </a:lnTo>
                  <a:lnTo>
                    <a:pt x="7714" y="869"/>
                  </a:lnTo>
                  <a:lnTo>
                    <a:pt x="6948" y="984"/>
                  </a:lnTo>
                  <a:lnTo>
                    <a:pt x="6207" y="1112"/>
                  </a:lnTo>
                  <a:lnTo>
                    <a:pt x="5504" y="1252"/>
                  </a:lnTo>
                  <a:lnTo>
                    <a:pt x="4840" y="1380"/>
                  </a:lnTo>
                  <a:lnTo>
                    <a:pt x="4215" y="1521"/>
                  </a:lnTo>
                  <a:lnTo>
                    <a:pt x="3614" y="1674"/>
                  </a:lnTo>
                  <a:lnTo>
                    <a:pt x="3065" y="1827"/>
                  </a:lnTo>
                  <a:lnTo>
                    <a:pt x="2554" y="1993"/>
                  </a:lnTo>
                  <a:lnTo>
                    <a:pt x="2095" y="2146"/>
                  </a:lnTo>
                  <a:lnTo>
                    <a:pt x="1660" y="2325"/>
                  </a:lnTo>
                  <a:lnTo>
                    <a:pt x="1290" y="2491"/>
                  </a:lnTo>
                  <a:lnTo>
                    <a:pt x="958" y="2670"/>
                  </a:lnTo>
                  <a:lnTo>
                    <a:pt x="664" y="2849"/>
                  </a:lnTo>
                  <a:lnTo>
                    <a:pt x="537" y="2938"/>
                  </a:lnTo>
                  <a:lnTo>
                    <a:pt x="434" y="3028"/>
                  </a:lnTo>
                  <a:lnTo>
                    <a:pt x="332" y="3130"/>
                  </a:lnTo>
                  <a:lnTo>
                    <a:pt x="243" y="3219"/>
                  </a:lnTo>
                  <a:lnTo>
                    <a:pt x="166" y="3309"/>
                  </a:lnTo>
                  <a:lnTo>
                    <a:pt x="102" y="3411"/>
                  </a:lnTo>
                  <a:lnTo>
                    <a:pt x="64" y="3500"/>
                  </a:lnTo>
                  <a:lnTo>
                    <a:pt x="26" y="3602"/>
                  </a:lnTo>
                  <a:lnTo>
                    <a:pt x="0" y="3692"/>
                  </a:lnTo>
                  <a:lnTo>
                    <a:pt x="0" y="3794"/>
                  </a:lnTo>
                  <a:lnTo>
                    <a:pt x="0" y="3896"/>
                  </a:lnTo>
                  <a:lnTo>
                    <a:pt x="26" y="3985"/>
                  </a:lnTo>
                  <a:lnTo>
                    <a:pt x="64" y="4088"/>
                  </a:lnTo>
                  <a:lnTo>
                    <a:pt x="102" y="4177"/>
                  </a:lnTo>
                  <a:lnTo>
                    <a:pt x="166" y="4279"/>
                  </a:lnTo>
                  <a:lnTo>
                    <a:pt x="243" y="4369"/>
                  </a:lnTo>
                  <a:lnTo>
                    <a:pt x="332" y="4471"/>
                  </a:lnTo>
                  <a:lnTo>
                    <a:pt x="434" y="4560"/>
                  </a:lnTo>
                  <a:lnTo>
                    <a:pt x="537" y="4650"/>
                  </a:lnTo>
                  <a:lnTo>
                    <a:pt x="664" y="4739"/>
                  </a:lnTo>
                  <a:lnTo>
                    <a:pt x="958" y="4918"/>
                  </a:lnTo>
                  <a:lnTo>
                    <a:pt x="1290" y="5097"/>
                  </a:lnTo>
                  <a:lnTo>
                    <a:pt x="1660" y="5275"/>
                  </a:lnTo>
                  <a:lnTo>
                    <a:pt x="2095" y="5441"/>
                  </a:lnTo>
                  <a:lnTo>
                    <a:pt x="2554" y="5595"/>
                  </a:lnTo>
                  <a:lnTo>
                    <a:pt x="3065" y="5761"/>
                  </a:lnTo>
                  <a:lnTo>
                    <a:pt x="3614" y="5914"/>
                  </a:lnTo>
                  <a:lnTo>
                    <a:pt x="4215" y="6067"/>
                  </a:lnTo>
                  <a:lnTo>
                    <a:pt x="4840" y="6208"/>
                  </a:lnTo>
                  <a:lnTo>
                    <a:pt x="5504" y="6348"/>
                  </a:lnTo>
                  <a:lnTo>
                    <a:pt x="6207" y="6476"/>
                  </a:lnTo>
                  <a:lnTo>
                    <a:pt x="6948" y="6604"/>
                  </a:lnTo>
                  <a:lnTo>
                    <a:pt x="7714" y="6718"/>
                  </a:lnTo>
                  <a:lnTo>
                    <a:pt x="8518" y="6833"/>
                  </a:lnTo>
                  <a:lnTo>
                    <a:pt x="9349" y="6936"/>
                  </a:lnTo>
                  <a:lnTo>
                    <a:pt x="10204" y="7038"/>
                  </a:lnTo>
                  <a:lnTo>
                    <a:pt x="11085" y="7127"/>
                  </a:lnTo>
                  <a:lnTo>
                    <a:pt x="12005" y="7217"/>
                  </a:lnTo>
                  <a:lnTo>
                    <a:pt x="12950" y="7280"/>
                  </a:lnTo>
                  <a:lnTo>
                    <a:pt x="13908" y="7357"/>
                  </a:lnTo>
                  <a:lnTo>
                    <a:pt x="14891" y="7408"/>
                  </a:lnTo>
                  <a:lnTo>
                    <a:pt x="15900" y="7459"/>
                  </a:lnTo>
                  <a:lnTo>
                    <a:pt x="16922" y="7510"/>
                  </a:lnTo>
                  <a:lnTo>
                    <a:pt x="17969" y="7536"/>
                  </a:lnTo>
                  <a:lnTo>
                    <a:pt x="19029" y="7561"/>
                  </a:lnTo>
                  <a:lnTo>
                    <a:pt x="20102" y="7574"/>
                  </a:lnTo>
                  <a:lnTo>
                    <a:pt x="21200" y="7587"/>
                  </a:lnTo>
                  <a:lnTo>
                    <a:pt x="22286" y="7574"/>
                  </a:lnTo>
                  <a:lnTo>
                    <a:pt x="23359" y="7561"/>
                  </a:lnTo>
                  <a:lnTo>
                    <a:pt x="24419" y="7536"/>
                  </a:lnTo>
                  <a:lnTo>
                    <a:pt x="25466" y="7510"/>
                  </a:lnTo>
                  <a:lnTo>
                    <a:pt x="26488" y="7459"/>
                  </a:lnTo>
                  <a:lnTo>
                    <a:pt x="27496" y="7408"/>
                  </a:lnTo>
                  <a:lnTo>
                    <a:pt x="28480" y="7357"/>
                  </a:lnTo>
                  <a:lnTo>
                    <a:pt x="29450" y="7280"/>
                  </a:lnTo>
                  <a:lnTo>
                    <a:pt x="30383" y="7217"/>
                  </a:lnTo>
                  <a:lnTo>
                    <a:pt x="31302" y="7127"/>
                  </a:lnTo>
                  <a:lnTo>
                    <a:pt x="32183" y="7038"/>
                  </a:lnTo>
                  <a:lnTo>
                    <a:pt x="33039" y="6936"/>
                  </a:lnTo>
                  <a:lnTo>
                    <a:pt x="33869" y="6833"/>
                  </a:lnTo>
                  <a:lnTo>
                    <a:pt x="34674" y="6718"/>
                  </a:lnTo>
                  <a:lnTo>
                    <a:pt x="35440" y="6604"/>
                  </a:lnTo>
                  <a:lnTo>
                    <a:pt x="36181" y="6476"/>
                  </a:lnTo>
                  <a:lnTo>
                    <a:pt x="36883" y="6348"/>
                  </a:lnTo>
                  <a:lnTo>
                    <a:pt x="37547" y="6208"/>
                  </a:lnTo>
                  <a:lnTo>
                    <a:pt x="38173" y="6067"/>
                  </a:lnTo>
                  <a:lnTo>
                    <a:pt x="38773" y="5914"/>
                  </a:lnTo>
                  <a:lnTo>
                    <a:pt x="39323" y="5761"/>
                  </a:lnTo>
                  <a:lnTo>
                    <a:pt x="39833" y="5595"/>
                  </a:lnTo>
                  <a:lnTo>
                    <a:pt x="40293" y="5441"/>
                  </a:lnTo>
                  <a:lnTo>
                    <a:pt x="40727" y="5275"/>
                  </a:lnTo>
                  <a:lnTo>
                    <a:pt x="41098" y="5097"/>
                  </a:lnTo>
                  <a:lnTo>
                    <a:pt x="41443" y="4918"/>
                  </a:lnTo>
                  <a:lnTo>
                    <a:pt x="41724" y="4739"/>
                  </a:lnTo>
                  <a:lnTo>
                    <a:pt x="41851" y="4650"/>
                  </a:lnTo>
                  <a:lnTo>
                    <a:pt x="41953" y="4560"/>
                  </a:lnTo>
                  <a:lnTo>
                    <a:pt x="42056" y="4471"/>
                  </a:lnTo>
                  <a:lnTo>
                    <a:pt x="42145" y="4369"/>
                  </a:lnTo>
                  <a:lnTo>
                    <a:pt x="42222" y="4279"/>
                  </a:lnTo>
                  <a:lnTo>
                    <a:pt x="42285" y="4177"/>
                  </a:lnTo>
                  <a:lnTo>
                    <a:pt x="42324" y="4088"/>
                  </a:lnTo>
                  <a:lnTo>
                    <a:pt x="42362" y="3985"/>
                  </a:lnTo>
                  <a:lnTo>
                    <a:pt x="42388" y="3896"/>
                  </a:lnTo>
                  <a:lnTo>
                    <a:pt x="42388" y="3794"/>
                  </a:lnTo>
                  <a:lnTo>
                    <a:pt x="42388" y="3692"/>
                  </a:lnTo>
                  <a:lnTo>
                    <a:pt x="42362" y="3602"/>
                  </a:lnTo>
                  <a:lnTo>
                    <a:pt x="42324" y="3500"/>
                  </a:lnTo>
                  <a:lnTo>
                    <a:pt x="42285" y="3411"/>
                  </a:lnTo>
                  <a:lnTo>
                    <a:pt x="42222" y="3309"/>
                  </a:lnTo>
                  <a:lnTo>
                    <a:pt x="42145" y="3219"/>
                  </a:lnTo>
                  <a:lnTo>
                    <a:pt x="42056" y="3130"/>
                  </a:lnTo>
                  <a:lnTo>
                    <a:pt x="41953" y="3028"/>
                  </a:lnTo>
                  <a:lnTo>
                    <a:pt x="41851" y="2938"/>
                  </a:lnTo>
                  <a:lnTo>
                    <a:pt x="41724" y="2849"/>
                  </a:lnTo>
                  <a:lnTo>
                    <a:pt x="41443" y="2670"/>
                  </a:lnTo>
                  <a:lnTo>
                    <a:pt x="41098" y="2491"/>
                  </a:lnTo>
                  <a:lnTo>
                    <a:pt x="40727" y="2325"/>
                  </a:lnTo>
                  <a:lnTo>
                    <a:pt x="40293" y="2146"/>
                  </a:lnTo>
                  <a:lnTo>
                    <a:pt x="39833" y="1993"/>
                  </a:lnTo>
                  <a:lnTo>
                    <a:pt x="39323" y="1827"/>
                  </a:lnTo>
                  <a:lnTo>
                    <a:pt x="38773" y="1674"/>
                  </a:lnTo>
                  <a:lnTo>
                    <a:pt x="38173" y="1521"/>
                  </a:lnTo>
                  <a:lnTo>
                    <a:pt x="37547" y="1380"/>
                  </a:lnTo>
                  <a:lnTo>
                    <a:pt x="36883" y="1252"/>
                  </a:lnTo>
                  <a:lnTo>
                    <a:pt x="36181" y="1112"/>
                  </a:lnTo>
                  <a:lnTo>
                    <a:pt x="35440" y="984"/>
                  </a:lnTo>
                  <a:lnTo>
                    <a:pt x="34674" y="869"/>
                  </a:lnTo>
                  <a:lnTo>
                    <a:pt x="33869" y="754"/>
                  </a:lnTo>
                  <a:lnTo>
                    <a:pt x="33039" y="652"/>
                  </a:lnTo>
                  <a:lnTo>
                    <a:pt x="32183" y="550"/>
                  </a:lnTo>
                  <a:lnTo>
                    <a:pt x="31302" y="461"/>
                  </a:lnTo>
                  <a:lnTo>
                    <a:pt x="30383" y="384"/>
                  </a:lnTo>
                  <a:lnTo>
                    <a:pt x="29450" y="307"/>
                  </a:lnTo>
                  <a:lnTo>
                    <a:pt x="28480" y="231"/>
                  </a:lnTo>
                  <a:lnTo>
                    <a:pt x="27496" y="180"/>
                  </a:lnTo>
                  <a:lnTo>
                    <a:pt x="26488" y="129"/>
                  </a:lnTo>
                  <a:lnTo>
                    <a:pt x="25466" y="77"/>
                  </a:lnTo>
                  <a:lnTo>
                    <a:pt x="24419" y="52"/>
                  </a:lnTo>
                  <a:lnTo>
                    <a:pt x="23359" y="26"/>
                  </a:lnTo>
                  <a:lnTo>
                    <a:pt x="22286" y="14"/>
                  </a:lnTo>
                  <a:lnTo>
                    <a:pt x="21200" y="1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3885440" y="3686733"/>
              <a:ext cx="609033" cy="83397"/>
            </a:xfrm>
            <a:custGeom>
              <a:avLst/>
              <a:gdLst/>
              <a:ahLst/>
              <a:cxnLst/>
              <a:rect l="l" t="t" r="r" b="b"/>
              <a:pathLst>
                <a:path w="41137" h="5633" extrusionOk="0">
                  <a:moveTo>
                    <a:pt x="19949" y="1"/>
                  </a:moveTo>
                  <a:lnTo>
                    <a:pt x="18238" y="14"/>
                  </a:lnTo>
                  <a:lnTo>
                    <a:pt x="16565" y="52"/>
                  </a:lnTo>
                  <a:lnTo>
                    <a:pt x="14943" y="116"/>
                  </a:lnTo>
                  <a:lnTo>
                    <a:pt x="13360" y="192"/>
                  </a:lnTo>
                  <a:lnTo>
                    <a:pt x="11840" y="295"/>
                  </a:lnTo>
                  <a:lnTo>
                    <a:pt x="10371" y="410"/>
                  </a:lnTo>
                  <a:lnTo>
                    <a:pt x="8966" y="550"/>
                  </a:lnTo>
                  <a:lnTo>
                    <a:pt x="7625" y="716"/>
                  </a:lnTo>
                  <a:lnTo>
                    <a:pt x="6361" y="882"/>
                  </a:lnTo>
                  <a:lnTo>
                    <a:pt x="5173" y="1074"/>
                  </a:lnTo>
                  <a:lnTo>
                    <a:pt x="4075" y="1278"/>
                  </a:lnTo>
                  <a:lnTo>
                    <a:pt x="3551" y="1393"/>
                  </a:lnTo>
                  <a:lnTo>
                    <a:pt x="3066" y="1508"/>
                  </a:lnTo>
                  <a:lnTo>
                    <a:pt x="2593" y="1623"/>
                  </a:lnTo>
                  <a:lnTo>
                    <a:pt x="2134" y="1738"/>
                  </a:lnTo>
                  <a:lnTo>
                    <a:pt x="1712" y="1865"/>
                  </a:lnTo>
                  <a:lnTo>
                    <a:pt x="1316" y="1980"/>
                  </a:lnTo>
                  <a:lnTo>
                    <a:pt x="946" y="2108"/>
                  </a:lnTo>
                  <a:lnTo>
                    <a:pt x="601" y="2249"/>
                  </a:lnTo>
                  <a:lnTo>
                    <a:pt x="282" y="2376"/>
                  </a:lnTo>
                  <a:lnTo>
                    <a:pt x="1" y="2517"/>
                  </a:lnTo>
                  <a:lnTo>
                    <a:pt x="716" y="2300"/>
                  </a:lnTo>
                  <a:lnTo>
                    <a:pt x="1508" y="2095"/>
                  </a:lnTo>
                  <a:lnTo>
                    <a:pt x="2364" y="1904"/>
                  </a:lnTo>
                  <a:lnTo>
                    <a:pt x="3296" y="1712"/>
                  </a:lnTo>
                  <a:lnTo>
                    <a:pt x="4292" y="1546"/>
                  </a:lnTo>
                  <a:lnTo>
                    <a:pt x="5352" y="1380"/>
                  </a:lnTo>
                  <a:lnTo>
                    <a:pt x="6463" y="1240"/>
                  </a:lnTo>
                  <a:lnTo>
                    <a:pt x="7625" y="1099"/>
                  </a:lnTo>
                  <a:lnTo>
                    <a:pt x="8851" y="984"/>
                  </a:lnTo>
                  <a:lnTo>
                    <a:pt x="10116" y="869"/>
                  </a:lnTo>
                  <a:lnTo>
                    <a:pt x="11431" y="780"/>
                  </a:lnTo>
                  <a:lnTo>
                    <a:pt x="12772" y="703"/>
                  </a:lnTo>
                  <a:lnTo>
                    <a:pt x="14164" y="639"/>
                  </a:lnTo>
                  <a:lnTo>
                    <a:pt x="15595" y="601"/>
                  </a:lnTo>
                  <a:lnTo>
                    <a:pt x="17050" y="576"/>
                  </a:lnTo>
                  <a:lnTo>
                    <a:pt x="18532" y="563"/>
                  </a:lnTo>
                  <a:lnTo>
                    <a:pt x="19617" y="563"/>
                  </a:lnTo>
                  <a:lnTo>
                    <a:pt x="20690" y="588"/>
                  </a:lnTo>
                  <a:lnTo>
                    <a:pt x="21750" y="601"/>
                  </a:lnTo>
                  <a:lnTo>
                    <a:pt x="22797" y="639"/>
                  </a:lnTo>
                  <a:lnTo>
                    <a:pt x="23819" y="678"/>
                  </a:lnTo>
                  <a:lnTo>
                    <a:pt x="24828" y="729"/>
                  </a:lnTo>
                  <a:lnTo>
                    <a:pt x="25811" y="793"/>
                  </a:lnTo>
                  <a:lnTo>
                    <a:pt x="26782" y="856"/>
                  </a:lnTo>
                  <a:lnTo>
                    <a:pt x="27714" y="933"/>
                  </a:lnTo>
                  <a:lnTo>
                    <a:pt x="28634" y="1023"/>
                  </a:lnTo>
                  <a:lnTo>
                    <a:pt x="29515" y="1112"/>
                  </a:lnTo>
                  <a:lnTo>
                    <a:pt x="30371" y="1214"/>
                  </a:lnTo>
                  <a:lnTo>
                    <a:pt x="31214" y="1316"/>
                  </a:lnTo>
                  <a:lnTo>
                    <a:pt x="32005" y="1431"/>
                  </a:lnTo>
                  <a:lnTo>
                    <a:pt x="32772" y="1546"/>
                  </a:lnTo>
                  <a:lnTo>
                    <a:pt x="33512" y="1674"/>
                  </a:lnTo>
                  <a:lnTo>
                    <a:pt x="34215" y="1802"/>
                  </a:lnTo>
                  <a:lnTo>
                    <a:pt x="34879" y="1942"/>
                  </a:lnTo>
                  <a:lnTo>
                    <a:pt x="35505" y="2083"/>
                  </a:lnTo>
                  <a:lnTo>
                    <a:pt x="36105" y="2236"/>
                  </a:lnTo>
                  <a:lnTo>
                    <a:pt x="36654" y="2389"/>
                  </a:lnTo>
                  <a:lnTo>
                    <a:pt x="37165" y="2542"/>
                  </a:lnTo>
                  <a:lnTo>
                    <a:pt x="37638" y="2708"/>
                  </a:lnTo>
                  <a:lnTo>
                    <a:pt x="38059" y="2874"/>
                  </a:lnTo>
                  <a:lnTo>
                    <a:pt x="38429" y="3053"/>
                  </a:lnTo>
                  <a:lnTo>
                    <a:pt x="38774" y="3232"/>
                  </a:lnTo>
                  <a:lnTo>
                    <a:pt x="39055" y="3411"/>
                  </a:lnTo>
                  <a:lnTo>
                    <a:pt x="39183" y="3500"/>
                  </a:lnTo>
                  <a:lnTo>
                    <a:pt x="39285" y="3590"/>
                  </a:lnTo>
                  <a:lnTo>
                    <a:pt x="39387" y="3679"/>
                  </a:lnTo>
                  <a:lnTo>
                    <a:pt x="39477" y="3781"/>
                  </a:lnTo>
                  <a:lnTo>
                    <a:pt x="39553" y="3871"/>
                  </a:lnTo>
                  <a:lnTo>
                    <a:pt x="39617" y="3960"/>
                  </a:lnTo>
                  <a:lnTo>
                    <a:pt x="39655" y="4062"/>
                  </a:lnTo>
                  <a:lnTo>
                    <a:pt x="39694" y="4164"/>
                  </a:lnTo>
                  <a:lnTo>
                    <a:pt x="39719" y="4254"/>
                  </a:lnTo>
                  <a:lnTo>
                    <a:pt x="39719" y="4356"/>
                  </a:lnTo>
                  <a:lnTo>
                    <a:pt x="39719" y="4432"/>
                  </a:lnTo>
                  <a:lnTo>
                    <a:pt x="39706" y="4522"/>
                  </a:lnTo>
                  <a:lnTo>
                    <a:pt x="39681" y="4598"/>
                  </a:lnTo>
                  <a:lnTo>
                    <a:pt x="39643" y="4688"/>
                  </a:lnTo>
                  <a:lnTo>
                    <a:pt x="39592" y="4764"/>
                  </a:lnTo>
                  <a:lnTo>
                    <a:pt x="39540" y="4854"/>
                  </a:lnTo>
                  <a:lnTo>
                    <a:pt x="39400" y="5007"/>
                  </a:lnTo>
                  <a:lnTo>
                    <a:pt x="39221" y="5173"/>
                  </a:lnTo>
                  <a:lnTo>
                    <a:pt x="39017" y="5326"/>
                  </a:lnTo>
                  <a:lnTo>
                    <a:pt x="38761" y="5480"/>
                  </a:lnTo>
                  <a:lnTo>
                    <a:pt x="38480" y="5633"/>
                  </a:lnTo>
                  <a:lnTo>
                    <a:pt x="39081" y="5429"/>
                  </a:lnTo>
                  <a:lnTo>
                    <a:pt x="39349" y="5314"/>
                  </a:lnTo>
                  <a:lnTo>
                    <a:pt x="39604" y="5211"/>
                  </a:lnTo>
                  <a:lnTo>
                    <a:pt x="39847" y="5097"/>
                  </a:lnTo>
                  <a:lnTo>
                    <a:pt x="40064" y="4994"/>
                  </a:lnTo>
                  <a:lnTo>
                    <a:pt x="40268" y="4879"/>
                  </a:lnTo>
                  <a:lnTo>
                    <a:pt x="40447" y="4764"/>
                  </a:lnTo>
                  <a:lnTo>
                    <a:pt x="40600" y="4650"/>
                  </a:lnTo>
                  <a:lnTo>
                    <a:pt x="40741" y="4522"/>
                  </a:lnTo>
                  <a:lnTo>
                    <a:pt x="40869" y="4407"/>
                  </a:lnTo>
                  <a:lnTo>
                    <a:pt x="40971" y="4292"/>
                  </a:lnTo>
                  <a:lnTo>
                    <a:pt x="41047" y="4164"/>
                  </a:lnTo>
                  <a:lnTo>
                    <a:pt x="41099" y="4037"/>
                  </a:lnTo>
                  <a:lnTo>
                    <a:pt x="41137" y="3922"/>
                  </a:lnTo>
                  <a:lnTo>
                    <a:pt x="41137" y="3794"/>
                  </a:lnTo>
                  <a:lnTo>
                    <a:pt x="41137" y="3692"/>
                  </a:lnTo>
                  <a:lnTo>
                    <a:pt x="41111" y="3602"/>
                  </a:lnTo>
                  <a:lnTo>
                    <a:pt x="41086" y="3500"/>
                  </a:lnTo>
                  <a:lnTo>
                    <a:pt x="41035" y="3411"/>
                  </a:lnTo>
                  <a:lnTo>
                    <a:pt x="40971" y="3309"/>
                  </a:lnTo>
                  <a:lnTo>
                    <a:pt x="40894" y="3219"/>
                  </a:lnTo>
                  <a:lnTo>
                    <a:pt x="40818" y="3130"/>
                  </a:lnTo>
                  <a:lnTo>
                    <a:pt x="40715" y="3028"/>
                  </a:lnTo>
                  <a:lnTo>
                    <a:pt x="40600" y="2938"/>
                  </a:lnTo>
                  <a:lnTo>
                    <a:pt x="40473" y="2849"/>
                  </a:lnTo>
                  <a:lnTo>
                    <a:pt x="40192" y="2670"/>
                  </a:lnTo>
                  <a:lnTo>
                    <a:pt x="39860" y="2491"/>
                  </a:lnTo>
                  <a:lnTo>
                    <a:pt x="39477" y="2325"/>
                  </a:lnTo>
                  <a:lnTo>
                    <a:pt x="39055" y="2146"/>
                  </a:lnTo>
                  <a:lnTo>
                    <a:pt x="38583" y="1993"/>
                  </a:lnTo>
                  <a:lnTo>
                    <a:pt x="38072" y="1827"/>
                  </a:lnTo>
                  <a:lnTo>
                    <a:pt x="37523" y="1674"/>
                  </a:lnTo>
                  <a:lnTo>
                    <a:pt x="36935" y="1521"/>
                  </a:lnTo>
                  <a:lnTo>
                    <a:pt x="36297" y="1380"/>
                  </a:lnTo>
                  <a:lnTo>
                    <a:pt x="35632" y="1252"/>
                  </a:lnTo>
                  <a:lnTo>
                    <a:pt x="34930" y="1112"/>
                  </a:lnTo>
                  <a:lnTo>
                    <a:pt x="34202" y="984"/>
                  </a:lnTo>
                  <a:lnTo>
                    <a:pt x="33423" y="869"/>
                  </a:lnTo>
                  <a:lnTo>
                    <a:pt x="32631" y="754"/>
                  </a:lnTo>
                  <a:lnTo>
                    <a:pt x="31801" y="652"/>
                  </a:lnTo>
                  <a:lnTo>
                    <a:pt x="30933" y="550"/>
                  </a:lnTo>
                  <a:lnTo>
                    <a:pt x="30051" y="461"/>
                  </a:lnTo>
                  <a:lnTo>
                    <a:pt x="29132" y="384"/>
                  </a:lnTo>
                  <a:lnTo>
                    <a:pt x="28200" y="307"/>
                  </a:lnTo>
                  <a:lnTo>
                    <a:pt x="27229" y="231"/>
                  </a:lnTo>
                  <a:lnTo>
                    <a:pt x="26246" y="180"/>
                  </a:lnTo>
                  <a:lnTo>
                    <a:pt x="25250" y="129"/>
                  </a:lnTo>
                  <a:lnTo>
                    <a:pt x="24215" y="77"/>
                  </a:lnTo>
                  <a:lnTo>
                    <a:pt x="23181" y="52"/>
                  </a:lnTo>
                  <a:lnTo>
                    <a:pt x="22121" y="26"/>
                  </a:lnTo>
                  <a:lnTo>
                    <a:pt x="21035" y="14"/>
                  </a:lnTo>
                  <a:lnTo>
                    <a:pt x="19949" y="1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4094191" y="3717749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0" y="0"/>
                  </a:moveTo>
                  <a:lnTo>
                    <a:pt x="0" y="383"/>
                  </a:lnTo>
                  <a:lnTo>
                    <a:pt x="2325" y="383"/>
                  </a:lnTo>
                  <a:lnTo>
                    <a:pt x="3346" y="396"/>
                  </a:lnTo>
                  <a:lnTo>
                    <a:pt x="4253" y="409"/>
                  </a:lnTo>
                  <a:lnTo>
                    <a:pt x="5058" y="447"/>
                  </a:lnTo>
                  <a:lnTo>
                    <a:pt x="5747" y="511"/>
                  </a:lnTo>
                  <a:lnTo>
                    <a:pt x="6322" y="575"/>
                  </a:lnTo>
                  <a:lnTo>
                    <a:pt x="6565" y="626"/>
                  </a:lnTo>
                  <a:lnTo>
                    <a:pt x="6795" y="664"/>
                  </a:lnTo>
                  <a:lnTo>
                    <a:pt x="6973" y="715"/>
                  </a:lnTo>
                  <a:lnTo>
                    <a:pt x="7139" y="767"/>
                  </a:lnTo>
                  <a:lnTo>
                    <a:pt x="7267" y="830"/>
                  </a:lnTo>
                  <a:lnTo>
                    <a:pt x="7369" y="894"/>
                  </a:lnTo>
                  <a:lnTo>
                    <a:pt x="0" y="894"/>
                  </a:lnTo>
                  <a:lnTo>
                    <a:pt x="0" y="1188"/>
                  </a:lnTo>
                  <a:lnTo>
                    <a:pt x="7471" y="1188"/>
                  </a:lnTo>
                  <a:lnTo>
                    <a:pt x="7446" y="1226"/>
                  </a:lnTo>
                  <a:lnTo>
                    <a:pt x="7408" y="1252"/>
                  </a:lnTo>
                  <a:lnTo>
                    <a:pt x="7305" y="1329"/>
                  </a:lnTo>
                  <a:lnTo>
                    <a:pt x="7165" y="1392"/>
                  </a:lnTo>
                  <a:lnTo>
                    <a:pt x="6986" y="1456"/>
                  </a:lnTo>
                  <a:lnTo>
                    <a:pt x="6769" y="1520"/>
                  </a:lnTo>
                  <a:lnTo>
                    <a:pt x="6514" y="1571"/>
                  </a:lnTo>
                  <a:lnTo>
                    <a:pt x="6207" y="1622"/>
                  </a:lnTo>
                  <a:lnTo>
                    <a:pt x="5875" y="1673"/>
                  </a:lnTo>
                  <a:lnTo>
                    <a:pt x="5505" y="1712"/>
                  </a:lnTo>
                  <a:lnTo>
                    <a:pt x="5096" y="1750"/>
                  </a:lnTo>
                  <a:lnTo>
                    <a:pt x="4151" y="1801"/>
                  </a:lnTo>
                  <a:lnTo>
                    <a:pt x="3053" y="1839"/>
                  </a:lnTo>
                  <a:lnTo>
                    <a:pt x="1801" y="1852"/>
                  </a:lnTo>
                  <a:lnTo>
                    <a:pt x="0" y="1852"/>
                  </a:lnTo>
                  <a:lnTo>
                    <a:pt x="0" y="2210"/>
                  </a:lnTo>
                  <a:lnTo>
                    <a:pt x="2197" y="2644"/>
                  </a:lnTo>
                  <a:lnTo>
                    <a:pt x="4215" y="3053"/>
                  </a:lnTo>
                  <a:lnTo>
                    <a:pt x="6130" y="3449"/>
                  </a:lnTo>
                  <a:lnTo>
                    <a:pt x="8021" y="3857"/>
                  </a:lnTo>
                  <a:lnTo>
                    <a:pt x="11162" y="3857"/>
                  </a:lnTo>
                  <a:lnTo>
                    <a:pt x="9106" y="3410"/>
                  </a:lnTo>
                  <a:lnTo>
                    <a:pt x="7050" y="2976"/>
                  </a:lnTo>
                  <a:lnTo>
                    <a:pt x="5032" y="2567"/>
                  </a:lnTo>
                  <a:lnTo>
                    <a:pt x="3078" y="2184"/>
                  </a:lnTo>
                  <a:lnTo>
                    <a:pt x="3844" y="2171"/>
                  </a:lnTo>
                  <a:lnTo>
                    <a:pt x="4572" y="2159"/>
                  </a:lnTo>
                  <a:lnTo>
                    <a:pt x="5275" y="2133"/>
                  </a:lnTo>
                  <a:lnTo>
                    <a:pt x="5926" y="2108"/>
                  </a:lnTo>
                  <a:lnTo>
                    <a:pt x="6539" y="2056"/>
                  </a:lnTo>
                  <a:lnTo>
                    <a:pt x="7101" y="2018"/>
                  </a:lnTo>
                  <a:lnTo>
                    <a:pt x="7637" y="1967"/>
                  </a:lnTo>
                  <a:lnTo>
                    <a:pt x="8110" y="1903"/>
                  </a:lnTo>
                  <a:lnTo>
                    <a:pt x="8557" y="1827"/>
                  </a:lnTo>
                  <a:lnTo>
                    <a:pt x="8940" y="1763"/>
                  </a:lnTo>
                  <a:lnTo>
                    <a:pt x="9285" y="1673"/>
                  </a:lnTo>
                  <a:lnTo>
                    <a:pt x="9579" y="1584"/>
                  </a:lnTo>
                  <a:lnTo>
                    <a:pt x="9821" y="1495"/>
                  </a:lnTo>
                  <a:lnTo>
                    <a:pt x="10026" y="1392"/>
                  </a:lnTo>
                  <a:lnTo>
                    <a:pt x="10102" y="1341"/>
                  </a:lnTo>
                  <a:lnTo>
                    <a:pt x="10166" y="1290"/>
                  </a:lnTo>
                  <a:lnTo>
                    <a:pt x="10217" y="1239"/>
                  </a:lnTo>
                  <a:lnTo>
                    <a:pt x="10256" y="1188"/>
                  </a:lnTo>
                  <a:lnTo>
                    <a:pt x="13780" y="1188"/>
                  </a:lnTo>
                  <a:lnTo>
                    <a:pt x="13780" y="894"/>
                  </a:lnTo>
                  <a:lnTo>
                    <a:pt x="10217" y="894"/>
                  </a:lnTo>
                  <a:lnTo>
                    <a:pt x="10179" y="843"/>
                  </a:lnTo>
                  <a:lnTo>
                    <a:pt x="10115" y="792"/>
                  </a:lnTo>
                  <a:lnTo>
                    <a:pt x="9987" y="703"/>
                  </a:lnTo>
                  <a:lnTo>
                    <a:pt x="9796" y="613"/>
                  </a:lnTo>
                  <a:lnTo>
                    <a:pt x="9579" y="537"/>
                  </a:lnTo>
                  <a:lnTo>
                    <a:pt x="9323" y="473"/>
                  </a:lnTo>
                  <a:lnTo>
                    <a:pt x="9042" y="409"/>
                  </a:lnTo>
                  <a:lnTo>
                    <a:pt x="8723" y="345"/>
                  </a:lnTo>
                  <a:lnTo>
                    <a:pt x="8378" y="294"/>
                  </a:lnTo>
                  <a:lnTo>
                    <a:pt x="13780" y="294"/>
                  </a:lnTo>
                  <a:lnTo>
                    <a:pt x="13780" y="0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3807921" y="3646848"/>
              <a:ext cx="764071" cy="159776"/>
            </a:xfrm>
            <a:custGeom>
              <a:avLst/>
              <a:gdLst/>
              <a:ahLst/>
              <a:cxnLst/>
              <a:rect l="l" t="t" r="r" b="b"/>
              <a:pathLst>
                <a:path w="51609" h="10792" extrusionOk="0">
                  <a:moveTo>
                    <a:pt x="1" y="0"/>
                  </a:moveTo>
                  <a:lnTo>
                    <a:pt x="1" y="5390"/>
                  </a:lnTo>
                  <a:lnTo>
                    <a:pt x="1" y="5530"/>
                  </a:lnTo>
                  <a:lnTo>
                    <a:pt x="26" y="5671"/>
                  </a:lnTo>
                  <a:lnTo>
                    <a:pt x="77" y="5811"/>
                  </a:lnTo>
                  <a:lnTo>
                    <a:pt x="128" y="5951"/>
                  </a:lnTo>
                  <a:lnTo>
                    <a:pt x="205" y="6079"/>
                  </a:lnTo>
                  <a:lnTo>
                    <a:pt x="294" y="6220"/>
                  </a:lnTo>
                  <a:lnTo>
                    <a:pt x="397" y="6347"/>
                  </a:lnTo>
                  <a:lnTo>
                    <a:pt x="524" y="6488"/>
                  </a:lnTo>
                  <a:lnTo>
                    <a:pt x="665" y="6616"/>
                  </a:lnTo>
                  <a:lnTo>
                    <a:pt x="805" y="6743"/>
                  </a:lnTo>
                  <a:lnTo>
                    <a:pt x="971" y="6871"/>
                  </a:lnTo>
                  <a:lnTo>
                    <a:pt x="1163" y="6999"/>
                  </a:lnTo>
                  <a:lnTo>
                    <a:pt x="1354" y="7126"/>
                  </a:lnTo>
                  <a:lnTo>
                    <a:pt x="1559" y="7254"/>
                  </a:lnTo>
                  <a:lnTo>
                    <a:pt x="1789" y="7369"/>
                  </a:lnTo>
                  <a:lnTo>
                    <a:pt x="2031" y="7497"/>
                  </a:lnTo>
                  <a:lnTo>
                    <a:pt x="2542" y="7727"/>
                  </a:lnTo>
                  <a:lnTo>
                    <a:pt x="3117" y="7969"/>
                  </a:lnTo>
                  <a:lnTo>
                    <a:pt x="3730" y="8186"/>
                  </a:lnTo>
                  <a:lnTo>
                    <a:pt x="4407" y="8404"/>
                  </a:lnTo>
                  <a:lnTo>
                    <a:pt x="5122" y="8621"/>
                  </a:lnTo>
                  <a:lnTo>
                    <a:pt x="5888" y="8825"/>
                  </a:lnTo>
                  <a:lnTo>
                    <a:pt x="6706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388" y="9553"/>
                  </a:lnTo>
                  <a:lnTo>
                    <a:pt x="10358" y="9719"/>
                  </a:lnTo>
                  <a:lnTo>
                    <a:pt x="11380" y="9872"/>
                  </a:lnTo>
                  <a:lnTo>
                    <a:pt x="12427" y="10013"/>
                  </a:lnTo>
                  <a:lnTo>
                    <a:pt x="13500" y="10140"/>
                  </a:lnTo>
                  <a:lnTo>
                    <a:pt x="14611" y="10255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49"/>
                  </a:lnTo>
                  <a:lnTo>
                    <a:pt x="19362" y="10613"/>
                  </a:lnTo>
                  <a:lnTo>
                    <a:pt x="20601" y="10677"/>
                  </a:lnTo>
                  <a:lnTo>
                    <a:pt x="21878" y="10728"/>
                  </a:lnTo>
                  <a:lnTo>
                    <a:pt x="23168" y="10753"/>
                  </a:lnTo>
                  <a:lnTo>
                    <a:pt x="24483" y="10779"/>
                  </a:lnTo>
                  <a:lnTo>
                    <a:pt x="25811" y="10792"/>
                  </a:lnTo>
                  <a:lnTo>
                    <a:pt x="27139" y="10779"/>
                  </a:lnTo>
                  <a:lnTo>
                    <a:pt x="28442" y="10753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1" y="10613"/>
                  </a:lnTo>
                  <a:lnTo>
                    <a:pt x="33474" y="10549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9" y="10255"/>
                  </a:lnTo>
                  <a:lnTo>
                    <a:pt x="38110" y="10140"/>
                  </a:lnTo>
                  <a:lnTo>
                    <a:pt x="39183" y="10013"/>
                  </a:lnTo>
                  <a:lnTo>
                    <a:pt x="40230" y="9872"/>
                  </a:lnTo>
                  <a:lnTo>
                    <a:pt x="41252" y="9719"/>
                  </a:lnTo>
                  <a:lnTo>
                    <a:pt x="42222" y="9553"/>
                  </a:lnTo>
                  <a:lnTo>
                    <a:pt x="43154" y="9387"/>
                  </a:lnTo>
                  <a:lnTo>
                    <a:pt x="44048" y="9208"/>
                  </a:lnTo>
                  <a:lnTo>
                    <a:pt x="44904" y="9017"/>
                  </a:lnTo>
                  <a:lnTo>
                    <a:pt x="45722" y="8825"/>
                  </a:lnTo>
                  <a:lnTo>
                    <a:pt x="46488" y="8621"/>
                  </a:lnTo>
                  <a:lnTo>
                    <a:pt x="47203" y="8404"/>
                  </a:lnTo>
                  <a:lnTo>
                    <a:pt x="47880" y="8186"/>
                  </a:lnTo>
                  <a:lnTo>
                    <a:pt x="48493" y="7969"/>
                  </a:lnTo>
                  <a:lnTo>
                    <a:pt x="49068" y="7727"/>
                  </a:lnTo>
                  <a:lnTo>
                    <a:pt x="49578" y="7497"/>
                  </a:lnTo>
                  <a:lnTo>
                    <a:pt x="49821" y="7369"/>
                  </a:lnTo>
                  <a:lnTo>
                    <a:pt x="50051" y="7254"/>
                  </a:lnTo>
                  <a:lnTo>
                    <a:pt x="50255" y="7126"/>
                  </a:lnTo>
                  <a:lnTo>
                    <a:pt x="50447" y="6999"/>
                  </a:lnTo>
                  <a:lnTo>
                    <a:pt x="50638" y="6871"/>
                  </a:lnTo>
                  <a:lnTo>
                    <a:pt x="50804" y="6743"/>
                  </a:lnTo>
                  <a:lnTo>
                    <a:pt x="50958" y="6616"/>
                  </a:lnTo>
                  <a:lnTo>
                    <a:pt x="51085" y="6488"/>
                  </a:lnTo>
                  <a:lnTo>
                    <a:pt x="51213" y="6347"/>
                  </a:lnTo>
                  <a:lnTo>
                    <a:pt x="51315" y="6220"/>
                  </a:lnTo>
                  <a:lnTo>
                    <a:pt x="51405" y="6079"/>
                  </a:lnTo>
                  <a:lnTo>
                    <a:pt x="51481" y="5951"/>
                  </a:lnTo>
                  <a:lnTo>
                    <a:pt x="51532" y="5811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09" y="5390"/>
                  </a:lnTo>
                  <a:lnTo>
                    <a:pt x="51609" y="0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3807921" y="3567049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24483" y="1"/>
                  </a:moveTo>
                  <a:lnTo>
                    <a:pt x="23168" y="26"/>
                  </a:lnTo>
                  <a:lnTo>
                    <a:pt x="21878" y="65"/>
                  </a:lnTo>
                  <a:lnTo>
                    <a:pt x="20601" y="103"/>
                  </a:lnTo>
                  <a:lnTo>
                    <a:pt x="19362" y="167"/>
                  </a:lnTo>
                  <a:lnTo>
                    <a:pt x="18136" y="243"/>
                  </a:lnTo>
                  <a:lnTo>
                    <a:pt x="16935" y="333"/>
                  </a:lnTo>
                  <a:lnTo>
                    <a:pt x="15760" y="422"/>
                  </a:lnTo>
                  <a:lnTo>
                    <a:pt x="14611" y="537"/>
                  </a:lnTo>
                  <a:lnTo>
                    <a:pt x="13500" y="652"/>
                  </a:lnTo>
                  <a:lnTo>
                    <a:pt x="12427" y="780"/>
                  </a:lnTo>
                  <a:lnTo>
                    <a:pt x="11380" y="920"/>
                  </a:lnTo>
                  <a:lnTo>
                    <a:pt x="10358" y="1073"/>
                  </a:lnTo>
                  <a:lnTo>
                    <a:pt x="9388" y="1227"/>
                  </a:lnTo>
                  <a:lnTo>
                    <a:pt x="8455" y="1405"/>
                  </a:lnTo>
                  <a:lnTo>
                    <a:pt x="7561" y="1584"/>
                  </a:lnTo>
                  <a:lnTo>
                    <a:pt x="6706" y="1763"/>
                  </a:lnTo>
                  <a:lnTo>
                    <a:pt x="5888" y="1967"/>
                  </a:lnTo>
                  <a:lnTo>
                    <a:pt x="5122" y="2172"/>
                  </a:lnTo>
                  <a:lnTo>
                    <a:pt x="4407" y="2376"/>
                  </a:lnTo>
                  <a:lnTo>
                    <a:pt x="3730" y="2593"/>
                  </a:lnTo>
                  <a:lnTo>
                    <a:pt x="3117" y="2823"/>
                  </a:lnTo>
                  <a:lnTo>
                    <a:pt x="2542" y="3053"/>
                  </a:lnTo>
                  <a:lnTo>
                    <a:pt x="2031" y="3296"/>
                  </a:lnTo>
                  <a:lnTo>
                    <a:pt x="1789" y="3411"/>
                  </a:lnTo>
                  <a:lnTo>
                    <a:pt x="1559" y="3538"/>
                  </a:lnTo>
                  <a:lnTo>
                    <a:pt x="1354" y="3666"/>
                  </a:lnTo>
                  <a:lnTo>
                    <a:pt x="1163" y="3794"/>
                  </a:lnTo>
                  <a:lnTo>
                    <a:pt x="971" y="3921"/>
                  </a:lnTo>
                  <a:lnTo>
                    <a:pt x="805" y="4049"/>
                  </a:lnTo>
                  <a:lnTo>
                    <a:pt x="665" y="4177"/>
                  </a:lnTo>
                  <a:lnTo>
                    <a:pt x="524" y="4305"/>
                  </a:lnTo>
                  <a:lnTo>
                    <a:pt x="397" y="4432"/>
                  </a:lnTo>
                  <a:lnTo>
                    <a:pt x="294" y="4573"/>
                  </a:lnTo>
                  <a:lnTo>
                    <a:pt x="205" y="4700"/>
                  </a:lnTo>
                  <a:lnTo>
                    <a:pt x="128" y="4841"/>
                  </a:lnTo>
                  <a:lnTo>
                    <a:pt x="77" y="4981"/>
                  </a:lnTo>
                  <a:lnTo>
                    <a:pt x="26" y="5109"/>
                  </a:lnTo>
                  <a:lnTo>
                    <a:pt x="1" y="5250"/>
                  </a:lnTo>
                  <a:lnTo>
                    <a:pt x="1" y="5390"/>
                  </a:lnTo>
                  <a:lnTo>
                    <a:pt x="1" y="5531"/>
                  </a:lnTo>
                  <a:lnTo>
                    <a:pt x="26" y="5671"/>
                  </a:lnTo>
                  <a:lnTo>
                    <a:pt x="77" y="5812"/>
                  </a:lnTo>
                  <a:lnTo>
                    <a:pt x="128" y="5939"/>
                  </a:lnTo>
                  <a:lnTo>
                    <a:pt x="205" y="6080"/>
                  </a:lnTo>
                  <a:lnTo>
                    <a:pt x="294" y="6207"/>
                  </a:lnTo>
                  <a:lnTo>
                    <a:pt x="397" y="6348"/>
                  </a:lnTo>
                  <a:lnTo>
                    <a:pt x="524" y="6476"/>
                  </a:lnTo>
                  <a:lnTo>
                    <a:pt x="665" y="6616"/>
                  </a:lnTo>
                  <a:lnTo>
                    <a:pt x="805" y="6744"/>
                  </a:lnTo>
                  <a:lnTo>
                    <a:pt x="971" y="6872"/>
                  </a:lnTo>
                  <a:lnTo>
                    <a:pt x="1163" y="6999"/>
                  </a:lnTo>
                  <a:lnTo>
                    <a:pt x="1354" y="7127"/>
                  </a:lnTo>
                  <a:lnTo>
                    <a:pt x="1559" y="7242"/>
                  </a:lnTo>
                  <a:lnTo>
                    <a:pt x="1789" y="7370"/>
                  </a:lnTo>
                  <a:lnTo>
                    <a:pt x="2031" y="7497"/>
                  </a:lnTo>
                  <a:lnTo>
                    <a:pt x="2542" y="7727"/>
                  </a:lnTo>
                  <a:lnTo>
                    <a:pt x="3117" y="7957"/>
                  </a:lnTo>
                  <a:lnTo>
                    <a:pt x="3730" y="8187"/>
                  </a:lnTo>
                  <a:lnTo>
                    <a:pt x="4407" y="8404"/>
                  </a:lnTo>
                  <a:lnTo>
                    <a:pt x="5122" y="8621"/>
                  </a:lnTo>
                  <a:lnTo>
                    <a:pt x="5888" y="8826"/>
                  </a:lnTo>
                  <a:lnTo>
                    <a:pt x="6706" y="9017"/>
                  </a:lnTo>
                  <a:lnTo>
                    <a:pt x="7561" y="9209"/>
                  </a:lnTo>
                  <a:lnTo>
                    <a:pt x="8455" y="9387"/>
                  </a:lnTo>
                  <a:lnTo>
                    <a:pt x="9388" y="9554"/>
                  </a:lnTo>
                  <a:lnTo>
                    <a:pt x="10358" y="9720"/>
                  </a:lnTo>
                  <a:lnTo>
                    <a:pt x="11380" y="9860"/>
                  </a:lnTo>
                  <a:lnTo>
                    <a:pt x="12427" y="10001"/>
                  </a:lnTo>
                  <a:lnTo>
                    <a:pt x="13500" y="10128"/>
                  </a:lnTo>
                  <a:lnTo>
                    <a:pt x="14611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37"/>
                  </a:lnTo>
                  <a:lnTo>
                    <a:pt x="19362" y="10614"/>
                  </a:lnTo>
                  <a:lnTo>
                    <a:pt x="20601" y="10677"/>
                  </a:lnTo>
                  <a:lnTo>
                    <a:pt x="21878" y="10728"/>
                  </a:lnTo>
                  <a:lnTo>
                    <a:pt x="23168" y="10754"/>
                  </a:lnTo>
                  <a:lnTo>
                    <a:pt x="24483" y="10780"/>
                  </a:lnTo>
                  <a:lnTo>
                    <a:pt x="27139" y="10780"/>
                  </a:lnTo>
                  <a:lnTo>
                    <a:pt x="28442" y="10754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1" y="10614"/>
                  </a:lnTo>
                  <a:lnTo>
                    <a:pt x="33474" y="10537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9" y="10256"/>
                  </a:lnTo>
                  <a:lnTo>
                    <a:pt x="38110" y="10128"/>
                  </a:lnTo>
                  <a:lnTo>
                    <a:pt x="39183" y="10001"/>
                  </a:lnTo>
                  <a:lnTo>
                    <a:pt x="40230" y="9860"/>
                  </a:lnTo>
                  <a:lnTo>
                    <a:pt x="41252" y="9720"/>
                  </a:lnTo>
                  <a:lnTo>
                    <a:pt x="42222" y="9554"/>
                  </a:lnTo>
                  <a:lnTo>
                    <a:pt x="43154" y="9387"/>
                  </a:lnTo>
                  <a:lnTo>
                    <a:pt x="44048" y="9209"/>
                  </a:lnTo>
                  <a:lnTo>
                    <a:pt x="44904" y="9017"/>
                  </a:lnTo>
                  <a:lnTo>
                    <a:pt x="45722" y="8826"/>
                  </a:lnTo>
                  <a:lnTo>
                    <a:pt x="46488" y="8621"/>
                  </a:lnTo>
                  <a:lnTo>
                    <a:pt x="47203" y="8404"/>
                  </a:lnTo>
                  <a:lnTo>
                    <a:pt x="47880" y="8187"/>
                  </a:lnTo>
                  <a:lnTo>
                    <a:pt x="48493" y="7957"/>
                  </a:lnTo>
                  <a:lnTo>
                    <a:pt x="49068" y="7727"/>
                  </a:lnTo>
                  <a:lnTo>
                    <a:pt x="49578" y="7497"/>
                  </a:lnTo>
                  <a:lnTo>
                    <a:pt x="49821" y="7370"/>
                  </a:lnTo>
                  <a:lnTo>
                    <a:pt x="50051" y="7242"/>
                  </a:lnTo>
                  <a:lnTo>
                    <a:pt x="50255" y="7127"/>
                  </a:lnTo>
                  <a:lnTo>
                    <a:pt x="50447" y="6999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8" y="6616"/>
                  </a:lnTo>
                  <a:lnTo>
                    <a:pt x="51085" y="6476"/>
                  </a:lnTo>
                  <a:lnTo>
                    <a:pt x="51213" y="6348"/>
                  </a:lnTo>
                  <a:lnTo>
                    <a:pt x="51315" y="6207"/>
                  </a:lnTo>
                  <a:lnTo>
                    <a:pt x="51405" y="6080"/>
                  </a:lnTo>
                  <a:lnTo>
                    <a:pt x="51481" y="5939"/>
                  </a:lnTo>
                  <a:lnTo>
                    <a:pt x="51532" y="5812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09" y="5390"/>
                  </a:lnTo>
                  <a:lnTo>
                    <a:pt x="51609" y="5250"/>
                  </a:lnTo>
                  <a:lnTo>
                    <a:pt x="51583" y="5109"/>
                  </a:lnTo>
                  <a:lnTo>
                    <a:pt x="51532" y="4981"/>
                  </a:lnTo>
                  <a:lnTo>
                    <a:pt x="51481" y="4841"/>
                  </a:lnTo>
                  <a:lnTo>
                    <a:pt x="51405" y="4700"/>
                  </a:lnTo>
                  <a:lnTo>
                    <a:pt x="51315" y="4573"/>
                  </a:lnTo>
                  <a:lnTo>
                    <a:pt x="51213" y="4432"/>
                  </a:lnTo>
                  <a:lnTo>
                    <a:pt x="51085" y="4305"/>
                  </a:lnTo>
                  <a:lnTo>
                    <a:pt x="50958" y="4177"/>
                  </a:lnTo>
                  <a:lnTo>
                    <a:pt x="50804" y="4049"/>
                  </a:lnTo>
                  <a:lnTo>
                    <a:pt x="50638" y="3921"/>
                  </a:lnTo>
                  <a:lnTo>
                    <a:pt x="50447" y="3794"/>
                  </a:lnTo>
                  <a:lnTo>
                    <a:pt x="50255" y="3666"/>
                  </a:lnTo>
                  <a:lnTo>
                    <a:pt x="50051" y="3538"/>
                  </a:lnTo>
                  <a:lnTo>
                    <a:pt x="49821" y="3411"/>
                  </a:lnTo>
                  <a:lnTo>
                    <a:pt x="49578" y="3296"/>
                  </a:lnTo>
                  <a:lnTo>
                    <a:pt x="49068" y="3053"/>
                  </a:lnTo>
                  <a:lnTo>
                    <a:pt x="48493" y="2823"/>
                  </a:lnTo>
                  <a:lnTo>
                    <a:pt x="47880" y="2593"/>
                  </a:lnTo>
                  <a:lnTo>
                    <a:pt x="47203" y="2376"/>
                  </a:lnTo>
                  <a:lnTo>
                    <a:pt x="46488" y="2172"/>
                  </a:lnTo>
                  <a:lnTo>
                    <a:pt x="45722" y="1967"/>
                  </a:lnTo>
                  <a:lnTo>
                    <a:pt x="44904" y="1763"/>
                  </a:lnTo>
                  <a:lnTo>
                    <a:pt x="44048" y="1584"/>
                  </a:lnTo>
                  <a:lnTo>
                    <a:pt x="43154" y="1405"/>
                  </a:lnTo>
                  <a:lnTo>
                    <a:pt x="42222" y="1227"/>
                  </a:lnTo>
                  <a:lnTo>
                    <a:pt x="41252" y="1073"/>
                  </a:lnTo>
                  <a:lnTo>
                    <a:pt x="40230" y="920"/>
                  </a:lnTo>
                  <a:lnTo>
                    <a:pt x="39183" y="780"/>
                  </a:lnTo>
                  <a:lnTo>
                    <a:pt x="38110" y="652"/>
                  </a:lnTo>
                  <a:lnTo>
                    <a:pt x="36999" y="537"/>
                  </a:lnTo>
                  <a:lnTo>
                    <a:pt x="35849" y="422"/>
                  </a:lnTo>
                  <a:lnTo>
                    <a:pt x="34674" y="333"/>
                  </a:lnTo>
                  <a:lnTo>
                    <a:pt x="33474" y="243"/>
                  </a:lnTo>
                  <a:lnTo>
                    <a:pt x="32261" y="167"/>
                  </a:lnTo>
                  <a:lnTo>
                    <a:pt x="31009" y="103"/>
                  </a:lnTo>
                  <a:lnTo>
                    <a:pt x="29732" y="65"/>
                  </a:lnTo>
                  <a:lnTo>
                    <a:pt x="28442" y="26"/>
                  </a:lnTo>
                  <a:lnTo>
                    <a:pt x="27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3876187" y="3581232"/>
              <a:ext cx="627554" cy="112326"/>
            </a:xfrm>
            <a:custGeom>
              <a:avLst/>
              <a:gdLst/>
              <a:ahLst/>
              <a:cxnLst/>
              <a:rect l="l" t="t" r="r" b="b"/>
              <a:pathLst>
                <a:path w="42388" h="7587" extrusionOk="0">
                  <a:moveTo>
                    <a:pt x="21200" y="0"/>
                  </a:moveTo>
                  <a:lnTo>
                    <a:pt x="20102" y="13"/>
                  </a:lnTo>
                  <a:lnTo>
                    <a:pt x="19029" y="26"/>
                  </a:lnTo>
                  <a:lnTo>
                    <a:pt x="17969" y="52"/>
                  </a:lnTo>
                  <a:lnTo>
                    <a:pt x="16922" y="77"/>
                  </a:lnTo>
                  <a:lnTo>
                    <a:pt x="15900" y="128"/>
                  </a:lnTo>
                  <a:lnTo>
                    <a:pt x="14891" y="179"/>
                  </a:lnTo>
                  <a:lnTo>
                    <a:pt x="13908" y="230"/>
                  </a:lnTo>
                  <a:lnTo>
                    <a:pt x="12950" y="307"/>
                  </a:lnTo>
                  <a:lnTo>
                    <a:pt x="12005" y="384"/>
                  </a:lnTo>
                  <a:lnTo>
                    <a:pt x="11085" y="460"/>
                  </a:lnTo>
                  <a:lnTo>
                    <a:pt x="10204" y="550"/>
                  </a:lnTo>
                  <a:lnTo>
                    <a:pt x="9349" y="652"/>
                  </a:lnTo>
                  <a:lnTo>
                    <a:pt x="8518" y="754"/>
                  </a:lnTo>
                  <a:lnTo>
                    <a:pt x="7714" y="869"/>
                  </a:lnTo>
                  <a:lnTo>
                    <a:pt x="6948" y="984"/>
                  </a:lnTo>
                  <a:lnTo>
                    <a:pt x="6207" y="1112"/>
                  </a:lnTo>
                  <a:lnTo>
                    <a:pt x="5504" y="1252"/>
                  </a:lnTo>
                  <a:lnTo>
                    <a:pt x="4840" y="1380"/>
                  </a:lnTo>
                  <a:lnTo>
                    <a:pt x="4215" y="1533"/>
                  </a:lnTo>
                  <a:lnTo>
                    <a:pt x="3614" y="1674"/>
                  </a:lnTo>
                  <a:lnTo>
                    <a:pt x="3065" y="1827"/>
                  </a:lnTo>
                  <a:lnTo>
                    <a:pt x="2554" y="1993"/>
                  </a:lnTo>
                  <a:lnTo>
                    <a:pt x="2095" y="2146"/>
                  </a:lnTo>
                  <a:lnTo>
                    <a:pt x="1660" y="2325"/>
                  </a:lnTo>
                  <a:lnTo>
                    <a:pt x="1290" y="2491"/>
                  </a:lnTo>
                  <a:lnTo>
                    <a:pt x="958" y="2670"/>
                  </a:lnTo>
                  <a:lnTo>
                    <a:pt x="664" y="2848"/>
                  </a:lnTo>
                  <a:lnTo>
                    <a:pt x="537" y="2938"/>
                  </a:lnTo>
                  <a:lnTo>
                    <a:pt x="434" y="3027"/>
                  </a:lnTo>
                  <a:lnTo>
                    <a:pt x="332" y="3129"/>
                  </a:lnTo>
                  <a:lnTo>
                    <a:pt x="243" y="3219"/>
                  </a:lnTo>
                  <a:lnTo>
                    <a:pt x="166" y="3308"/>
                  </a:lnTo>
                  <a:lnTo>
                    <a:pt x="102" y="3410"/>
                  </a:lnTo>
                  <a:lnTo>
                    <a:pt x="64" y="3500"/>
                  </a:lnTo>
                  <a:lnTo>
                    <a:pt x="26" y="3602"/>
                  </a:lnTo>
                  <a:lnTo>
                    <a:pt x="0" y="3691"/>
                  </a:lnTo>
                  <a:lnTo>
                    <a:pt x="0" y="3794"/>
                  </a:lnTo>
                  <a:lnTo>
                    <a:pt x="0" y="3896"/>
                  </a:lnTo>
                  <a:lnTo>
                    <a:pt x="26" y="3985"/>
                  </a:lnTo>
                  <a:lnTo>
                    <a:pt x="64" y="4087"/>
                  </a:lnTo>
                  <a:lnTo>
                    <a:pt x="102" y="4177"/>
                  </a:lnTo>
                  <a:lnTo>
                    <a:pt x="166" y="4279"/>
                  </a:lnTo>
                  <a:lnTo>
                    <a:pt x="243" y="4368"/>
                  </a:lnTo>
                  <a:lnTo>
                    <a:pt x="332" y="4470"/>
                  </a:lnTo>
                  <a:lnTo>
                    <a:pt x="434" y="4560"/>
                  </a:lnTo>
                  <a:lnTo>
                    <a:pt x="537" y="4649"/>
                  </a:lnTo>
                  <a:lnTo>
                    <a:pt x="664" y="4739"/>
                  </a:lnTo>
                  <a:lnTo>
                    <a:pt x="958" y="4917"/>
                  </a:lnTo>
                  <a:lnTo>
                    <a:pt x="1290" y="5096"/>
                  </a:lnTo>
                  <a:lnTo>
                    <a:pt x="1660" y="5275"/>
                  </a:lnTo>
                  <a:lnTo>
                    <a:pt x="2095" y="5441"/>
                  </a:lnTo>
                  <a:lnTo>
                    <a:pt x="2554" y="5607"/>
                  </a:lnTo>
                  <a:lnTo>
                    <a:pt x="3065" y="5760"/>
                  </a:lnTo>
                  <a:lnTo>
                    <a:pt x="3614" y="5914"/>
                  </a:lnTo>
                  <a:lnTo>
                    <a:pt x="4215" y="6067"/>
                  </a:lnTo>
                  <a:lnTo>
                    <a:pt x="4840" y="6207"/>
                  </a:lnTo>
                  <a:lnTo>
                    <a:pt x="5504" y="6348"/>
                  </a:lnTo>
                  <a:lnTo>
                    <a:pt x="6207" y="6475"/>
                  </a:lnTo>
                  <a:lnTo>
                    <a:pt x="6948" y="6603"/>
                  </a:lnTo>
                  <a:lnTo>
                    <a:pt x="7714" y="6718"/>
                  </a:lnTo>
                  <a:lnTo>
                    <a:pt x="8518" y="6833"/>
                  </a:lnTo>
                  <a:lnTo>
                    <a:pt x="9349" y="6935"/>
                  </a:lnTo>
                  <a:lnTo>
                    <a:pt x="10204" y="7037"/>
                  </a:lnTo>
                  <a:lnTo>
                    <a:pt x="11085" y="7127"/>
                  </a:lnTo>
                  <a:lnTo>
                    <a:pt x="12005" y="7216"/>
                  </a:lnTo>
                  <a:lnTo>
                    <a:pt x="12950" y="7293"/>
                  </a:lnTo>
                  <a:lnTo>
                    <a:pt x="13908" y="7357"/>
                  </a:lnTo>
                  <a:lnTo>
                    <a:pt x="14891" y="7421"/>
                  </a:lnTo>
                  <a:lnTo>
                    <a:pt x="15900" y="7472"/>
                  </a:lnTo>
                  <a:lnTo>
                    <a:pt x="16922" y="7510"/>
                  </a:lnTo>
                  <a:lnTo>
                    <a:pt x="17969" y="7536"/>
                  </a:lnTo>
                  <a:lnTo>
                    <a:pt x="19029" y="7561"/>
                  </a:lnTo>
                  <a:lnTo>
                    <a:pt x="20102" y="7574"/>
                  </a:lnTo>
                  <a:lnTo>
                    <a:pt x="21200" y="7587"/>
                  </a:lnTo>
                  <a:lnTo>
                    <a:pt x="22286" y="7574"/>
                  </a:lnTo>
                  <a:lnTo>
                    <a:pt x="23359" y="7561"/>
                  </a:lnTo>
                  <a:lnTo>
                    <a:pt x="24419" y="7536"/>
                  </a:lnTo>
                  <a:lnTo>
                    <a:pt x="25466" y="7510"/>
                  </a:lnTo>
                  <a:lnTo>
                    <a:pt x="26488" y="7472"/>
                  </a:lnTo>
                  <a:lnTo>
                    <a:pt x="27496" y="7421"/>
                  </a:lnTo>
                  <a:lnTo>
                    <a:pt x="28480" y="7357"/>
                  </a:lnTo>
                  <a:lnTo>
                    <a:pt x="29450" y="7293"/>
                  </a:lnTo>
                  <a:lnTo>
                    <a:pt x="30383" y="7216"/>
                  </a:lnTo>
                  <a:lnTo>
                    <a:pt x="31302" y="7127"/>
                  </a:lnTo>
                  <a:lnTo>
                    <a:pt x="32183" y="7037"/>
                  </a:lnTo>
                  <a:lnTo>
                    <a:pt x="33039" y="6935"/>
                  </a:lnTo>
                  <a:lnTo>
                    <a:pt x="33869" y="6833"/>
                  </a:lnTo>
                  <a:lnTo>
                    <a:pt x="34674" y="6718"/>
                  </a:lnTo>
                  <a:lnTo>
                    <a:pt x="35440" y="6603"/>
                  </a:lnTo>
                  <a:lnTo>
                    <a:pt x="36181" y="6475"/>
                  </a:lnTo>
                  <a:lnTo>
                    <a:pt x="36883" y="6348"/>
                  </a:lnTo>
                  <a:lnTo>
                    <a:pt x="37547" y="6207"/>
                  </a:lnTo>
                  <a:lnTo>
                    <a:pt x="38173" y="6067"/>
                  </a:lnTo>
                  <a:lnTo>
                    <a:pt x="38773" y="5914"/>
                  </a:lnTo>
                  <a:lnTo>
                    <a:pt x="39323" y="5760"/>
                  </a:lnTo>
                  <a:lnTo>
                    <a:pt x="39833" y="5607"/>
                  </a:lnTo>
                  <a:lnTo>
                    <a:pt x="40293" y="5441"/>
                  </a:lnTo>
                  <a:lnTo>
                    <a:pt x="40727" y="5275"/>
                  </a:lnTo>
                  <a:lnTo>
                    <a:pt x="41098" y="5096"/>
                  </a:lnTo>
                  <a:lnTo>
                    <a:pt x="41443" y="4917"/>
                  </a:lnTo>
                  <a:lnTo>
                    <a:pt x="41724" y="4739"/>
                  </a:lnTo>
                  <a:lnTo>
                    <a:pt x="41851" y="4649"/>
                  </a:lnTo>
                  <a:lnTo>
                    <a:pt x="41953" y="4560"/>
                  </a:lnTo>
                  <a:lnTo>
                    <a:pt x="42056" y="4470"/>
                  </a:lnTo>
                  <a:lnTo>
                    <a:pt x="42145" y="4368"/>
                  </a:lnTo>
                  <a:lnTo>
                    <a:pt x="42222" y="4279"/>
                  </a:lnTo>
                  <a:lnTo>
                    <a:pt x="42285" y="4177"/>
                  </a:lnTo>
                  <a:lnTo>
                    <a:pt x="42324" y="4087"/>
                  </a:lnTo>
                  <a:lnTo>
                    <a:pt x="42362" y="3985"/>
                  </a:lnTo>
                  <a:lnTo>
                    <a:pt x="42388" y="3896"/>
                  </a:lnTo>
                  <a:lnTo>
                    <a:pt x="42388" y="3794"/>
                  </a:lnTo>
                  <a:lnTo>
                    <a:pt x="42388" y="3691"/>
                  </a:lnTo>
                  <a:lnTo>
                    <a:pt x="42362" y="3602"/>
                  </a:lnTo>
                  <a:lnTo>
                    <a:pt x="42324" y="3500"/>
                  </a:lnTo>
                  <a:lnTo>
                    <a:pt x="42285" y="3410"/>
                  </a:lnTo>
                  <a:lnTo>
                    <a:pt x="42222" y="3308"/>
                  </a:lnTo>
                  <a:lnTo>
                    <a:pt x="42145" y="3219"/>
                  </a:lnTo>
                  <a:lnTo>
                    <a:pt x="42056" y="3129"/>
                  </a:lnTo>
                  <a:lnTo>
                    <a:pt x="41953" y="3027"/>
                  </a:lnTo>
                  <a:lnTo>
                    <a:pt x="41851" y="2938"/>
                  </a:lnTo>
                  <a:lnTo>
                    <a:pt x="41724" y="2848"/>
                  </a:lnTo>
                  <a:lnTo>
                    <a:pt x="41443" y="2670"/>
                  </a:lnTo>
                  <a:lnTo>
                    <a:pt x="41098" y="2491"/>
                  </a:lnTo>
                  <a:lnTo>
                    <a:pt x="40727" y="2325"/>
                  </a:lnTo>
                  <a:lnTo>
                    <a:pt x="40293" y="2146"/>
                  </a:lnTo>
                  <a:lnTo>
                    <a:pt x="39833" y="1993"/>
                  </a:lnTo>
                  <a:lnTo>
                    <a:pt x="39323" y="1827"/>
                  </a:lnTo>
                  <a:lnTo>
                    <a:pt x="38773" y="1674"/>
                  </a:lnTo>
                  <a:lnTo>
                    <a:pt x="38173" y="1533"/>
                  </a:lnTo>
                  <a:lnTo>
                    <a:pt x="37547" y="1380"/>
                  </a:lnTo>
                  <a:lnTo>
                    <a:pt x="36883" y="1252"/>
                  </a:lnTo>
                  <a:lnTo>
                    <a:pt x="36181" y="1112"/>
                  </a:lnTo>
                  <a:lnTo>
                    <a:pt x="35440" y="984"/>
                  </a:lnTo>
                  <a:lnTo>
                    <a:pt x="34674" y="869"/>
                  </a:lnTo>
                  <a:lnTo>
                    <a:pt x="33869" y="754"/>
                  </a:lnTo>
                  <a:lnTo>
                    <a:pt x="33039" y="652"/>
                  </a:lnTo>
                  <a:lnTo>
                    <a:pt x="32183" y="550"/>
                  </a:lnTo>
                  <a:lnTo>
                    <a:pt x="31302" y="460"/>
                  </a:lnTo>
                  <a:lnTo>
                    <a:pt x="30383" y="384"/>
                  </a:lnTo>
                  <a:lnTo>
                    <a:pt x="29450" y="307"/>
                  </a:lnTo>
                  <a:lnTo>
                    <a:pt x="28480" y="230"/>
                  </a:lnTo>
                  <a:lnTo>
                    <a:pt x="27496" y="179"/>
                  </a:lnTo>
                  <a:lnTo>
                    <a:pt x="26488" y="128"/>
                  </a:lnTo>
                  <a:lnTo>
                    <a:pt x="25466" y="77"/>
                  </a:lnTo>
                  <a:lnTo>
                    <a:pt x="24419" y="52"/>
                  </a:lnTo>
                  <a:lnTo>
                    <a:pt x="23359" y="26"/>
                  </a:lnTo>
                  <a:lnTo>
                    <a:pt x="22286" y="13"/>
                  </a:lnTo>
                  <a:lnTo>
                    <a:pt x="21200" y="0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3885440" y="3581232"/>
              <a:ext cx="609033" cy="83397"/>
            </a:xfrm>
            <a:custGeom>
              <a:avLst/>
              <a:gdLst/>
              <a:ahLst/>
              <a:cxnLst/>
              <a:rect l="l" t="t" r="r" b="b"/>
              <a:pathLst>
                <a:path w="41137" h="5633" extrusionOk="0">
                  <a:moveTo>
                    <a:pt x="19949" y="0"/>
                  </a:moveTo>
                  <a:lnTo>
                    <a:pt x="18238" y="13"/>
                  </a:lnTo>
                  <a:lnTo>
                    <a:pt x="16565" y="52"/>
                  </a:lnTo>
                  <a:lnTo>
                    <a:pt x="14943" y="115"/>
                  </a:lnTo>
                  <a:lnTo>
                    <a:pt x="13360" y="192"/>
                  </a:lnTo>
                  <a:lnTo>
                    <a:pt x="11840" y="294"/>
                  </a:lnTo>
                  <a:lnTo>
                    <a:pt x="10371" y="409"/>
                  </a:lnTo>
                  <a:lnTo>
                    <a:pt x="8966" y="550"/>
                  </a:lnTo>
                  <a:lnTo>
                    <a:pt x="7625" y="716"/>
                  </a:lnTo>
                  <a:lnTo>
                    <a:pt x="6361" y="882"/>
                  </a:lnTo>
                  <a:lnTo>
                    <a:pt x="5173" y="1073"/>
                  </a:lnTo>
                  <a:lnTo>
                    <a:pt x="4075" y="1290"/>
                  </a:lnTo>
                  <a:lnTo>
                    <a:pt x="3551" y="1393"/>
                  </a:lnTo>
                  <a:lnTo>
                    <a:pt x="3066" y="1507"/>
                  </a:lnTo>
                  <a:lnTo>
                    <a:pt x="2593" y="1622"/>
                  </a:lnTo>
                  <a:lnTo>
                    <a:pt x="2134" y="1737"/>
                  </a:lnTo>
                  <a:lnTo>
                    <a:pt x="1712" y="1865"/>
                  </a:lnTo>
                  <a:lnTo>
                    <a:pt x="1316" y="1993"/>
                  </a:lnTo>
                  <a:lnTo>
                    <a:pt x="946" y="2121"/>
                  </a:lnTo>
                  <a:lnTo>
                    <a:pt x="601" y="2248"/>
                  </a:lnTo>
                  <a:lnTo>
                    <a:pt x="282" y="2376"/>
                  </a:lnTo>
                  <a:lnTo>
                    <a:pt x="1" y="2516"/>
                  </a:lnTo>
                  <a:lnTo>
                    <a:pt x="716" y="2299"/>
                  </a:lnTo>
                  <a:lnTo>
                    <a:pt x="1508" y="2095"/>
                  </a:lnTo>
                  <a:lnTo>
                    <a:pt x="2364" y="1903"/>
                  </a:lnTo>
                  <a:lnTo>
                    <a:pt x="3296" y="1725"/>
                  </a:lnTo>
                  <a:lnTo>
                    <a:pt x="4292" y="1546"/>
                  </a:lnTo>
                  <a:lnTo>
                    <a:pt x="5352" y="1393"/>
                  </a:lnTo>
                  <a:lnTo>
                    <a:pt x="6463" y="1239"/>
                  </a:lnTo>
                  <a:lnTo>
                    <a:pt x="7625" y="1099"/>
                  </a:lnTo>
                  <a:lnTo>
                    <a:pt x="8851" y="984"/>
                  </a:lnTo>
                  <a:lnTo>
                    <a:pt x="10116" y="869"/>
                  </a:lnTo>
                  <a:lnTo>
                    <a:pt x="11431" y="780"/>
                  </a:lnTo>
                  <a:lnTo>
                    <a:pt x="12772" y="703"/>
                  </a:lnTo>
                  <a:lnTo>
                    <a:pt x="14164" y="639"/>
                  </a:lnTo>
                  <a:lnTo>
                    <a:pt x="15595" y="601"/>
                  </a:lnTo>
                  <a:lnTo>
                    <a:pt x="17050" y="575"/>
                  </a:lnTo>
                  <a:lnTo>
                    <a:pt x="18532" y="562"/>
                  </a:lnTo>
                  <a:lnTo>
                    <a:pt x="19617" y="575"/>
                  </a:lnTo>
                  <a:lnTo>
                    <a:pt x="20690" y="588"/>
                  </a:lnTo>
                  <a:lnTo>
                    <a:pt x="21750" y="614"/>
                  </a:lnTo>
                  <a:lnTo>
                    <a:pt x="22797" y="639"/>
                  </a:lnTo>
                  <a:lnTo>
                    <a:pt x="23819" y="677"/>
                  </a:lnTo>
                  <a:lnTo>
                    <a:pt x="24828" y="728"/>
                  </a:lnTo>
                  <a:lnTo>
                    <a:pt x="25811" y="792"/>
                  </a:lnTo>
                  <a:lnTo>
                    <a:pt x="26782" y="856"/>
                  </a:lnTo>
                  <a:lnTo>
                    <a:pt x="27714" y="933"/>
                  </a:lnTo>
                  <a:lnTo>
                    <a:pt x="28634" y="1022"/>
                  </a:lnTo>
                  <a:lnTo>
                    <a:pt x="29515" y="1112"/>
                  </a:lnTo>
                  <a:lnTo>
                    <a:pt x="30371" y="1214"/>
                  </a:lnTo>
                  <a:lnTo>
                    <a:pt x="31214" y="1316"/>
                  </a:lnTo>
                  <a:lnTo>
                    <a:pt x="32005" y="1431"/>
                  </a:lnTo>
                  <a:lnTo>
                    <a:pt x="32772" y="1546"/>
                  </a:lnTo>
                  <a:lnTo>
                    <a:pt x="33512" y="1674"/>
                  </a:lnTo>
                  <a:lnTo>
                    <a:pt x="34215" y="1801"/>
                  </a:lnTo>
                  <a:lnTo>
                    <a:pt x="34879" y="1942"/>
                  </a:lnTo>
                  <a:lnTo>
                    <a:pt x="35505" y="2082"/>
                  </a:lnTo>
                  <a:lnTo>
                    <a:pt x="36105" y="2235"/>
                  </a:lnTo>
                  <a:lnTo>
                    <a:pt x="36654" y="2389"/>
                  </a:lnTo>
                  <a:lnTo>
                    <a:pt x="37165" y="2542"/>
                  </a:lnTo>
                  <a:lnTo>
                    <a:pt x="37638" y="2708"/>
                  </a:lnTo>
                  <a:lnTo>
                    <a:pt x="38059" y="2874"/>
                  </a:lnTo>
                  <a:lnTo>
                    <a:pt x="38429" y="3053"/>
                  </a:lnTo>
                  <a:lnTo>
                    <a:pt x="38774" y="3232"/>
                  </a:lnTo>
                  <a:lnTo>
                    <a:pt x="39055" y="3410"/>
                  </a:lnTo>
                  <a:lnTo>
                    <a:pt x="39183" y="3500"/>
                  </a:lnTo>
                  <a:lnTo>
                    <a:pt x="39285" y="3589"/>
                  </a:lnTo>
                  <a:lnTo>
                    <a:pt x="39387" y="3679"/>
                  </a:lnTo>
                  <a:lnTo>
                    <a:pt x="39477" y="3781"/>
                  </a:lnTo>
                  <a:lnTo>
                    <a:pt x="39553" y="3870"/>
                  </a:lnTo>
                  <a:lnTo>
                    <a:pt x="39617" y="3972"/>
                  </a:lnTo>
                  <a:lnTo>
                    <a:pt x="39655" y="4062"/>
                  </a:lnTo>
                  <a:lnTo>
                    <a:pt x="39694" y="4164"/>
                  </a:lnTo>
                  <a:lnTo>
                    <a:pt x="39719" y="4253"/>
                  </a:lnTo>
                  <a:lnTo>
                    <a:pt x="39719" y="4355"/>
                  </a:lnTo>
                  <a:lnTo>
                    <a:pt x="39719" y="4432"/>
                  </a:lnTo>
                  <a:lnTo>
                    <a:pt x="39706" y="4522"/>
                  </a:lnTo>
                  <a:lnTo>
                    <a:pt x="39681" y="4611"/>
                  </a:lnTo>
                  <a:lnTo>
                    <a:pt x="39643" y="4688"/>
                  </a:lnTo>
                  <a:lnTo>
                    <a:pt x="39592" y="4764"/>
                  </a:lnTo>
                  <a:lnTo>
                    <a:pt x="39540" y="4854"/>
                  </a:lnTo>
                  <a:lnTo>
                    <a:pt x="39400" y="5007"/>
                  </a:lnTo>
                  <a:lnTo>
                    <a:pt x="39221" y="5173"/>
                  </a:lnTo>
                  <a:lnTo>
                    <a:pt x="39017" y="5326"/>
                  </a:lnTo>
                  <a:lnTo>
                    <a:pt x="38761" y="5479"/>
                  </a:lnTo>
                  <a:lnTo>
                    <a:pt x="38480" y="5633"/>
                  </a:lnTo>
                  <a:lnTo>
                    <a:pt x="39081" y="5428"/>
                  </a:lnTo>
                  <a:lnTo>
                    <a:pt x="39349" y="5326"/>
                  </a:lnTo>
                  <a:lnTo>
                    <a:pt x="39604" y="5211"/>
                  </a:lnTo>
                  <a:lnTo>
                    <a:pt x="39847" y="5096"/>
                  </a:lnTo>
                  <a:lnTo>
                    <a:pt x="40064" y="4994"/>
                  </a:lnTo>
                  <a:lnTo>
                    <a:pt x="40268" y="4879"/>
                  </a:lnTo>
                  <a:lnTo>
                    <a:pt x="40447" y="4764"/>
                  </a:lnTo>
                  <a:lnTo>
                    <a:pt x="40600" y="4649"/>
                  </a:lnTo>
                  <a:lnTo>
                    <a:pt x="40741" y="4522"/>
                  </a:lnTo>
                  <a:lnTo>
                    <a:pt x="40869" y="4407"/>
                  </a:lnTo>
                  <a:lnTo>
                    <a:pt x="40971" y="4292"/>
                  </a:lnTo>
                  <a:lnTo>
                    <a:pt x="41047" y="4164"/>
                  </a:lnTo>
                  <a:lnTo>
                    <a:pt x="41099" y="4049"/>
                  </a:lnTo>
                  <a:lnTo>
                    <a:pt x="41137" y="3921"/>
                  </a:lnTo>
                  <a:lnTo>
                    <a:pt x="41137" y="3794"/>
                  </a:lnTo>
                  <a:lnTo>
                    <a:pt x="41137" y="3691"/>
                  </a:lnTo>
                  <a:lnTo>
                    <a:pt x="41111" y="3602"/>
                  </a:lnTo>
                  <a:lnTo>
                    <a:pt x="41086" y="3500"/>
                  </a:lnTo>
                  <a:lnTo>
                    <a:pt x="41035" y="3410"/>
                  </a:lnTo>
                  <a:lnTo>
                    <a:pt x="40971" y="3308"/>
                  </a:lnTo>
                  <a:lnTo>
                    <a:pt x="40894" y="3219"/>
                  </a:lnTo>
                  <a:lnTo>
                    <a:pt x="40818" y="3129"/>
                  </a:lnTo>
                  <a:lnTo>
                    <a:pt x="40715" y="3027"/>
                  </a:lnTo>
                  <a:lnTo>
                    <a:pt x="40600" y="2938"/>
                  </a:lnTo>
                  <a:lnTo>
                    <a:pt x="40473" y="2848"/>
                  </a:lnTo>
                  <a:lnTo>
                    <a:pt x="40192" y="2670"/>
                  </a:lnTo>
                  <a:lnTo>
                    <a:pt x="39860" y="2491"/>
                  </a:lnTo>
                  <a:lnTo>
                    <a:pt x="39477" y="2325"/>
                  </a:lnTo>
                  <a:lnTo>
                    <a:pt x="39055" y="2146"/>
                  </a:lnTo>
                  <a:lnTo>
                    <a:pt x="38583" y="1993"/>
                  </a:lnTo>
                  <a:lnTo>
                    <a:pt x="38072" y="1827"/>
                  </a:lnTo>
                  <a:lnTo>
                    <a:pt x="37523" y="1674"/>
                  </a:lnTo>
                  <a:lnTo>
                    <a:pt x="36935" y="1533"/>
                  </a:lnTo>
                  <a:lnTo>
                    <a:pt x="36297" y="1380"/>
                  </a:lnTo>
                  <a:lnTo>
                    <a:pt x="35632" y="1252"/>
                  </a:lnTo>
                  <a:lnTo>
                    <a:pt x="34930" y="1112"/>
                  </a:lnTo>
                  <a:lnTo>
                    <a:pt x="34202" y="984"/>
                  </a:lnTo>
                  <a:lnTo>
                    <a:pt x="33423" y="869"/>
                  </a:lnTo>
                  <a:lnTo>
                    <a:pt x="32631" y="754"/>
                  </a:lnTo>
                  <a:lnTo>
                    <a:pt x="31801" y="652"/>
                  </a:lnTo>
                  <a:lnTo>
                    <a:pt x="30933" y="550"/>
                  </a:lnTo>
                  <a:lnTo>
                    <a:pt x="30051" y="460"/>
                  </a:lnTo>
                  <a:lnTo>
                    <a:pt x="29132" y="384"/>
                  </a:lnTo>
                  <a:lnTo>
                    <a:pt x="28200" y="307"/>
                  </a:lnTo>
                  <a:lnTo>
                    <a:pt x="27229" y="230"/>
                  </a:lnTo>
                  <a:lnTo>
                    <a:pt x="26246" y="179"/>
                  </a:lnTo>
                  <a:lnTo>
                    <a:pt x="25250" y="128"/>
                  </a:lnTo>
                  <a:lnTo>
                    <a:pt x="24215" y="77"/>
                  </a:lnTo>
                  <a:lnTo>
                    <a:pt x="23181" y="52"/>
                  </a:lnTo>
                  <a:lnTo>
                    <a:pt x="22121" y="26"/>
                  </a:lnTo>
                  <a:lnTo>
                    <a:pt x="21035" y="13"/>
                  </a:lnTo>
                  <a:lnTo>
                    <a:pt x="19949" y="0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4094191" y="3612234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0" y="1"/>
                  </a:moveTo>
                  <a:lnTo>
                    <a:pt x="0" y="384"/>
                  </a:lnTo>
                  <a:lnTo>
                    <a:pt x="2325" y="384"/>
                  </a:lnTo>
                  <a:lnTo>
                    <a:pt x="3346" y="397"/>
                  </a:lnTo>
                  <a:lnTo>
                    <a:pt x="4253" y="410"/>
                  </a:lnTo>
                  <a:lnTo>
                    <a:pt x="5058" y="461"/>
                  </a:lnTo>
                  <a:lnTo>
                    <a:pt x="5747" y="512"/>
                  </a:lnTo>
                  <a:lnTo>
                    <a:pt x="6322" y="588"/>
                  </a:lnTo>
                  <a:lnTo>
                    <a:pt x="6565" y="627"/>
                  </a:lnTo>
                  <a:lnTo>
                    <a:pt x="6795" y="665"/>
                  </a:lnTo>
                  <a:lnTo>
                    <a:pt x="6973" y="716"/>
                  </a:lnTo>
                  <a:lnTo>
                    <a:pt x="7139" y="780"/>
                  </a:lnTo>
                  <a:lnTo>
                    <a:pt x="7267" y="831"/>
                  </a:lnTo>
                  <a:lnTo>
                    <a:pt x="7369" y="895"/>
                  </a:lnTo>
                  <a:lnTo>
                    <a:pt x="0" y="895"/>
                  </a:lnTo>
                  <a:lnTo>
                    <a:pt x="0" y="1189"/>
                  </a:lnTo>
                  <a:lnTo>
                    <a:pt x="7471" y="1189"/>
                  </a:lnTo>
                  <a:lnTo>
                    <a:pt x="7446" y="1227"/>
                  </a:lnTo>
                  <a:lnTo>
                    <a:pt x="7408" y="1265"/>
                  </a:lnTo>
                  <a:lnTo>
                    <a:pt x="7305" y="1329"/>
                  </a:lnTo>
                  <a:lnTo>
                    <a:pt x="7165" y="1393"/>
                  </a:lnTo>
                  <a:lnTo>
                    <a:pt x="6986" y="1457"/>
                  </a:lnTo>
                  <a:lnTo>
                    <a:pt x="6769" y="1521"/>
                  </a:lnTo>
                  <a:lnTo>
                    <a:pt x="6514" y="1572"/>
                  </a:lnTo>
                  <a:lnTo>
                    <a:pt x="6207" y="1623"/>
                  </a:lnTo>
                  <a:lnTo>
                    <a:pt x="5875" y="1674"/>
                  </a:lnTo>
                  <a:lnTo>
                    <a:pt x="5505" y="1712"/>
                  </a:lnTo>
                  <a:lnTo>
                    <a:pt x="5096" y="1751"/>
                  </a:lnTo>
                  <a:lnTo>
                    <a:pt x="4151" y="1802"/>
                  </a:lnTo>
                  <a:lnTo>
                    <a:pt x="3053" y="1840"/>
                  </a:lnTo>
                  <a:lnTo>
                    <a:pt x="1801" y="1853"/>
                  </a:lnTo>
                  <a:lnTo>
                    <a:pt x="0" y="1853"/>
                  </a:lnTo>
                  <a:lnTo>
                    <a:pt x="0" y="2210"/>
                  </a:lnTo>
                  <a:lnTo>
                    <a:pt x="2197" y="2645"/>
                  </a:lnTo>
                  <a:lnTo>
                    <a:pt x="4215" y="3053"/>
                  </a:lnTo>
                  <a:lnTo>
                    <a:pt x="6130" y="3449"/>
                  </a:lnTo>
                  <a:lnTo>
                    <a:pt x="8021" y="3858"/>
                  </a:lnTo>
                  <a:lnTo>
                    <a:pt x="11162" y="3858"/>
                  </a:lnTo>
                  <a:lnTo>
                    <a:pt x="9106" y="3411"/>
                  </a:lnTo>
                  <a:lnTo>
                    <a:pt x="7050" y="2977"/>
                  </a:lnTo>
                  <a:lnTo>
                    <a:pt x="5032" y="2568"/>
                  </a:lnTo>
                  <a:lnTo>
                    <a:pt x="3078" y="2185"/>
                  </a:lnTo>
                  <a:lnTo>
                    <a:pt x="3844" y="2172"/>
                  </a:lnTo>
                  <a:lnTo>
                    <a:pt x="4572" y="2159"/>
                  </a:lnTo>
                  <a:lnTo>
                    <a:pt x="5275" y="2134"/>
                  </a:lnTo>
                  <a:lnTo>
                    <a:pt x="5926" y="2108"/>
                  </a:lnTo>
                  <a:lnTo>
                    <a:pt x="6539" y="2070"/>
                  </a:lnTo>
                  <a:lnTo>
                    <a:pt x="7101" y="2019"/>
                  </a:lnTo>
                  <a:lnTo>
                    <a:pt x="7637" y="1968"/>
                  </a:lnTo>
                  <a:lnTo>
                    <a:pt x="8110" y="1904"/>
                  </a:lnTo>
                  <a:lnTo>
                    <a:pt x="8557" y="1827"/>
                  </a:lnTo>
                  <a:lnTo>
                    <a:pt x="8940" y="1763"/>
                  </a:lnTo>
                  <a:lnTo>
                    <a:pt x="9285" y="1674"/>
                  </a:lnTo>
                  <a:lnTo>
                    <a:pt x="9579" y="1585"/>
                  </a:lnTo>
                  <a:lnTo>
                    <a:pt x="9821" y="1495"/>
                  </a:lnTo>
                  <a:lnTo>
                    <a:pt x="10026" y="1393"/>
                  </a:lnTo>
                  <a:lnTo>
                    <a:pt x="10102" y="1342"/>
                  </a:lnTo>
                  <a:lnTo>
                    <a:pt x="10166" y="1291"/>
                  </a:lnTo>
                  <a:lnTo>
                    <a:pt x="10217" y="1240"/>
                  </a:lnTo>
                  <a:lnTo>
                    <a:pt x="10256" y="1189"/>
                  </a:lnTo>
                  <a:lnTo>
                    <a:pt x="13780" y="1189"/>
                  </a:lnTo>
                  <a:lnTo>
                    <a:pt x="13780" y="895"/>
                  </a:lnTo>
                  <a:lnTo>
                    <a:pt x="10217" y="895"/>
                  </a:lnTo>
                  <a:lnTo>
                    <a:pt x="10179" y="844"/>
                  </a:lnTo>
                  <a:lnTo>
                    <a:pt x="10115" y="793"/>
                  </a:lnTo>
                  <a:lnTo>
                    <a:pt x="9987" y="703"/>
                  </a:lnTo>
                  <a:lnTo>
                    <a:pt x="9796" y="627"/>
                  </a:lnTo>
                  <a:lnTo>
                    <a:pt x="9579" y="550"/>
                  </a:lnTo>
                  <a:lnTo>
                    <a:pt x="9323" y="474"/>
                  </a:lnTo>
                  <a:lnTo>
                    <a:pt x="9042" y="410"/>
                  </a:lnTo>
                  <a:lnTo>
                    <a:pt x="8723" y="346"/>
                  </a:lnTo>
                  <a:lnTo>
                    <a:pt x="8378" y="295"/>
                  </a:lnTo>
                  <a:lnTo>
                    <a:pt x="13780" y="295"/>
                  </a:lnTo>
                  <a:lnTo>
                    <a:pt x="13780" y="1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3807921" y="3541333"/>
              <a:ext cx="764071" cy="159790"/>
            </a:xfrm>
            <a:custGeom>
              <a:avLst/>
              <a:gdLst/>
              <a:ahLst/>
              <a:cxnLst/>
              <a:rect l="l" t="t" r="r" b="b"/>
              <a:pathLst>
                <a:path w="51609" h="10793" extrusionOk="0">
                  <a:moveTo>
                    <a:pt x="1" y="1"/>
                  </a:moveTo>
                  <a:lnTo>
                    <a:pt x="1" y="5390"/>
                  </a:lnTo>
                  <a:lnTo>
                    <a:pt x="1" y="5531"/>
                  </a:lnTo>
                  <a:lnTo>
                    <a:pt x="26" y="5671"/>
                  </a:lnTo>
                  <a:lnTo>
                    <a:pt x="77" y="5812"/>
                  </a:lnTo>
                  <a:lnTo>
                    <a:pt x="128" y="5952"/>
                  </a:lnTo>
                  <a:lnTo>
                    <a:pt x="205" y="6080"/>
                  </a:lnTo>
                  <a:lnTo>
                    <a:pt x="294" y="6220"/>
                  </a:lnTo>
                  <a:lnTo>
                    <a:pt x="397" y="6348"/>
                  </a:lnTo>
                  <a:lnTo>
                    <a:pt x="524" y="6489"/>
                  </a:lnTo>
                  <a:lnTo>
                    <a:pt x="665" y="6616"/>
                  </a:lnTo>
                  <a:lnTo>
                    <a:pt x="805" y="6744"/>
                  </a:lnTo>
                  <a:lnTo>
                    <a:pt x="971" y="6872"/>
                  </a:lnTo>
                  <a:lnTo>
                    <a:pt x="1163" y="6999"/>
                  </a:lnTo>
                  <a:lnTo>
                    <a:pt x="1354" y="7127"/>
                  </a:lnTo>
                  <a:lnTo>
                    <a:pt x="1559" y="7255"/>
                  </a:lnTo>
                  <a:lnTo>
                    <a:pt x="1789" y="7370"/>
                  </a:lnTo>
                  <a:lnTo>
                    <a:pt x="2031" y="7497"/>
                  </a:lnTo>
                  <a:lnTo>
                    <a:pt x="2542" y="7740"/>
                  </a:lnTo>
                  <a:lnTo>
                    <a:pt x="3117" y="7970"/>
                  </a:lnTo>
                  <a:lnTo>
                    <a:pt x="3730" y="8187"/>
                  </a:lnTo>
                  <a:lnTo>
                    <a:pt x="4407" y="8417"/>
                  </a:lnTo>
                  <a:lnTo>
                    <a:pt x="5122" y="8621"/>
                  </a:lnTo>
                  <a:lnTo>
                    <a:pt x="5888" y="8826"/>
                  </a:lnTo>
                  <a:lnTo>
                    <a:pt x="6706" y="9017"/>
                  </a:lnTo>
                  <a:lnTo>
                    <a:pt x="7561" y="9209"/>
                  </a:lnTo>
                  <a:lnTo>
                    <a:pt x="8455" y="9388"/>
                  </a:lnTo>
                  <a:lnTo>
                    <a:pt x="9388" y="9554"/>
                  </a:lnTo>
                  <a:lnTo>
                    <a:pt x="10358" y="9720"/>
                  </a:lnTo>
                  <a:lnTo>
                    <a:pt x="11380" y="9873"/>
                  </a:lnTo>
                  <a:lnTo>
                    <a:pt x="12427" y="10013"/>
                  </a:lnTo>
                  <a:lnTo>
                    <a:pt x="13500" y="10141"/>
                  </a:lnTo>
                  <a:lnTo>
                    <a:pt x="14611" y="10256"/>
                  </a:lnTo>
                  <a:lnTo>
                    <a:pt x="15760" y="10371"/>
                  </a:lnTo>
                  <a:lnTo>
                    <a:pt x="16935" y="10460"/>
                  </a:lnTo>
                  <a:lnTo>
                    <a:pt x="18136" y="10550"/>
                  </a:lnTo>
                  <a:lnTo>
                    <a:pt x="19362" y="10614"/>
                  </a:lnTo>
                  <a:lnTo>
                    <a:pt x="20601" y="10677"/>
                  </a:lnTo>
                  <a:lnTo>
                    <a:pt x="21878" y="10729"/>
                  </a:lnTo>
                  <a:lnTo>
                    <a:pt x="23168" y="10767"/>
                  </a:lnTo>
                  <a:lnTo>
                    <a:pt x="24483" y="10780"/>
                  </a:lnTo>
                  <a:lnTo>
                    <a:pt x="25811" y="10792"/>
                  </a:lnTo>
                  <a:lnTo>
                    <a:pt x="27139" y="10780"/>
                  </a:lnTo>
                  <a:lnTo>
                    <a:pt x="28442" y="10767"/>
                  </a:lnTo>
                  <a:lnTo>
                    <a:pt x="29732" y="10729"/>
                  </a:lnTo>
                  <a:lnTo>
                    <a:pt x="31009" y="10677"/>
                  </a:lnTo>
                  <a:lnTo>
                    <a:pt x="32261" y="10614"/>
                  </a:lnTo>
                  <a:lnTo>
                    <a:pt x="33474" y="10550"/>
                  </a:lnTo>
                  <a:lnTo>
                    <a:pt x="34674" y="10460"/>
                  </a:lnTo>
                  <a:lnTo>
                    <a:pt x="35849" y="10371"/>
                  </a:lnTo>
                  <a:lnTo>
                    <a:pt x="36999" y="10256"/>
                  </a:lnTo>
                  <a:lnTo>
                    <a:pt x="38110" y="10141"/>
                  </a:lnTo>
                  <a:lnTo>
                    <a:pt x="39183" y="10013"/>
                  </a:lnTo>
                  <a:lnTo>
                    <a:pt x="40230" y="9873"/>
                  </a:lnTo>
                  <a:lnTo>
                    <a:pt x="41252" y="9720"/>
                  </a:lnTo>
                  <a:lnTo>
                    <a:pt x="42222" y="9554"/>
                  </a:lnTo>
                  <a:lnTo>
                    <a:pt x="43154" y="9388"/>
                  </a:lnTo>
                  <a:lnTo>
                    <a:pt x="44048" y="9209"/>
                  </a:lnTo>
                  <a:lnTo>
                    <a:pt x="44904" y="9017"/>
                  </a:lnTo>
                  <a:lnTo>
                    <a:pt x="45722" y="8826"/>
                  </a:lnTo>
                  <a:lnTo>
                    <a:pt x="46488" y="8621"/>
                  </a:lnTo>
                  <a:lnTo>
                    <a:pt x="47203" y="8417"/>
                  </a:lnTo>
                  <a:lnTo>
                    <a:pt x="47880" y="8187"/>
                  </a:lnTo>
                  <a:lnTo>
                    <a:pt x="48493" y="7970"/>
                  </a:lnTo>
                  <a:lnTo>
                    <a:pt x="49068" y="7740"/>
                  </a:lnTo>
                  <a:lnTo>
                    <a:pt x="49578" y="7497"/>
                  </a:lnTo>
                  <a:lnTo>
                    <a:pt x="49821" y="7370"/>
                  </a:lnTo>
                  <a:lnTo>
                    <a:pt x="50051" y="7255"/>
                  </a:lnTo>
                  <a:lnTo>
                    <a:pt x="50255" y="7127"/>
                  </a:lnTo>
                  <a:lnTo>
                    <a:pt x="50447" y="6999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8" y="6616"/>
                  </a:lnTo>
                  <a:lnTo>
                    <a:pt x="51085" y="6489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5" y="6080"/>
                  </a:lnTo>
                  <a:lnTo>
                    <a:pt x="51481" y="5952"/>
                  </a:lnTo>
                  <a:lnTo>
                    <a:pt x="51532" y="5812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09" y="5390"/>
                  </a:lnTo>
                  <a:lnTo>
                    <a:pt x="51609" y="1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3807921" y="3461549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25811" y="0"/>
                  </a:moveTo>
                  <a:lnTo>
                    <a:pt x="24483" y="13"/>
                  </a:lnTo>
                  <a:lnTo>
                    <a:pt x="23168" y="26"/>
                  </a:lnTo>
                  <a:lnTo>
                    <a:pt x="21878" y="64"/>
                  </a:lnTo>
                  <a:lnTo>
                    <a:pt x="20601" y="115"/>
                  </a:lnTo>
                  <a:lnTo>
                    <a:pt x="19362" y="166"/>
                  </a:lnTo>
                  <a:lnTo>
                    <a:pt x="18136" y="243"/>
                  </a:lnTo>
                  <a:lnTo>
                    <a:pt x="16935" y="332"/>
                  </a:lnTo>
                  <a:lnTo>
                    <a:pt x="15760" y="422"/>
                  </a:lnTo>
                  <a:lnTo>
                    <a:pt x="14611" y="537"/>
                  </a:lnTo>
                  <a:lnTo>
                    <a:pt x="13500" y="652"/>
                  </a:lnTo>
                  <a:lnTo>
                    <a:pt x="12427" y="779"/>
                  </a:lnTo>
                  <a:lnTo>
                    <a:pt x="11380" y="920"/>
                  </a:lnTo>
                  <a:lnTo>
                    <a:pt x="10358" y="1073"/>
                  </a:lnTo>
                  <a:lnTo>
                    <a:pt x="9388" y="1226"/>
                  </a:lnTo>
                  <a:lnTo>
                    <a:pt x="8455" y="1405"/>
                  </a:lnTo>
                  <a:lnTo>
                    <a:pt x="7561" y="1584"/>
                  </a:lnTo>
                  <a:lnTo>
                    <a:pt x="6706" y="1763"/>
                  </a:lnTo>
                  <a:lnTo>
                    <a:pt x="5888" y="1967"/>
                  </a:lnTo>
                  <a:lnTo>
                    <a:pt x="5122" y="2171"/>
                  </a:lnTo>
                  <a:lnTo>
                    <a:pt x="4407" y="2376"/>
                  </a:lnTo>
                  <a:lnTo>
                    <a:pt x="3730" y="2593"/>
                  </a:lnTo>
                  <a:lnTo>
                    <a:pt x="3117" y="2823"/>
                  </a:lnTo>
                  <a:lnTo>
                    <a:pt x="2542" y="3053"/>
                  </a:lnTo>
                  <a:lnTo>
                    <a:pt x="2031" y="3295"/>
                  </a:lnTo>
                  <a:lnTo>
                    <a:pt x="1789" y="3410"/>
                  </a:lnTo>
                  <a:lnTo>
                    <a:pt x="1559" y="3538"/>
                  </a:lnTo>
                  <a:lnTo>
                    <a:pt x="1354" y="3666"/>
                  </a:lnTo>
                  <a:lnTo>
                    <a:pt x="1163" y="3793"/>
                  </a:lnTo>
                  <a:lnTo>
                    <a:pt x="971" y="3921"/>
                  </a:lnTo>
                  <a:lnTo>
                    <a:pt x="805" y="4049"/>
                  </a:lnTo>
                  <a:lnTo>
                    <a:pt x="665" y="4177"/>
                  </a:lnTo>
                  <a:lnTo>
                    <a:pt x="524" y="4304"/>
                  </a:lnTo>
                  <a:lnTo>
                    <a:pt x="397" y="4432"/>
                  </a:lnTo>
                  <a:lnTo>
                    <a:pt x="294" y="4572"/>
                  </a:lnTo>
                  <a:lnTo>
                    <a:pt x="205" y="4700"/>
                  </a:lnTo>
                  <a:lnTo>
                    <a:pt x="128" y="4841"/>
                  </a:lnTo>
                  <a:lnTo>
                    <a:pt x="77" y="4981"/>
                  </a:lnTo>
                  <a:lnTo>
                    <a:pt x="26" y="5122"/>
                  </a:lnTo>
                  <a:lnTo>
                    <a:pt x="1" y="5249"/>
                  </a:lnTo>
                  <a:lnTo>
                    <a:pt x="1" y="5390"/>
                  </a:lnTo>
                  <a:lnTo>
                    <a:pt x="1" y="5530"/>
                  </a:lnTo>
                  <a:lnTo>
                    <a:pt x="26" y="5671"/>
                  </a:lnTo>
                  <a:lnTo>
                    <a:pt x="77" y="5811"/>
                  </a:lnTo>
                  <a:lnTo>
                    <a:pt x="128" y="5939"/>
                  </a:lnTo>
                  <a:lnTo>
                    <a:pt x="205" y="6079"/>
                  </a:lnTo>
                  <a:lnTo>
                    <a:pt x="294" y="6220"/>
                  </a:lnTo>
                  <a:lnTo>
                    <a:pt x="397" y="6348"/>
                  </a:lnTo>
                  <a:lnTo>
                    <a:pt x="524" y="6475"/>
                  </a:lnTo>
                  <a:lnTo>
                    <a:pt x="665" y="6616"/>
                  </a:lnTo>
                  <a:lnTo>
                    <a:pt x="805" y="6744"/>
                  </a:lnTo>
                  <a:lnTo>
                    <a:pt x="971" y="6871"/>
                  </a:lnTo>
                  <a:lnTo>
                    <a:pt x="1163" y="6999"/>
                  </a:lnTo>
                  <a:lnTo>
                    <a:pt x="1354" y="7127"/>
                  </a:lnTo>
                  <a:lnTo>
                    <a:pt x="1559" y="7242"/>
                  </a:lnTo>
                  <a:lnTo>
                    <a:pt x="1789" y="7369"/>
                  </a:lnTo>
                  <a:lnTo>
                    <a:pt x="2031" y="7497"/>
                  </a:lnTo>
                  <a:lnTo>
                    <a:pt x="2542" y="7727"/>
                  </a:lnTo>
                  <a:lnTo>
                    <a:pt x="3117" y="7970"/>
                  </a:lnTo>
                  <a:lnTo>
                    <a:pt x="3730" y="8187"/>
                  </a:lnTo>
                  <a:lnTo>
                    <a:pt x="4407" y="8404"/>
                  </a:lnTo>
                  <a:lnTo>
                    <a:pt x="5122" y="8621"/>
                  </a:lnTo>
                  <a:lnTo>
                    <a:pt x="5888" y="8825"/>
                  </a:lnTo>
                  <a:lnTo>
                    <a:pt x="6706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388" y="9553"/>
                  </a:lnTo>
                  <a:lnTo>
                    <a:pt x="10358" y="9719"/>
                  </a:lnTo>
                  <a:lnTo>
                    <a:pt x="11380" y="9860"/>
                  </a:lnTo>
                  <a:lnTo>
                    <a:pt x="12427" y="10000"/>
                  </a:lnTo>
                  <a:lnTo>
                    <a:pt x="13500" y="10141"/>
                  </a:lnTo>
                  <a:lnTo>
                    <a:pt x="14611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49"/>
                  </a:lnTo>
                  <a:lnTo>
                    <a:pt x="19362" y="10613"/>
                  </a:lnTo>
                  <a:lnTo>
                    <a:pt x="20601" y="10677"/>
                  </a:lnTo>
                  <a:lnTo>
                    <a:pt x="21878" y="10728"/>
                  </a:lnTo>
                  <a:lnTo>
                    <a:pt x="23168" y="10754"/>
                  </a:lnTo>
                  <a:lnTo>
                    <a:pt x="24483" y="10779"/>
                  </a:lnTo>
                  <a:lnTo>
                    <a:pt x="27139" y="10779"/>
                  </a:lnTo>
                  <a:lnTo>
                    <a:pt x="28442" y="10754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1" y="10613"/>
                  </a:lnTo>
                  <a:lnTo>
                    <a:pt x="33474" y="10549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9" y="10256"/>
                  </a:lnTo>
                  <a:lnTo>
                    <a:pt x="38110" y="10141"/>
                  </a:lnTo>
                  <a:lnTo>
                    <a:pt x="39183" y="10000"/>
                  </a:lnTo>
                  <a:lnTo>
                    <a:pt x="40230" y="9860"/>
                  </a:lnTo>
                  <a:lnTo>
                    <a:pt x="41252" y="9719"/>
                  </a:lnTo>
                  <a:lnTo>
                    <a:pt x="42222" y="9553"/>
                  </a:lnTo>
                  <a:lnTo>
                    <a:pt x="43154" y="9387"/>
                  </a:lnTo>
                  <a:lnTo>
                    <a:pt x="44048" y="9208"/>
                  </a:lnTo>
                  <a:lnTo>
                    <a:pt x="44904" y="9017"/>
                  </a:lnTo>
                  <a:lnTo>
                    <a:pt x="45722" y="8825"/>
                  </a:lnTo>
                  <a:lnTo>
                    <a:pt x="46488" y="8621"/>
                  </a:lnTo>
                  <a:lnTo>
                    <a:pt x="47203" y="8404"/>
                  </a:lnTo>
                  <a:lnTo>
                    <a:pt x="47880" y="8187"/>
                  </a:lnTo>
                  <a:lnTo>
                    <a:pt x="48493" y="7970"/>
                  </a:lnTo>
                  <a:lnTo>
                    <a:pt x="49068" y="7727"/>
                  </a:lnTo>
                  <a:lnTo>
                    <a:pt x="49578" y="7497"/>
                  </a:lnTo>
                  <a:lnTo>
                    <a:pt x="49821" y="7369"/>
                  </a:lnTo>
                  <a:lnTo>
                    <a:pt x="50051" y="7242"/>
                  </a:lnTo>
                  <a:lnTo>
                    <a:pt x="50255" y="7127"/>
                  </a:lnTo>
                  <a:lnTo>
                    <a:pt x="50447" y="6999"/>
                  </a:lnTo>
                  <a:lnTo>
                    <a:pt x="50638" y="6871"/>
                  </a:lnTo>
                  <a:lnTo>
                    <a:pt x="50804" y="6744"/>
                  </a:lnTo>
                  <a:lnTo>
                    <a:pt x="50958" y="6616"/>
                  </a:lnTo>
                  <a:lnTo>
                    <a:pt x="51085" y="6475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5" y="6079"/>
                  </a:lnTo>
                  <a:lnTo>
                    <a:pt x="51481" y="5939"/>
                  </a:lnTo>
                  <a:lnTo>
                    <a:pt x="51532" y="5811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09" y="5390"/>
                  </a:lnTo>
                  <a:lnTo>
                    <a:pt x="51609" y="5249"/>
                  </a:lnTo>
                  <a:lnTo>
                    <a:pt x="51583" y="5122"/>
                  </a:lnTo>
                  <a:lnTo>
                    <a:pt x="51532" y="4981"/>
                  </a:lnTo>
                  <a:lnTo>
                    <a:pt x="51481" y="4841"/>
                  </a:lnTo>
                  <a:lnTo>
                    <a:pt x="51405" y="4700"/>
                  </a:lnTo>
                  <a:lnTo>
                    <a:pt x="51315" y="4572"/>
                  </a:lnTo>
                  <a:lnTo>
                    <a:pt x="51213" y="4432"/>
                  </a:lnTo>
                  <a:lnTo>
                    <a:pt x="51085" y="4304"/>
                  </a:lnTo>
                  <a:lnTo>
                    <a:pt x="50958" y="4177"/>
                  </a:lnTo>
                  <a:lnTo>
                    <a:pt x="50804" y="4049"/>
                  </a:lnTo>
                  <a:lnTo>
                    <a:pt x="50638" y="3921"/>
                  </a:lnTo>
                  <a:lnTo>
                    <a:pt x="50447" y="3793"/>
                  </a:lnTo>
                  <a:lnTo>
                    <a:pt x="50255" y="3666"/>
                  </a:lnTo>
                  <a:lnTo>
                    <a:pt x="50051" y="3538"/>
                  </a:lnTo>
                  <a:lnTo>
                    <a:pt x="49821" y="3410"/>
                  </a:lnTo>
                  <a:lnTo>
                    <a:pt x="49578" y="3295"/>
                  </a:lnTo>
                  <a:lnTo>
                    <a:pt x="49068" y="3053"/>
                  </a:lnTo>
                  <a:lnTo>
                    <a:pt x="48493" y="2823"/>
                  </a:lnTo>
                  <a:lnTo>
                    <a:pt x="47880" y="2593"/>
                  </a:lnTo>
                  <a:lnTo>
                    <a:pt x="47203" y="2376"/>
                  </a:lnTo>
                  <a:lnTo>
                    <a:pt x="46488" y="2171"/>
                  </a:lnTo>
                  <a:lnTo>
                    <a:pt x="45722" y="1967"/>
                  </a:lnTo>
                  <a:lnTo>
                    <a:pt x="44904" y="1763"/>
                  </a:lnTo>
                  <a:lnTo>
                    <a:pt x="44048" y="1584"/>
                  </a:lnTo>
                  <a:lnTo>
                    <a:pt x="43154" y="1405"/>
                  </a:lnTo>
                  <a:lnTo>
                    <a:pt x="42222" y="1226"/>
                  </a:lnTo>
                  <a:lnTo>
                    <a:pt x="41252" y="1073"/>
                  </a:lnTo>
                  <a:lnTo>
                    <a:pt x="40230" y="920"/>
                  </a:lnTo>
                  <a:lnTo>
                    <a:pt x="39183" y="779"/>
                  </a:lnTo>
                  <a:lnTo>
                    <a:pt x="38110" y="652"/>
                  </a:lnTo>
                  <a:lnTo>
                    <a:pt x="36999" y="537"/>
                  </a:lnTo>
                  <a:lnTo>
                    <a:pt x="35849" y="422"/>
                  </a:lnTo>
                  <a:lnTo>
                    <a:pt x="34674" y="332"/>
                  </a:lnTo>
                  <a:lnTo>
                    <a:pt x="33474" y="243"/>
                  </a:lnTo>
                  <a:lnTo>
                    <a:pt x="32261" y="166"/>
                  </a:lnTo>
                  <a:lnTo>
                    <a:pt x="31009" y="115"/>
                  </a:lnTo>
                  <a:lnTo>
                    <a:pt x="29732" y="64"/>
                  </a:lnTo>
                  <a:lnTo>
                    <a:pt x="28442" y="26"/>
                  </a:lnTo>
                  <a:lnTo>
                    <a:pt x="27139" y="13"/>
                  </a:lnTo>
                  <a:lnTo>
                    <a:pt x="258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3876187" y="3475732"/>
              <a:ext cx="627554" cy="112326"/>
            </a:xfrm>
            <a:custGeom>
              <a:avLst/>
              <a:gdLst/>
              <a:ahLst/>
              <a:cxnLst/>
              <a:rect l="l" t="t" r="r" b="b"/>
              <a:pathLst>
                <a:path w="42388" h="7587" extrusionOk="0">
                  <a:moveTo>
                    <a:pt x="21200" y="0"/>
                  </a:moveTo>
                  <a:lnTo>
                    <a:pt x="20102" y="13"/>
                  </a:lnTo>
                  <a:lnTo>
                    <a:pt x="19029" y="26"/>
                  </a:lnTo>
                  <a:lnTo>
                    <a:pt x="17969" y="51"/>
                  </a:lnTo>
                  <a:lnTo>
                    <a:pt x="16922" y="77"/>
                  </a:lnTo>
                  <a:lnTo>
                    <a:pt x="15900" y="128"/>
                  </a:lnTo>
                  <a:lnTo>
                    <a:pt x="14891" y="179"/>
                  </a:lnTo>
                  <a:lnTo>
                    <a:pt x="13908" y="230"/>
                  </a:lnTo>
                  <a:lnTo>
                    <a:pt x="12950" y="307"/>
                  </a:lnTo>
                  <a:lnTo>
                    <a:pt x="12005" y="383"/>
                  </a:lnTo>
                  <a:lnTo>
                    <a:pt x="11085" y="460"/>
                  </a:lnTo>
                  <a:lnTo>
                    <a:pt x="10204" y="549"/>
                  </a:lnTo>
                  <a:lnTo>
                    <a:pt x="9349" y="651"/>
                  </a:lnTo>
                  <a:lnTo>
                    <a:pt x="8518" y="754"/>
                  </a:lnTo>
                  <a:lnTo>
                    <a:pt x="7714" y="869"/>
                  </a:lnTo>
                  <a:lnTo>
                    <a:pt x="6948" y="996"/>
                  </a:lnTo>
                  <a:lnTo>
                    <a:pt x="6207" y="1111"/>
                  </a:lnTo>
                  <a:lnTo>
                    <a:pt x="5504" y="1252"/>
                  </a:lnTo>
                  <a:lnTo>
                    <a:pt x="4840" y="1379"/>
                  </a:lnTo>
                  <a:lnTo>
                    <a:pt x="4215" y="1533"/>
                  </a:lnTo>
                  <a:lnTo>
                    <a:pt x="3614" y="1673"/>
                  </a:lnTo>
                  <a:lnTo>
                    <a:pt x="3065" y="1826"/>
                  </a:lnTo>
                  <a:lnTo>
                    <a:pt x="2554" y="1992"/>
                  </a:lnTo>
                  <a:lnTo>
                    <a:pt x="2095" y="2158"/>
                  </a:lnTo>
                  <a:lnTo>
                    <a:pt x="1660" y="2325"/>
                  </a:lnTo>
                  <a:lnTo>
                    <a:pt x="1290" y="2491"/>
                  </a:lnTo>
                  <a:lnTo>
                    <a:pt x="958" y="2669"/>
                  </a:lnTo>
                  <a:lnTo>
                    <a:pt x="664" y="2848"/>
                  </a:lnTo>
                  <a:lnTo>
                    <a:pt x="537" y="2938"/>
                  </a:lnTo>
                  <a:lnTo>
                    <a:pt x="434" y="3027"/>
                  </a:lnTo>
                  <a:lnTo>
                    <a:pt x="332" y="3129"/>
                  </a:lnTo>
                  <a:lnTo>
                    <a:pt x="243" y="3219"/>
                  </a:lnTo>
                  <a:lnTo>
                    <a:pt x="166" y="3308"/>
                  </a:lnTo>
                  <a:lnTo>
                    <a:pt x="102" y="3410"/>
                  </a:lnTo>
                  <a:lnTo>
                    <a:pt x="64" y="3499"/>
                  </a:lnTo>
                  <a:lnTo>
                    <a:pt x="26" y="3602"/>
                  </a:lnTo>
                  <a:lnTo>
                    <a:pt x="0" y="3704"/>
                  </a:lnTo>
                  <a:lnTo>
                    <a:pt x="0" y="3793"/>
                  </a:lnTo>
                  <a:lnTo>
                    <a:pt x="0" y="3895"/>
                  </a:lnTo>
                  <a:lnTo>
                    <a:pt x="26" y="3985"/>
                  </a:lnTo>
                  <a:lnTo>
                    <a:pt x="64" y="4087"/>
                  </a:lnTo>
                  <a:lnTo>
                    <a:pt x="102" y="4189"/>
                  </a:lnTo>
                  <a:lnTo>
                    <a:pt x="166" y="4279"/>
                  </a:lnTo>
                  <a:lnTo>
                    <a:pt x="243" y="4368"/>
                  </a:lnTo>
                  <a:lnTo>
                    <a:pt x="332" y="4470"/>
                  </a:lnTo>
                  <a:lnTo>
                    <a:pt x="434" y="4559"/>
                  </a:lnTo>
                  <a:lnTo>
                    <a:pt x="537" y="4649"/>
                  </a:lnTo>
                  <a:lnTo>
                    <a:pt x="664" y="4738"/>
                  </a:lnTo>
                  <a:lnTo>
                    <a:pt x="958" y="4917"/>
                  </a:lnTo>
                  <a:lnTo>
                    <a:pt x="1290" y="5096"/>
                  </a:lnTo>
                  <a:lnTo>
                    <a:pt x="1660" y="5275"/>
                  </a:lnTo>
                  <a:lnTo>
                    <a:pt x="2095" y="5441"/>
                  </a:lnTo>
                  <a:lnTo>
                    <a:pt x="2554" y="5607"/>
                  </a:lnTo>
                  <a:lnTo>
                    <a:pt x="3065" y="5760"/>
                  </a:lnTo>
                  <a:lnTo>
                    <a:pt x="3614" y="5913"/>
                  </a:lnTo>
                  <a:lnTo>
                    <a:pt x="4215" y="6066"/>
                  </a:lnTo>
                  <a:lnTo>
                    <a:pt x="4840" y="6207"/>
                  </a:lnTo>
                  <a:lnTo>
                    <a:pt x="5504" y="6347"/>
                  </a:lnTo>
                  <a:lnTo>
                    <a:pt x="6207" y="6475"/>
                  </a:lnTo>
                  <a:lnTo>
                    <a:pt x="6948" y="6603"/>
                  </a:lnTo>
                  <a:lnTo>
                    <a:pt x="7714" y="6718"/>
                  </a:lnTo>
                  <a:lnTo>
                    <a:pt x="8518" y="6833"/>
                  </a:lnTo>
                  <a:lnTo>
                    <a:pt x="9349" y="6935"/>
                  </a:lnTo>
                  <a:lnTo>
                    <a:pt x="10204" y="7037"/>
                  </a:lnTo>
                  <a:lnTo>
                    <a:pt x="11085" y="7126"/>
                  </a:lnTo>
                  <a:lnTo>
                    <a:pt x="12005" y="7216"/>
                  </a:lnTo>
                  <a:lnTo>
                    <a:pt x="12950" y="7293"/>
                  </a:lnTo>
                  <a:lnTo>
                    <a:pt x="13908" y="7356"/>
                  </a:lnTo>
                  <a:lnTo>
                    <a:pt x="14891" y="7420"/>
                  </a:lnTo>
                  <a:lnTo>
                    <a:pt x="15900" y="7471"/>
                  </a:lnTo>
                  <a:lnTo>
                    <a:pt x="16922" y="7510"/>
                  </a:lnTo>
                  <a:lnTo>
                    <a:pt x="17969" y="7548"/>
                  </a:lnTo>
                  <a:lnTo>
                    <a:pt x="19029" y="7561"/>
                  </a:lnTo>
                  <a:lnTo>
                    <a:pt x="20102" y="7586"/>
                  </a:lnTo>
                  <a:lnTo>
                    <a:pt x="22286" y="7586"/>
                  </a:lnTo>
                  <a:lnTo>
                    <a:pt x="23359" y="7561"/>
                  </a:lnTo>
                  <a:lnTo>
                    <a:pt x="24419" y="7548"/>
                  </a:lnTo>
                  <a:lnTo>
                    <a:pt x="25466" y="7510"/>
                  </a:lnTo>
                  <a:lnTo>
                    <a:pt x="26488" y="7471"/>
                  </a:lnTo>
                  <a:lnTo>
                    <a:pt x="27496" y="7420"/>
                  </a:lnTo>
                  <a:lnTo>
                    <a:pt x="28480" y="7356"/>
                  </a:lnTo>
                  <a:lnTo>
                    <a:pt x="29450" y="7293"/>
                  </a:lnTo>
                  <a:lnTo>
                    <a:pt x="30383" y="7216"/>
                  </a:lnTo>
                  <a:lnTo>
                    <a:pt x="31302" y="7126"/>
                  </a:lnTo>
                  <a:lnTo>
                    <a:pt x="32183" y="7037"/>
                  </a:lnTo>
                  <a:lnTo>
                    <a:pt x="33039" y="6935"/>
                  </a:lnTo>
                  <a:lnTo>
                    <a:pt x="33869" y="6833"/>
                  </a:lnTo>
                  <a:lnTo>
                    <a:pt x="34674" y="6718"/>
                  </a:lnTo>
                  <a:lnTo>
                    <a:pt x="35440" y="6603"/>
                  </a:lnTo>
                  <a:lnTo>
                    <a:pt x="36181" y="6475"/>
                  </a:lnTo>
                  <a:lnTo>
                    <a:pt x="36883" y="6347"/>
                  </a:lnTo>
                  <a:lnTo>
                    <a:pt x="37547" y="6207"/>
                  </a:lnTo>
                  <a:lnTo>
                    <a:pt x="38173" y="6066"/>
                  </a:lnTo>
                  <a:lnTo>
                    <a:pt x="38773" y="5913"/>
                  </a:lnTo>
                  <a:lnTo>
                    <a:pt x="39323" y="5760"/>
                  </a:lnTo>
                  <a:lnTo>
                    <a:pt x="39833" y="5607"/>
                  </a:lnTo>
                  <a:lnTo>
                    <a:pt x="40293" y="5441"/>
                  </a:lnTo>
                  <a:lnTo>
                    <a:pt x="40727" y="5275"/>
                  </a:lnTo>
                  <a:lnTo>
                    <a:pt x="41098" y="5096"/>
                  </a:lnTo>
                  <a:lnTo>
                    <a:pt x="41443" y="4917"/>
                  </a:lnTo>
                  <a:lnTo>
                    <a:pt x="41724" y="4738"/>
                  </a:lnTo>
                  <a:lnTo>
                    <a:pt x="41851" y="4649"/>
                  </a:lnTo>
                  <a:lnTo>
                    <a:pt x="41953" y="4559"/>
                  </a:lnTo>
                  <a:lnTo>
                    <a:pt x="42056" y="4470"/>
                  </a:lnTo>
                  <a:lnTo>
                    <a:pt x="42145" y="4368"/>
                  </a:lnTo>
                  <a:lnTo>
                    <a:pt x="42222" y="4279"/>
                  </a:lnTo>
                  <a:lnTo>
                    <a:pt x="42285" y="4189"/>
                  </a:lnTo>
                  <a:lnTo>
                    <a:pt x="42324" y="4087"/>
                  </a:lnTo>
                  <a:lnTo>
                    <a:pt x="42362" y="3985"/>
                  </a:lnTo>
                  <a:lnTo>
                    <a:pt x="42388" y="3895"/>
                  </a:lnTo>
                  <a:lnTo>
                    <a:pt x="42388" y="3793"/>
                  </a:lnTo>
                  <a:lnTo>
                    <a:pt x="42388" y="3704"/>
                  </a:lnTo>
                  <a:lnTo>
                    <a:pt x="42362" y="3602"/>
                  </a:lnTo>
                  <a:lnTo>
                    <a:pt x="42324" y="3499"/>
                  </a:lnTo>
                  <a:lnTo>
                    <a:pt x="42285" y="3410"/>
                  </a:lnTo>
                  <a:lnTo>
                    <a:pt x="42222" y="3308"/>
                  </a:lnTo>
                  <a:lnTo>
                    <a:pt x="42145" y="3219"/>
                  </a:lnTo>
                  <a:lnTo>
                    <a:pt x="42056" y="3129"/>
                  </a:lnTo>
                  <a:lnTo>
                    <a:pt x="41953" y="3027"/>
                  </a:lnTo>
                  <a:lnTo>
                    <a:pt x="41851" y="2938"/>
                  </a:lnTo>
                  <a:lnTo>
                    <a:pt x="41724" y="2848"/>
                  </a:lnTo>
                  <a:lnTo>
                    <a:pt x="41443" y="2669"/>
                  </a:lnTo>
                  <a:lnTo>
                    <a:pt x="41098" y="2491"/>
                  </a:lnTo>
                  <a:lnTo>
                    <a:pt x="40727" y="2325"/>
                  </a:lnTo>
                  <a:lnTo>
                    <a:pt x="40293" y="2158"/>
                  </a:lnTo>
                  <a:lnTo>
                    <a:pt x="39833" y="1992"/>
                  </a:lnTo>
                  <a:lnTo>
                    <a:pt x="39323" y="1826"/>
                  </a:lnTo>
                  <a:lnTo>
                    <a:pt x="38773" y="1673"/>
                  </a:lnTo>
                  <a:lnTo>
                    <a:pt x="38173" y="1533"/>
                  </a:lnTo>
                  <a:lnTo>
                    <a:pt x="37547" y="1379"/>
                  </a:lnTo>
                  <a:lnTo>
                    <a:pt x="36883" y="1252"/>
                  </a:lnTo>
                  <a:lnTo>
                    <a:pt x="36181" y="1111"/>
                  </a:lnTo>
                  <a:lnTo>
                    <a:pt x="35440" y="996"/>
                  </a:lnTo>
                  <a:lnTo>
                    <a:pt x="34674" y="869"/>
                  </a:lnTo>
                  <a:lnTo>
                    <a:pt x="33869" y="754"/>
                  </a:lnTo>
                  <a:lnTo>
                    <a:pt x="33039" y="651"/>
                  </a:lnTo>
                  <a:lnTo>
                    <a:pt x="32183" y="549"/>
                  </a:lnTo>
                  <a:lnTo>
                    <a:pt x="31302" y="460"/>
                  </a:lnTo>
                  <a:lnTo>
                    <a:pt x="30383" y="383"/>
                  </a:lnTo>
                  <a:lnTo>
                    <a:pt x="29450" y="307"/>
                  </a:lnTo>
                  <a:lnTo>
                    <a:pt x="28480" y="230"/>
                  </a:lnTo>
                  <a:lnTo>
                    <a:pt x="27496" y="179"/>
                  </a:lnTo>
                  <a:lnTo>
                    <a:pt x="26488" y="128"/>
                  </a:lnTo>
                  <a:lnTo>
                    <a:pt x="25466" y="77"/>
                  </a:lnTo>
                  <a:lnTo>
                    <a:pt x="24419" y="51"/>
                  </a:lnTo>
                  <a:lnTo>
                    <a:pt x="23359" y="26"/>
                  </a:lnTo>
                  <a:lnTo>
                    <a:pt x="22286" y="13"/>
                  </a:lnTo>
                  <a:lnTo>
                    <a:pt x="21200" y="0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3885440" y="3475732"/>
              <a:ext cx="609033" cy="83397"/>
            </a:xfrm>
            <a:custGeom>
              <a:avLst/>
              <a:gdLst/>
              <a:ahLst/>
              <a:cxnLst/>
              <a:rect l="l" t="t" r="r" b="b"/>
              <a:pathLst>
                <a:path w="41137" h="5633" extrusionOk="0">
                  <a:moveTo>
                    <a:pt x="19949" y="0"/>
                  </a:moveTo>
                  <a:lnTo>
                    <a:pt x="18238" y="13"/>
                  </a:lnTo>
                  <a:lnTo>
                    <a:pt x="16565" y="51"/>
                  </a:lnTo>
                  <a:lnTo>
                    <a:pt x="14943" y="115"/>
                  </a:lnTo>
                  <a:lnTo>
                    <a:pt x="13360" y="192"/>
                  </a:lnTo>
                  <a:lnTo>
                    <a:pt x="11840" y="294"/>
                  </a:lnTo>
                  <a:lnTo>
                    <a:pt x="10371" y="409"/>
                  </a:lnTo>
                  <a:lnTo>
                    <a:pt x="8966" y="549"/>
                  </a:lnTo>
                  <a:lnTo>
                    <a:pt x="7625" y="715"/>
                  </a:lnTo>
                  <a:lnTo>
                    <a:pt x="6361" y="881"/>
                  </a:lnTo>
                  <a:lnTo>
                    <a:pt x="5173" y="1073"/>
                  </a:lnTo>
                  <a:lnTo>
                    <a:pt x="4075" y="1290"/>
                  </a:lnTo>
                  <a:lnTo>
                    <a:pt x="3551" y="1392"/>
                  </a:lnTo>
                  <a:lnTo>
                    <a:pt x="3066" y="1507"/>
                  </a:lnTo>
                  <a:lnTo>
                    <a:pt x="2593" y="1622"/>
                  </a:lnTo>
                  <a:lnTo>
                    <a:pt x="2134" y="1737"/>
                  </a:lnTo>
                  <a:lnTo>
                    <a:pt x="1712" y="1865"/>
                  </a:lnTo>
                  <a:lnTo>
                    <a:pt x="1316" y="1992"/>
                  </a:lnTo>
                  <a:lnTo>
                    <a:pt x="946" y="2120"/>
                  </a:lnTo>
                  <a:lnTo>
                    <a:pt x="601" y="2248"/>
                  </a:lnTo>
                  <a:lnTo>
                    <a:pt x="282" y="2376"/>
                  </a:lnTo>
                  <a:lnTo>
                    <a:pt x="1" y="2516"/>
                  </a:lnTo>
                  <a:lnTo>
                    <a:pt x="1" y="2516"/>
                  </a:lnTo>
                  <a:lnTo>
                    <a:pt x="716" y="2299"/>
                  </a:lnTo>
                  <a:lnTo>
                    <a:pt x="1508" y="2095"/>
                  </a:lnTo>
                  <a:lnTo>
                    <a:pt x="2364" y="1903"/>
                  </a:lnTo>
                  <a:lnTo>
                    <a:pt x="3296" y="1724"/>
                  </a:lnTo>
                  <a:lnTo>
                    <a:pt x="4292" y="1545"/>
                  </a:lnTo>
                  <a:lnTo>
                    <a:pt x="5352" y="1392"/>
                  </a:lnTo>
                  <a:lnTo>
                    <a:pt x="6463" y="1239"/>
                  </a:lnTo>
                  <a:lnTo>
                    <a:pt x="7625" y="1098"/>
                  </a:lnTo>
                  <a:lnTo>
                    <a:pt x="8851" y="984"/>
                  </a:lnTo>
                  <a:lnTo>
                    <a:pt x="10116" y="881"/>
                  </a:lnTo>
                  <a:lnTo>
                    <a:pt x="11431" y="779"/>
                  </a:lnTo>
                  <a:lnTo>
                    <a:pt x="12772" y="703"/>
                  </a:lnTo>
                  <a:lnTo>
                    <a:pt x="14164" y="651"/>
                  </a:lnTo>
                  <a:lnTo>
                    <a:pt x="15595" y="600"/>
                  </a:lnTo>
                  <a:lnTo>
                    <a:pt x="17050" y="575"/>
                  </a:lnTo>
                  <a:lnTo>
                    <a:pt x="18532" y="562"/>
                  </a:lnTo>
                  <a:lnTo>
                    <a:pt x="19617" y="575"/>
                  </a:lnTo>
                  <a:lnTo>
                    <a:pt x="20690" y="588"/>
                  </a:lnTo>
                  <a:lnTo>
                    <a:pt x="21750" y="613"/>
                  </a:lnTo>
                  <a:lnTo>
                    <a:pt x="22797" y="639"/>
                  </a:lnTo>
                  <a:lnTo>
                    <a:pt x="23819" y="690"/>
                  </a:lnTo>
                  <a:lnTo>
                    <a:pt x="24828" y="741"/>
                  </a:lnTo>
                  <a:lnTo>
                    <a:pt x="25811" y="792"/>
                  </a:lnTo>
                  <a:lnTo>
                    <a:pt x="26782" y="869"/>
                  </a:lnTo>
                  <a:lnTo>
                    <a:pt x="27714" y="932"/>
                  </a:lnTo>
                  <a:lnTo>
                    <a:pt x="28634" y="1022"/>
                  </a:lnTo>
                  <a:lnTo>
                    <a:pt x="29515" y="1111"/>
                  </a:lnTo>
                  <a:lnTo>
                    <a:pt x="30371" y="1213"/>
                  </a:lnTo>
                  <a:lnTo>
                    <a:pt x="31214" y="1316"/>
                  </a:lnTo>
                  <a:lnTo>
                    <a:pt x="32005" y="1431"/>
                  </a:lnTo>
                  <a:lnTo>
                    <a:pt x="32772" y="1545"/>
                  </a:lnTo>
                  <a:lnTo>
                    <a:pt x="33512" y="1673"/>
                  </a:lnTo>
                  <a:lnTo>
                    <a:pt x="34215" y="1801"/>
                  </a:lnTo>
                  <a:lnTo>
                    <a:pt x="34879" y="1941"/>
                  </a:lnTo>
                  <a:lnTo>
                    <a:pt x="35505" y="2082"/>
                  </a:lnTo>
                  <a:lnTo>
                    <a:pt x="36105" y="2235"/>
                  </a:lnTo>
                  <a:lnTo>
                    <a:pt x="36654" y="2388"/>
                  </a:lnTo>
                  <a:lnTo>
                    <a:pt x="37165" y="2554"/>
                  </a:lnTo>
                  <a:lnTo>
                    <a:pt x="37638" y="2708"/>
                  </a:lnTo>
                  <a:lnTo>
                    <a:pt x="38059" y="2874"/>
                  </a:lnTo>
                  <a:lnTo>
                    <a:pt x="38429" y="3052"/>
                  </a:lnTo>
                  <a:lnTo>
                    <a:pt x="38774" y="3231"/>
                  </a:lnTo>
                  <a:lnTo>
                    <a:pt x="39055" y="3410"/>
                  </a:lnTo>
                  <a:lnTo>
                    <a:pt x="39183" y="3499"/>
                  </a:lnTo>
                  <a:lnTo>
                    <a:pt x="39285" y="3589"/>
                  </a:lnTo>
                  <a:lnTo>
                    <a:pt x="39387" y="3678"/>
                  </a:lnTo>
                  <a:lnTo>
                    <a:pt x="39477" y="3780"/>
                  </a:lnTo>
                  <a:lnTo>
                    <a:pt x="39553" y="3870"/>
                  </a:lnTo>
                  <a:lnTo>
                    <a:pt x="39617" y="3972"/>
                  </a:lnTo>
                  <a:lnTo>
                    <a:pt x="39655" y="4061"/>
                  </a:lnTo>
                  <a:lnTo>
                    <a:pt x="39694" y="4164"/>
                  </a:lnTo>
                  <a:lnTo>
                    <a:pt x="39719" y="4253"/>
                  </a:lnTo>
                  <a:lnTo>
                    <a:pt x="39719" y="4355"/>
                  </a:lnTo>
                  <a:lnTo>
                    <a:pt x="39719" y="4445"/>
                  </a:lnTo>
                  <a:lnTo>
                    <a:pt x="39706" y="4521"/>
                  </a:lnTo>
                  <a:lnTo>
                    <a:pt x="39681" y="4611"/>
                  </a:lnTo>
                  <a:lnTo>
                    <a:pt x="39643" y="4687"/>
                  </a:lnTo>
                  <a:lnTo>
                    <a:pt x="39592" y="4777"/>
                  </a:lnTo>
                  <a:lnTo>
                    <a:pt x="39540" y="4853"/>
                  </a:lnTo>
                  <a:lnTo>
                    <a:pt x="39400" y="5019"/>
                  </a:lnTo>
                  <a:lnTo>
                    <a:pt x="39221" y="5172"/>
                  </a:lnTo>
                  <a:lnTo>
                    <a:pt x="39017" y="5326"/>
                  </a:lnTo>
                  <a:lnTo>
                    <a:pt x="38761" y="5479"/>
                  </a:lnTo>
                  <a:lnTo>
                    <a:pt x="38480" y="5632"/>
                  </a:lnTo>
                  <a:lnTo>
                    <a:pt x="38480" y="5632"/>
                  </a:lnTo>
                  <a:lnTo>
                    <a:pt x="39081" y="5428"/>
                  </a:lnTo>
                  <a:lnTo>
                    <a:pt x="39349" y="5326"/>
                  </a:lnTo>
                  <a:lnTo>
                    <a:pt x="39604" y="5211"/>
                  </a:lnTo>
                  <a:lnTo>
                    <a:pt x="39847" y="5096"/>
                  </a:lnTo>
                  <a:lnTo>
                    <a:pt x="40064" y="4994"/>
                  </a:lnTo>
                  <a:lnTo>
                    <a:pt x="40268" y="4879"/>
                  </a:lnTo>
                  <a:lnTo>
                    <a:pt x="40447" y="4764"/>
                  </a:lnTo>
                  <a:lnTo>
                    <a:pt x="40600" y="4649"/>
                  </a:lnTo>
                  <a:lnTo>
                    <a:pt x="40741" y="4534"/>
                  </a:lnTo>
                  <a:lnTo>
                    <a:pt x="40869" y="4406"/>
                  </a:lnTo>
                  <a:lnTo>
                    <a:pt x="40971" y="4291"/>
                  </a:lnTo>
                  <a:lnTo>
                    <a:pt x="41047" y="4164"/>
                  </a:lnTo>
                  <a:lnTo>
                    <a:pt x="41099" y="4049"/>
                  </a:lnTo>
                  <a:lnTo>
                    <a:pt x="41137" y="3921"/>
                  </a:lnTo>
                  <a:lnTo>
                    <a:pt x="41137" y="3793"/>
                  </a:lnTo>
                  <a:lnTo>
                    <a:pt x="41137" y="3704"/>
                  </a:lnTo>
                  <a:lnTo>
                    <a:pt x="41111" y="3602"/>
                  </a:lnTo>
                  <a:lnTo>
                    <a:pt x="41086" y="3499"/>
                  </a:lnTo>
                  <a:lnTo>
                    <a:pt x="41035" y="3410"/>
                  </a:lnTo>
                  <a:lnTo>
                    <a:pt x="40971" y="3308"/>
                  </a:lnTo>
                  <a:lnTo>
                    <a:pt x="40894" y="3219"/>
                  </a:lnTo>
                  <a:lnTo>
                    <a:pt x="40818" y="3129"/>
                  </a:lnTo>
                  <a:lnTo>
                    <a:pt x="40715" y="3027"/>
                  </a:lnTo>
                  <a:lnTo>
                    <a:pt x="40600" y="2938"/>
                  </a:lnTo>
                  <a:lnTo>
                    <a:pt x="40473" y="2848"/>
                  </a:lnTo>
                  <a:lnTo>
                    <a:pt x="40192" y="2669"/>
                  </a:lnTo>
                  <a:lnTo>
                    <a:pt x="39860" y="2491"/>
                  </a:lnTo>
                  <a:lnTo>
                    <a:pt x="39477" y="2325"/>
                  </a:lnTo>
                  <a:lnTo>
                    <a:pt x="39055" y="2158"/>
                  </a:lnTo>
                  <a:lnTo>
                    <a:pt x="38583" y="1992"/>
                  </a:lnTo>
                  <a:lnTo>
                    <a:pt x="38072" y="1826"/>
                  </a:lnTo>
                  <a:lnTo>
                    <a:pt x="37523" y="1673"/>
                  </a:lnTo>
                  <a:lnTo>
                    <a:pt x="36935" y="1533"/>
                  </a:lnTo>
                  <a:lnTo>
                    <a:pt x="36297" y="1379"/>
                  </a:lnTo>
                  <a:lnTo>
                    <a:pt x="35632" y="1252"/>
                  </a:lnTo>
                  <a:lnTo>
                    <a:pt x="34930" y="1111"/>
                  </a:lnTo>
                  <a:lnTo>
                    <a:pt x="34202" y="996"/>
                  </a:lnTo>
                  <a:lnTo>
                    <a:pt x="33423" y="869"/>
                  </a:lnTo>
                  <a:lnTo>
                    <a:pt x="32631" y="754"/>
                  </a:lnTo>
                  <a:lnTo>
                    <a:pt x="31801" y="651"/>
                  </a:lnTo>
                  <a:lnTo>
                    <a:pt x="30933" y="549"/>
                  </a:lnTo>
                  <a:lnTo>
                    <a:pt x="30051" y="460"/>
                  </a:lnTo>
                  <a:lnTo>
                    <a:pt x="29132" y="383"/>
                  </a:lnTo>
                  <a:lnTo>
                    <a:pt x="28200" y="307"/>
                  </a:lnTo>
                  <a:lnTo>
                    <a:pt x="27229" y="230"/>
                  </a:lnTo>
                  <a:lnTo>
                    <a:pt x="26246" y="179"/>
                  </a:lnTo>
                  <a:lnTo>
                    <a:pt x="25250" y="128"/>
                  </a:lnTo>
                  <a:lnTo>
                    <a:pt x="24215" y="77"/>
                  </a:lnTo>
                  <a:lnTo>
                    <a:pt x="23181" y="51"/>
                  </a:lnTo>
                  <a:lnTo>
                    <a:pt x="22121" y="26"/>
                  </a:lnTo>
                  <a:lnTo>
                    <a:pt x="21035" y="13"/>
                  </a:lnTo>
                  <a:lnTo>
                    <a:pt x="19949" y="0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4094191" y="3506734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0" y="1"/>
                  </a:moveTo>
                  <a:lnTo>
                    <a:pt x="0" y="384"/>
                  </a:lnTo>
                  <a:lnTo>
                    <a:pt x="2325" y="384"/>
                  </a:lnTo>
                  <a:lnTo>
                    <a:pt x="3346" y="397"/>
                  </a:lnTo>
                  <a:lnTo>
                    <a:pt x="4253" y="422"/>
                  </a:lnTo>
                  <a:lnTo>
                    <a:pt x="5058" y="460"/>
                  </a:lnTo>
                  <a:lnTo>
                    <a:pt x="5747" y="511"/>
                  </a:lnTo>
                  <a:lnTo>
                    <a:pt x="6322" y="588"/>
                  </a:lnTo>
                  <a:lnTo>
                    <a:pt x="6565" y="626"/>
                  </a:lnTo>
                  <a:lnTo>
                    <a:pt x="6795" y="678"/>
                  </a:lnTo>
                  <a:lnTo>
                    <a:pt x="6973" y="716"/>
                  </a:lnTo>
                  <a:lnTo>
                    <a:pt x="7139" y="780"/>
                  </a:lnTo>
                  <a:lnTo>
                    <a:pt x="7267" y="831"/>
                  </a:lnTo>
                  <a:lnTo>
                    <a:pt x="7369" y="895"/>
                  </a:lnTo>
                  <a:lnTo>
                    <a:pt x="0" y="895"/>
                  </a:lnTo>
                  <a:lnTo>
                    <a:pt x="0" y="1188"/>
                  </a:lnTo>
                  <a:lnTo>
                    <a:pt x="7471" y="1188"/>
                  </a:lnTo>
                  <a:lnTo>
                    <a:pt x="7446" y="1227"/>
                  </a:lnTo>
                  <a:lnTo>
                    <a:pt x="7408" y="1265"/>
                  </a:lnTo>
                  <a:lnTo>
                    <a:pt x="7305" y="1329"/>
                  </a:lnTo>
                  <a:lnTo>
                    <a:pt x="7165" y="1393"/>
                  </a:lnTo>
                  <a:lnTo>
                    <a:pt x="6986" y="1457"/>
                  </a:lnTo>
                  <a:lnTo>
                    <a:pt x="6769" y="1520"/>
                  </a:lnTo>
                  <a:lnTo>
                    <a:pt x="6514" y="1571"/>
                  </a:lnTo>
                  <a:lnTo>
                    <a:pt x="6207" y="1623"/>
                  </a:lnTo>
                  <a:lnTo>
                    <a:pt x="5875" y="1674"/>
                  </a:lnTo>
                  <a:lnTo>
                    <a:pt x="5505" y="1712"/>
                  </a:lnTo>
                  <a:lnTo>
                    <a:pt x="5096" y="1750"/>
                  </a:lnTo>
                  <a:lnTo>
                    <a:pt x="4636" y="1776"/>
                  </a:lnTo>
                  <a:lnTo>
                    <a:pt x="4151" y="1801"/>
                  </a:lnTo>
                  <a:lnTo>
                    <a:pt x="3053" y="1840"/>
                  </a:lnTo>
                  <a:lnTo>
                    <a:pt x="1801" y="1852"/>
                  </a:lnTo>
                  <a:lnTo>
                    <a:pt x="0" y="1852"/>
                  </a:lnTo>
                  <a:lnTo>
                    <a:pt x="0" y="2223"/>
                  </a:lnTo>
                  <a:lnTo>
                    <a:pt x="2197" y="2644"/>
                  </a:lnTo>
                  <a:lnTo>
                    <a:pt x="4215" y="3053"/>
                  </a:lnTo>
                  <a:lnTo>
                    <a:pt x="6130" y="3449"/>
                  </a:lnTo>
                  <a:lnTo>
                    <a:pt x="8021" y="3858"/>
                  </a:lnTo>
                  <a:lnTo>
                    <a:pt x="11162" y="3858"/>
                  </a:lnTo>
                  <a:lnTo>
                    <a:pt x="9106" y="3411"/>
                  </a:lnTo>
                  <a:lnTo>
                    <a:pt x="7050" y="2976"/>
                  </a:lnTo>
                  <a:lnTo>
                    <a:pt x="5032" y="2568"/>
                  </a:lnTo>
                  <a:lnTo>
                    <a:pt x="3078" y="2185"/>
                  </a:lnTo>
                  <a:lnTo>
                    <a:pt x="3844" y="2185"/>
                  </a:lnTo>
                  <a:lnTo>
                    <a:pt x="4572" y="2159"/>
                  </a:lnTo>
                  <a:lnTo>
                    <a:pt x="5275" y="2133"/>
                  </a:lnTo>
                  <a:lnTo>
                    <a:pt x="5926" y="2108"/>
                  </a:lnTo>
                  <a:lnTo>
                    <a:pt x="6539" y="2070"/>
                  </a:lnTo>
                  <a:lnTo>
                    <a:pt x="7101" y="2018"/>
                  </a:lnTo>
                  <a:lnTo>
                    <a:pt x="7637" y="1967"/>
                  </a:lnTo>
                  <a:lnTo>
                    <a:pt x="8110" y="1904"/>
                  </a:lnTo>
                  <a:lnTo>
                    <a:pt x="8557" y="1840"/>
                  </a:lnTo>
                  <a:lnTo>
                    <a:pt x="8940" y="1763"/>
                  </a:lnTo>
                  <a:lnTo>
                    <a:pt x="9285" y="1674"/>
                  </a:lnTo>
                  <a:lnTo>
                    <a:pt x="9579" y="1597"/>
                  </a:lnTo>
                  <a:lnTo>
                    <a:pt x="9821" y="1495"/>
                  </a:lnTo>
                  <a:lnTo>
                    <a:pt x="10026" y="1405"/>
                  </a:lnTo>
                  <a:lnTo>
                    <a:pt x="10102" y="1354"/>
                  </a:lnTo>
                  <a:lnTo>
                    <a:pt x="10166" y="1291"/>
                  </a:lnTo>
                  <a:lnTo>
                    <a:pt x="10217" y="1239"/>
                  </a:lnTo>
                  <a:lnTo>
                    <a:pt x="10256" y="1188"/>
                  </a:lnTo>
                  <a:lnTo>
                    <a:pt x="13780" y="1188"/>
                  </a:lnTo>
                  <a:lnTo>
                    <a:pt x="13780" y="895"/>
                  </a:lnTo>
                  <a:lnTo>
                    <a:pt x="10217" y="895"/>
                  </a:lnTo>
                  <a:lnTo>
                    <a:pt x="10179" y="844"/>
                  </a:lnTo>
                  <a:lnTo>
                    <a:pt x="10115" y="792"/>
                  </a:lnTo>
                  <a:lnTo>
                    <a:pt x="9987" y="703"/>
                  </a:lnTo>
                  <a:lnTo>
                    <a:pt x="9796" y="626"/>
                  </a:lnTo>
                  <a:lnTo>
                    <a:pt x="9579" y="550"/>
                  </a:lnTo>
                  <a:lnTo>
                    <a:pt x="9323" y="473"/>
                  </a:lnTo>
                  <a:lnTo>
                    <a:pt x="9042" y="409"/>
                  </a:lnTo>
                  <a:lnTo>
                    <a:pt x="8723" y="345"/>
                  </a:lnTo>
                  <a:lnTo>
                    <a:pt x="8378" y="294"/>
                  </a:lnTo>
                  <a:lnTo>
                    <a:pt x="13780" y="294"/>
                  </a:lnTo>
                  <a:lnTo>
                    <a:pt x="13780" y="1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3807921" y="3435833"/>
              <a:ext cx="764071" cy="159790"/>
            </a:xfrm>
            <a:custGeom>
              <a:avLst/>
              <a:gdLst/>
              <a:ahLst/>
              <a:cxnLst/>
              <a:rect l="l" t="t" r="r" b="b"/>
              <a:pathLst>
                <a:path w="51609" h="10793" extrusionOk="0">
                  <a:moveTo>
                    <a:pt x="1" y="0"/>
                  </a:moveTo>
                  <a:lnTo>
                    <a:pt x="1" y="5403"/>
                  </a:lnTo>
                  <a:lnTo>
                    <a:pt x="1" y="5530"/>
                  </a:lnTo>
                  <a:lnTo>
                    <a:pt x="26" y="5671"/>
                  </a:lnTo>
                  <a:lnTo>
                    <a:pt x="77" y="5811"/>
                  </a:lnTo>
                  <a:lnTo>
                    <a:pt x="128" y="5952"/>
                  </a:lnTo>
                  <a:lnTo>
                    <a:pt x="205" y="6080"/>
                  </a:lnTo>
                  <a:lnTo>
                    <a:pt x="294" y="6220"/>
                  </a:lnTo>
                  <a:lnTo>
                    <a:pt x="397" y="6348"/>
                  </a:lnTo>
                  <a:lnTo>
                    <a:pt x="524" y="6488"/>
                  </a:lnTo>
                  <a:lnTo>
                    <a:pt x="665" y="6616"/>
                  </a:lnTo>
                  <a:lnTo>
                    <a:pt x="805" y="6744"/>
                  </a:lnTo>
                  <a:lnTo>
                    <a:pt x="971" y="6871"/>
                  </a:lnTo>
                  <a:lnTo>
                    <a:pt x="1163" y="6999"/>
                  </a:lnTo>
                  <a:lnTo>
                    <a:pt x="1354" y="7127"/>
                  </a:lnTo>
                  <a:lnTo>
                    <a:pt x="1559" y="7254"/>
                  </a:lnTo>
                  <a:lnTo>
                    <a:pt x="1789" y="7369"/>
                  </a:lnTo>
                  <a:lnTo>
                    <a:pt x="2031" y="7497"/>
                  </a:lnTo>
                  <a:lnTo>
                    <a:pt x="2542" y="7740"/>
                  </a:lnTo>
                  <a:lnTo>
                    <a:pt x="3117" y="7970"/>
                  </a:lnTo>
                  <a:lnTo>
                    <a:pt x="3730" y="8200"/>
                  </a:lnTo>
                  <a:lnTo>
                    <a:pt x="4407" y="8417"/>
                  </a:lnTo>
                  <a:lnTo>
                    <a:pt x="5122" y="8621"/>
                  </a:lnTo>
                  <a:lnTo>
                    <a:pt x="5888" y="8825"/>
                  </a:lnTo>
                  <a:lnTo>
                    <a:pt x="6706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388" y="9553"/>
                  </a:lnTo>
                  <a:lnTo>
                    <a:pt x="10358" y="9719"/>
                  </a:lnTo>
                  <a:lnTo>
                    <a:pt x="11380" y="9873"/>
                  </a:lnTo>
                  <a:lnTo>
                    <a:pt x="12427" y="10013"/>
                  </a:lnTo>
                  <a:lnTo>
                    <a:pt x="13500" y="10141"/>
                  </a:lnTo>
                  <a:lnTo>
                    <a:pt x="14611" y="10256"/>
                  </a:lnTo>
                  <a:lnTo>
                    <a:pt x="15760" y="10371"/>
                  </a:lnTo>
                  <a:lnTo>
                    <a:pt x="16935" y="10460"/>
                  </a:lnTo>
                  <a:lnTo>
                    <a:pt x="18136" y="10549"/>
                  </a:lnTo>
                  <a:lnTo>
                    <a:pt x="19362" y="10626"/>
                  </a:lnTo>
                  <a:lnTo>
                    <a:pt x="20601" y="10677"/>
                  </a:lnTo>
                  <a:lnTo>
                    <a:pt x="21878" y="10728"/>
                  </a:lnTo>
                  <a:lnTo>
                    <a:pt x="23168" y="10767"/>
                  </a:lnTo>
                  <a:lnTo>
                    <a:pt x="24483" y="10779"/>
                  </a:lnTo>
                  <a:lnTo>
                    <a:pt x="25811" y="10792"/>
                  </a:lnTo>
                  <a:lnTo>
                    <a:pt x="27139" y="10779"/>
                  </a:lnTo>
                  <a:lnTo>
                    <a:pt x="28442" y="10767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1" y="10626"/>
                  </a:lnTo>
                  <a:lnTo>
                    <a:pt x="33474" y="10549"/>
                  </a:lnTo>
                  <a:lnTo>
                    <a:pt x="34674" y="10460"/>
                  </a:lnTo>
                  <a:lnTo>
                    <a:pt x="35849" y="10371"/>
                  </a:lnTo>
                  <a:lnTo>
                    <a:pt x="36999" y="10256"/>
                  </a:lnTo>
                  <a:lnTo>
                    <a:pt x="38110" y="10141"/>
                  </a:lnTo>
                  <a:lnTo>
                    <a:pt x="39183" y="10013"/>
                  </a:lnTo>
                  <a:lnTo>
                    <a:pt x="40230" y="9873"/>
                  </a:lnTo>
                  <a:lnTo>
                    <a:pt x="41252" y="9719"/>
                  </a:lnTo>
                  <a:lnTo>
                    <a:pt x="42222" y="9553"/>
                  </a:lnTo>
                  <a:lnTo>
                    <a:pt x="43154" y="9387"/>
                  </a:lnTo>
                  <a:lnTo>
                    <a:pt x="44048" y="9208"/>
                  </a:lnTo>
                  <a:lnTo>
                    <a:pt x="44904" y="9017"/>
                  </a:lnTo>
                  <a:lnTo>
                    <a:pt x="45722" y="8825"/>
                  </a:lnTo>
                  <a:lnTo>
                    <a:pt x="46488" y="8621"/>
                  </a:lnTo>
                  <a:lnTo>
                    <a:pt x="47203" y="8417"/>
                  </a:lnTo>
                  <a:lnTo>
                    <a:pt x="47880" y="8200"/>
                  </a:lnTo>
                  <a:lnTo>
                    <a:pt x="48493" y="7970"/>
                  </a:lnTo>
                  <a:lnTo>
                    <a:pt x="49068" y="7740"/>
                  </a:lnTo>
                  <a:lnTo>
                    <a:pt x="49578" y="7497"/>
                  </a:lnTo>
                  <a:lnTo>
                    <a:pt x="49821" y="7369"/>
                  </a:lnTo>
                  <a:lnTo>
                    <a:pt x="50051" y="7254"/>
                  </a:lnTo>
                  <a:lnTo>
                    <a:pt x="50255" y="7127"/>
                  </a:lnTo>
                  <a:lnTo>
                    <a:pt x="50447" y="6999"/>
                  </a:lnTo>
                  <a:lnTo>
                    <a:pt x="50638" y="6871"/>
                  </a:lnTo>
                  <a:lnTo>
                    <a:pt x="50804" y="6744"/>
                  </a:lnTo>
                  <a:lnTo>
                    <a:pt x="50958" y="6616"/>
                  </a:lnTo>
                  <a:lnTo>
                    <a:pt x="51085" y="6488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5" y="6080"/>
                  </a:lnTo>
                  <a:lnTo>
                    <a:pt x="51481" y="5952"/>
                  </a:lnTo>
                  <a:lnTo>
                    <a:pt x="51532" y="5811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09" y="5403"/>
                  </a:lnTo>
                  <a:lnTo>
                    <a:pt x="51609" y="0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3807921" y="3356034"/>
              <a:ext cx="764071" cy="159790"/>
            </a:xfrm>
            <a:custGeom>
              <a:avLst/>
              <a:gdLst/>
              <a:ahLst/>
              <a:cxnLst/>
              <a:rect l="l" t="t" r="r" b="b"/>
              <a:pathLst>
                <a:path w="51609" h="10793" extrusionOk="0">
                  <a:moveTo>
                    <a:pt x="25811" y="1"/>
                  </a:moveTo>
                  <a:lnTo>
                    <a:pt x="24483" y="14"/>
                  </a:lnTo>
                  <a:lnTo>
                    <a:pt x="23168" y="27"/>
                  </a:lnTo>
                  <a:lnTo>
                    <a:pt x="21878" y="65"/>
                  </a:lnTo>
                  <a:lnTo>
                    <a:pt x="20601" y="116"/>
                  </a:lnTo>
                  <a:lnTo>
                    <a:pt x="19362" y="167"/>
                  </a:lnTo>
                  <a:lnTo>
                    <a:pt x="18136" y="244"/>
                  </a:lnTo>
                  <a:lnTo>
                    <a:pt x="16935" y="333"/>
                  </a:lnTo>
                  <a:lnTo>
                    <a:pt x="15760" y="422"/>
                  </a:lnTo>
                  <a:lnTo>
                    <a:pt x="14611" y="537"/>
                  </a:lnTo>
                  <a:lnTo>
                    <a:pt x="13500" y="652"/>
                  </a:lnTo>
                  <a:lnTo>
                    <a:pt x="12427" y="780"/>
                  </a:lnTo>
                  <a:lnTo>
                    <a:pt x="11380" y="921"/>
                  </a:lnTo>
                  <a:lnTo>
                    <a:pt x="10358" y="1074"/>
                  </a:lnTo>
                  <a:lnTo>
                    <a:pt x="9388" y="1240"/>
                  </a:lnTo>
                  <a:lnTo>
                    <a:pt x="8455" y="1406"/>
                  </a:lnTo>
                  <a:lnTo>
                    <a:pt x="7561" y="1585"/>
                  </a:lnTo>
                  <a:lnTo>
                    <a:pt x="6706" y="1763"/>
                  </a:lnTo>
                  <a:lnTo>
                    <a:pt x="5888" y="1968"/>
                  </a:lnTo>
                  <a:lnTo>
                    <a:pt x="5122" y="2172"/>
                  </a:lnTo>
                  <a:lnTo>
                    <a:pt x="4407" y="2376"/>
                  </a:lnTo>
                  <a:lnTo>
                    <a:pt x="3730" y="2594"/>
                  </a:lnTo>
                  <a:lnTo>
                    <a:pt x="3117" y="2823"/>
                  </a:lnTo>
                  <a:lnTo>
                    <a:pt x="2542" y="3053"/>
                  </a:lnTo>
                  <a:lnTo>
                    <a:pt x="2031" y="3296"/>
                  </a:lnTo>
                  <a:lnTo>
                    <a:pt x="1789" y="3424"/>
                  </a:lnTo>
                  <a:lnTo>
                    <a:pt x="1559" y="3539"/>
                  </a:lnTo>
                  <a:lnTo>
                    <a:pt x="1354" y="3666"/>
                  </a:lnTo>
                  <a:lnTo>
                    <a:pt x="1163" y="3794"/>
                  </a:lnTo>
                  <a:lnTo>
                    <a:pt x="971" y="3922"/>
                  </a:lnTo>
                  <a:lnTo>
                    <a:pt x="805" y="4049"/>
                  </a:lnTo>
                  <a:lnTo>
                    <a:pt x="665" y="4177"/>
                  </a:lnTo>
                  <a:lnTo>
                    <a:pt x="524" y="4305"/>
                  </a:lnTo>
                  <a:lnTo>
                    <a:pt x="397" y="4445"/>
                  </a:lnTo>
                  <a:lnTo>
                    <a:pt x="294" y="4573"/>
                  </a:lnTo>
                  <a:lnTo>
                    <a:pt x="205" y="4714"/>
                  </a:lnTo>
                  <a:lnTo>
                    <a:pt x="128" y="4841"/>
                  </a:lnTo>
                  <a:lnTo>
                    <a:pt x="77" y="4982"/>
                  </a:lnTo>
                  <a:lnTo>
                    <a:pt x="26" y="5122"/>
                  </a:lnTo>
                  <a:lnTo>
                    <a:pt x="1" y="5250"/>
                  </a:lnTo>
                  <a:lnTo>
                    <a:pt x="1" y="5390"/>
                  </a:lnTo>
                  <a:lnTo>
                    <a:pt x="1" y="5531"/>
                  </a:lnTo>
                  <a:lnTo>
                    <a:pt x="26" y="5671"/>
                  </a:lnTo>
                  <a:lnTo>
                    <a:pt x="77" y="5812"/>
                  </a:lnTo>
                  <a:lnTo>
                    <a:pt x="128" y="5952"/>
                  </a:lnTo>
                  <a:lnTo>
                    <a:pt x="205" y="6080"/>
                  </a:lnTo>
                  <a:lnTo>
                    <a:pt x="294" y="6221"/>
                  </a:lnTo>
                  <a:lnTo>
                    <a:pt x="397" y="6348"/>
                  </a:lnTo>
                  <a:lnTo>
                    <a:pt x="524" y="6476"/>
                  </a:lnTo>
                  <a:lnTo>
                    <a:pt x="665" y="6616"/>
                  </a:lnTo>
                  <a:lnTo>
                    <a:pt x="805" y="6744"/>
                  </a:lnTo>
                  <a:lnTo>
                    <a:pt x="971" y="6872"/>
                  </a:lnTo>
                  <a:lnTo>
                    <a:pt x="1163" y="7000"/>
                  </a:lnTo>
                  <a:lnTo>
                    <a:pt x="1354" y="7127"/>
                  </a:lnTo>
                  <a:lnTo>
                    <a:pt x="1559" y="7255"/>
                  </a:lnTo>
                  <a:lnTo>
                    <a:pt x="1789" y="7370"/>
                  </a:lnTo>
                  <a:lnTo>
                    <a:pt x="2031" y="7498"/>
                  </a:lnTo>
                  <a:lnTo>
                    <a:pt x="2542" y="7728"/>
                  </a:lnTo>
                  <a:lnTo>
                    <a:pt x="3117" y="7970"/>
                  </a:lnTo>
                  <a:lnTo>
                    <a:pt x="3730" y="8187"/>
                  </a:lnTo>
                  <a:lnTo>
                    <a:pt x="4407" y="8404"/>
                  </a:lnTo>
                  <a:lnTo>
                    <a:pt x="5122" y="8622"/>
                  </a:lnTo>
                  <a:lnTo>
                    <a:pt x="5888" y="8826"/>
                  </a:lnTo>
                  <a:lnTo>
                    <a:pt x="6706" y="9017"/>
                  </a:lnTo>
                  <a:lnTo>
                    <a:pt x="7561" y="9209"/>
                  </a:lnTo>
                  <a:lnTo>
                    <a:pt x="8455" y="9388"/>
                  </a:lnTo>
                  <a:lnTo>
                    <a:pt x="9388" y="9554"/>
                  </a:lnTo>
                  <a:lnTo>
                    <a:pt x="10358" y="9720"/>
                  </a:lnTo>
                  <a:lnTo>
                    <a:pt x="11380" y="9860"/>
                  </a:lnTo>
                  <a:lnTo>
                    <a:pt x="12427" y="10001"/>
                  </a:lnTo>
                  <a:lnTo>
                    <a:pt x="13500" y="10141"/>
                  </a:lnTo>
                  <a:lnTo>
                    <a:pt x="14611" y="10256"/>
                  </a:lnTo>
                  <a:lnTo>
                    <a:pt x="15760" y="10358"/>
                  </a:lnTo>
                  <a:lnTo>
                    <a:pt x="16935" y="10461"/>
                  </a:lnTo>
                  <a:lnTo>
                    <a:pt x="18136" y="10550"/>
                  </a:lnTo>
                  <a:lnTo>
                    <a:pt x="19362" y="10614"/>
                  </a:lnTo>
                  <a:lnTo>
                    <a:pt x="20601" y="10678"/>
                  </a:lnTo>
                  <a:lnTo>
                    <a:pt x="21878" y="10729"/>
                  </a:lnTo>
                  <a:lnTo>
                    <a:pt x="23168" y="10754"/>
                  </a:lnTo>
                  <a:lnTo>
                    <a:pt x="24483" y="10780"/>
                  </a:lnTo>
                  <a:lnTo>
                    <a:pt x="25811" y="10793"/>
                  </a:lnTo>
                  <a:lnTo>
                    <a:pt x="27139" y="10780"/>
                  </a:lnTo>
                  <a:lnTo>
                    <a:pt x="28442" y="10754"/>
                  </a:lnTo>
                  <a:lnTo>
                    <a:pt x="29732" y="10729"/>
                  </a:lnTo>
                  <a:lnTo>
                    <a:pt x="31009" y="10678"/>
                  </a:lnTo>
                  <a:lnTo>
                    <a:pt x="32261" y="10614"/>
                  </a:lnTo>
                  <a:lnTo>
                    <a:pt x="33474" y="10550"/>
                  </a:lnTo>
                  <a:lnTo>
                    <a:pt x="34674" y="10461"/>
                  </a:lnTo>
                  <a:lnTo>
                    <a:pt x="35849" y="10358"/>
                  </a:lnTo>
                  <a:lnTo>
                    <a:pt x="36999" y="10256"/>
                  </a:lnTo>
                  <a:lnTo>
                    <a:pt x="38110" y="10141"/>
                  </a:lnTo>
                  <a:lnTo>
                    <a:pt x="39183" y="10001"/>
                  </a:lnTo>
                  <a:lnTo>
                    <a:pt x="40230" y="9860"/>
                  </a:lnTo>
                  <a:lnTo>
                    <a:pt x="41252" y="9720"/>
                  </a:lnTo>
                  <a:lnTo>
                    <a:pt x="42222" y="9554"/>
                  </a:lnTo>
                  <a:lnTo>
                    <a:pt x="43154" y="9388"/>
                  </a:lnTo>
                  <a:lnTo>
                    <a:pt x="44048" y="9209"/>
                  </a:lnTo>
                  <a:lnTo>
                    <a:pt x="44904" y="9017"/>
                  </a:lnTo>
                  <a:lnTo>
                    <a:pt x="45722" y="8826"/>
                  </a:lnTo>
                  <a:lnTo>
                    <a:pt x="46488" y="8622"/>
                  </a:lnTo>
                  <a:lnTo>
                    <a:pt x="47203" y="8404"/>
                  </a:lnTo>
                  <a:lnTo>
                    <a:pt x="47880" y="8187"/>
                  </a:lnTo>
                  <a:lnTo>
                    <a:pt x="48493" y="7970"/>
                  </a:lnTo>
                  <a:lnTo>
                    <a:pt x="49068" y="7728"/>
                  </a:lnTo>
                  <a:lnTo>
                    <a:pt x="49578" y="7498"/>
                  </a:lnTo>
                  <a:lnTo>
                    <a:pt x="49821" y="7370"/>
                  </a:lnTo>
                  <a:lnTo>
                    <a:pt x="50051" y="7255"/>
                  </a:lnTo>
                  <a:lnTo>
                    <a:pt x="50255" y="7127"/>
                  </a:lnTo>
                  <a:lnTo>
                    <a:pt x="50447" y="7000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8" y="6616"/>
                  </a:lnTo>
                  <a:lnTo>
                    <a:pt x="51085" y="6476"/>
                  </a:lnTo>
                  <a:lnTo>
                    <a:pt x="51213" y="6348"/>
                  </a:lnTo>
                  <a:lnTo>
                    <a:pt x="51315" y="6221"/>
                  </a:lnTo>
                  <a:lnTo>
                    <a:pt x="51405" y="6080"/>
                  </a:lnTo>
                  <a:lnTo>
                    <a:pt x="51481" y="5952"/>
                  </a:lnTo>
                  <a:lnTo>
                    <a:pt x="51532" y="5812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09" y="5390"/>
                  </a:lnTo>
                  <a:lnTo>
                    <a:pt x="51609" y="5250"/>
                  </a:lnTo>
                  <a:lnTo>
                    <a:pt x="51583" y="5122"/>
                  </a:lnTo>
                  <a:lnTo>
                    <a:pt x="51532" y="4982"/>
                  </a:lnTo>
                  <a:lnTo>
                    <a:pt x="51481" y="4841"/>
                  </a:lnTo>
                  <a:lnTo>
                    <a:pt x="51405" y="4714"/>
                  </a:lnTo>
                  <a:lnTo>
                    <a:pt x="51315" y="4573"/>
                  </a:lnTo>
                  <a:lnTo>
                    <a:pt x="51213" y="4445"/>
                  </a:lnTo>
                  <a:lnTo>
                    <a:pt x="51085" y="4305"/>
                  </a:lnTo>
                  <a:lnTo>
                    <a:pt x="50958" y="4177"/>
                  </a:lnTo>
                  <a:lnTo>
                    <a:pt x="50804" y="4049"/>
                  </a:lnTo>
                  <a:lnTo>
                    <a:pt x="50638" y="3922"/>
                  </a:lnTo>
                  <a:lnTo>
                    <a:pt x="50447" y="3794"/>
                  </a:lnTo>
                  <a:lnTo>
                    <a:pt x="50255" y="3666"/>
                  </a:lnTo>
                  <a:lnTo>
                    <a:pt x="50051" y="3539"/>
                  </a:lnTo>
                  <a:lnTo>
                    <a:pt x="49821" y="3424"/>
                  </a:lnTo>
                  <a:lnTo>
                    <a:pt x="49578" y="3296"/>
                  </a:lnTo>
                  <a:lnTo>
                    <a:pt x="49068" y="3053"/>
                  </a:lnTo>
                  <a:lnTo>
                    <a:pt x="48493" y="2823"/>
                  </a:lnTo>
                  <a:lnTo>
                    <a:pt x="47880" y="2594"/>
                  </a:lnTo>
                  <a:lnTo>
                    <a:pt x="47203" y="2376"/>
                  </a:lnTo>
                  <a:lnTo>
                    <a:pt x="46488" y="2172"/>
                  </a:lnTo>
                  <a:lnTo>
                    <a:pt x="45722" y="1968"/>
                  </a:lnTo>
                  <a:lnTo>
                    <a:pt x="44904" y="1763"/>
                  </a:lnTo>
                  <a:lnTo>
                    <a:pt x="44048" y="1585"/>
                  </a:lnTo>
                  <a:lnTo>
                    <a:pt x="43154" y="1406"/>
                  </a:lnTo>
                  <a:lnTo>
                    <a:pt x="42222" y="1240"/>
                  </a:lnTo>
                  <a:lnTo>
                    <a:pt x="41252" y="1074"/>
                  </a:lnTo>
                  <a:lnTo>
                    <a:pt x="40230" y="921"/>
                  </a:lnTo>
                  <a:lnTo>
                    <a:pt x="39183" y="780"/>
                  </a:lnTo>
                  <a:lnTo>
                    <a:pt x="38110" y="652"/>
                  </a:lnTo>
                  <a:lnTo>
                    <a:pt x="36999" y="537"/>
                  </a:lnTo>
                  <a:lnTo>
                    <a:pt x="35849" y="422"/>
                  </a:lnTo>
                  <a:lnTo>
                    <a:pt x="34674" y="333"/>
                  </a:lnTo>
                  <a:lnTo>
                    <a:pt x="33474" y="244"/>
                  </a:lnTo>
                  <a:lnTo>
                    <a:pt x="32261" y="167"/>
                  </a:lnTo>
                  <a:lnTo>
                    <a:pt x="31009" y="116"/>
                  </a:lnTo>
                  <a:lnTo>
                    <a:pt x="29732" y="65"/>
                  </a:lnTo>
                  <a:lnTo>
                    <a:pt x="28442" y="27"/>
                  </a:lnTo>
                  <a:lnTo>
                    <a:pt x="27139" y="14"/>
                  </a:lnTo>
                  <a:lnTo>
                    <a:pt x="258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3876187" y="3370409"/>
              <a:ext cx="627554" cy="112133"/>
            </a:xfrm>
            <a:custGeom>
              <a:avLst/>
              <a:gdLst/>
              <a:ahLst/>
              <a:cxnLst/>
              <a:rect l="l" t="t" r="r" b="b"/>
              <a:pathLst>
                <a:path w="42388" h="7574" extrusionOk="0">
                  <a:moveTo>
                    <a:pt x="20102" y="1"/>
                  </a:moveTo>
                  <a:lnTo>
                    <a:pt x="19029" y="13"/>
                  </a:lnTo>
                  <a:lnTo>
                    <a:pt x="17969" y="39"/>
                  </a:lnTo>
                  <a:lnTo>
                    <a:pt x="16922" y="77"/>
                  </a:lnTo>
                  <a:lnTo>
                    <a:pt x="15900" y="116"/>
                  </a:lnTo>
                  <a:lnTo>
                    <a:pt x="14891" y="167"/>
                  </a:lnTo>
                  <a:lnTo>
                    <a:pt x="13908" y="230"/>
                  </a:lnTo>
                  <a:lnTo>
                    <a:pt x="12950" y="294"/>
                  </a:lnTo>
                  <a:lnTo>
                    <a:pt x="12005" y="371"/>
                  </a:lnTo>
                  <a:lnTo>
                    <a:pt x="11085" y="448"/>
                  </a:lnTo>
                  <a:lnTo>
                    <a:pt x="10204" y="550"/>
                  </a:lnTo>
                  <a:lnTo>
                    <a:pt x="9349" y="639"/>
                  </a:lnTo>
                  <a:lnTo>
                    <a:pt x="8518" y="754"/>
                  </a:lnTo>
                  <a:lnTo>
                    <a:pt x="7714" y="856"/>
                  </a:lnTo>
                  <a:lnTo>
                    <a:pt x="6948" y="984"/>
                  </a:lnTo>
                  <a:lnTo>
                    <a:pt x="6207" y="1099"/>
                  </a:lnTo>
                  <a:lnTo>
                    <a:pt x="5504" y="1239"/>
                  </a:lnTo>
                  <a:lnTo>
                    <a:pt x="4840" y="1380"/>
                  </a:lnTo>
                  <a:lnTo>
                    <a:pt x="4215" y="1520"/>
                  </a:lnTo>
                  <a:lnTo>
                    <a:pt x="3614" y="1661"/>
                  </a:lnTo>
                  <a:lnTo>
                    <a:pt x="3065" y="1814"/>
                  </a:lnTo>
                  <a:lnTo>
                    <a:pt x="2554" y="1980"/>
                  </a:lnTo>
                  <a:lnTo>
                    <a:pt x="2095" y="2146"/>
                  </a:lnTo>
                  <a:lnTo>
                    <a:pt x="1660" y="2312"/>
                  </a:lnTo>
                  <a:lnTo>
                    <a:pt x="1290" y="2478"/>
                  </a:lnTo>
                  <a:lnTo>
                    <a:pt x="958" y="2657"/>
                  </a:lnTo>
                  <a:lnTo>
                    <a:pt x="664" y="2836"/>
                  </a:lnTo>
                  <a:lnTo>
                    <a:pt x="537" y="2925"/>
                  </a:lnTo>
                  <a:lnTo>
                    <a:pt x="434" y="3015"/>
                  </a:lnTo>
                  <a:lnTo>
                    <a:pt x="332" y="3117"/>
                  </a:lnTo>
                  <a:lnTo>
                    <a:pt x="243" y="3206"/>
                  </a:lnTo>
                  <a:lnTo>
                    <a:pt x="166" y="3308"/>
                  </a:lnTo>
                  <a:lnTo>
                    <a:pt x="102" y="3398"/>
                  </a:lnTo>
                  <a:lnTo>
                    <a:pt x="64" y="3487"/>
                  </a:lnTo>
                  <a:lnTo>
                    <a:pt x="26" y="3589"/>
                  </a:lnTo>
                  <a:lnTo>
                    <a:pt x="0" y="3691"/>
                  </a:lnTo>
                  <a:lnTo>
                    <a:pt x="0" y="3781"/>
                  </a:lnTo>
                  <a:lnTo>
                    <a:pt x="0" y="3883"/>
                  </a:lnTo>
                  <a:lnTo>
                    <a:pt x="26" y="3985"/>
                  </a:lnTo>
                  <a:lnTo>
                    <a:pt x="64" y="4075"/>
                  </a:lnTo>
                  <a:lnTo>
                    <a:pt x="102" y="4177"/>
                  </a:lnTo>
                  <a:lnTo>
                    <a:pt x="166" y="4266"/>
                  </a:lnTo>
                  <a:lnTo>
                    <a:pt x="243" y="4356"/>
                  </a:lnTo>
                  <a:lnTo>
                    <a:pt x="332" y="4458"/>
                  </a:lnTo>
                  <a:lnTo>
                    <a:pt x="434" y="4547"/>
                  </a:lnTo>
                  <a:lnTo>
                    <a:pt x="537" y="4637"/>
                  </a:lnTo>
                  <a:lnTo>
                    <a:pt x="664" y="4726"/>
                  </a:lnTo>
                  <a:lnTo>
                    <a:pt x="958" y="4918"/>
                  </a:lnTo>
                  <a:lnTo>
                    <a:pt x="1290" y="5084"/>
                  </a:lnTo>
                  <a:lnTo>
                    <a:pt x="1660" y="5262"/>
                  </a:lnTo>
                  <a:lnTo>
                    <a:pt x="2095" y="5428"/>
                  </a:lnTo>
                  <a:lnTo>
                    <a:pt x="2554" y="5594"/>
                  </a:lnTo>
                  <a:lnTo>
                    <a:pt x="3065" y="5748"/>
                  </a:lnTo>
                  <a:lnTo>
                    <a:pt x="3614" y="5901"/>
                  </a:lnTo>
                  <a:lnTo>
                    <a:pt x="4215" y="6054"/>
                  </a:lnTo>
                  <a:lnTo>
                    <a:pt x="4840" y="6195"/>
                  </a:lnTo>
                  <a:lnTo>
                    <a:pt x="5504" y="6335"/>
                  </a:lnTo>
                  <a:lnTo>
                    <a:pt x="6207" y="6463"/>
                  </a:lnTo>
                  <a:lnTo>
                    <a:pt x="6948" y="6591"/>
                  </a:lnTo>
                  <a:lnTo>
                    <a:pt x="7714" y="6705"/>
                  </a:lnTo>
                  <a:lnTo>
                    <a:pt x="8518" y="6820"/>
                  </a:lnTo>
                  <a:lnTo>
                    <a:pt x="9349" y="6923"/>
                  </a:lnTo>
                  <a:lnTo>
                    <a:pt x="10204" y="7025"/>
                  </a:lnTo>
                  <a:lnTo>
                    <a:pt x="11085" y="7114"/>
                  </a:lnTo>
                  <a:lnTo>
                    <a:pt x="12005" y="7204"/>
                  </a:lnTo>
                  <a:lnTo>
                    <a:pt x="12950" y="7280"/>
                  </a:lnTo>
                  <a:lnTo>
                    <a:pt x="13908" y="7344"/>
                  </a:lnTo>
                  <a:lnTo>
                    <a:pt x="14891" y="7408"/>
                  </a:lnTo>
                  <a:lnTo>
                    <a:pt x="15900" y="7459"/>
                  </a:lnTo>
                  <a:lnTo>
                    <a:pt x="16922" y="7497"/>
                  </a:lnTo>
                  <a:lnTo>
                    <a:pt x="17969" y="7536"/>
                  </a:lnTo>
                  <a:lnTo>
                    <a:pt x="19029" y="7561"/>
                  </a:lnTo>
                  <a:lnTo>
                    <a:pt x="20102" y="7574"/>
                  </a:lnTo>
                  <a:lnTo>
                    <a:pt x="22286" y="7574"/>
                  </a:lnTo>
                  <a:lnTo>
                    <a:pt x="23359" y="7561"/>
                  </a:lnTo>
                  <a:lnTo>
                    <a:pt x="24419" y="7536"/>
                  </a:lnTo>
                  <a:lnTo>
                    <a:pt x="25466" y="7497"/>
                  </a:lnTo>
                  <a:lnTo>
                    <a:pt x="26488" y="7459"/>
                  </a:lnTo>
                  <a:lnTo>
                    <a:pt x="27496" y="7408"/>
                  </a:lnTo>
                  <a:lnTo>
                    <a:pt x="28480" y="7344"/>
                  </a:lnTo>
                  <a:lnTo>
                    <a:pt x="29450" y="7280"/>
                  </a:lnTo>
                  <a:lnTo>
                    <a:pt x="30383" y="7204"/>
                  </a:lnTo>
                  <a:lnTo>
                    <a:pt x="31302" y="7114"/>
                  </a:lnTo>
                  <a:lnTo>
                    <a:pt x="32183" y="7025"/>
                  </a:lnTo>
                  <a:lnTo>
                    <a:pt x="33039" y="6923"/>
                  </a:lnTo>
                  <a:lnTo>
                    <a:pt x="33869" y="6820"/>
                  </a:lnTo>
                  <a:lnTo>
                    <a:pt x="34674" y="6705"/>
                  </a:lnTo>
                  <a:lnTo>
                    <a:pt x="35440" y="6591"/>
                  </a:lnTo>
                  <a:lnTo>
                    <a:pt x="36181" y="6463"/>
                  </a:lnTo>
                  <a:lnTo>
                    <a:pt x="36883" y="6335"/>
                  </a:lnTo>
                  <a:lnTo>
                    <a:pt x="37547" y="6195"/>
                  </a:lnTo>
                  <a:lnTo>
                    <a:pt x="38173" y="6054"/>
                  </a:lnTo>
                  <a:lnTo>
                    <a:pt x="38773" y="5901"/>
                  </a:lnTo>
                  <a:lnTo>
                    <a:pt x="39323" y="5748"/>
                  </a:lnTo>
                  <a:lnTo>
                    <a:pt x="39833" y="5594"/>
                  </a:lnTo>
                  <a:lnTo>
                    <a:pt x="40293" y="5428"/>
                  </a:lnTo>
                  <a:lnTo>
                    <a:pt x="40727" y="5262"/>
                  </a:lnTo>
                  <a:lnTo>
                    <a:pt x="41098" y="5084"/>
                  </a:lnTo>
                  <a:lnTo>
                    <a:pt x="41443" y="4918"/>
                  </a:lnTo>
                  <a:lnTo>
                    <a:pt x="41724" y="4726"/>
                  </a:lnTo>
                  <a:lnTo>
                    <a:pt x="41851" y="4637"/>
                  </a:lnTo>
                  <a:lnTo>
                    <a:pt x="41953" y="4547"/>
                  </a:lnTo>
                  <a:lnTo>
                    <a:pt x="42056" y="4458"/>
                  </a:lnTo>
                  <a:lnTo>
                    <a:pt x="42145" y="4356"/>
                  </a:lnTo>
                  <a:lnTo>
                    <a:pt x="42222" y="4266"/>
                  </a:lnTo>
                  <a:lnTo>
                    <a:pt x="42285" y="4177"/>
                  </a:lnTo>
                  <a:lnTo>
                    <a:pt x="42324" y="4075"/>
                  </a:lnTo>
                  <a:lnTo>
                    <a:pt x="42362" y="3985"/>
                  </a:lnTo>
                  <a:lnTo>
                    <a:pt x="42388" y="3883"/>
                  </a:lnTo>
                  <a:lnTo>
                    <a:pt x="42388" y="3781"/>
                  </a:lnTo>
                  <a:lnTo>
                    <a:pt x="42388" y="3691"/>
                  </a:lnTo>
                  <a:lnTo>
                    <a:pt x="42362" y="3589"/>
                  </a:lnTo>
                  <a:lnTo>
                    <a:pt x="42324" y="3487"/>
                  </a:lnTo>
                  <a:lnTo>
                    <a:pt x="42285" y="3398"/>
                  </a:lnTo>
                  <a:lnTo>
                    <a:pt x="42222" y="3308"/>
                  </a:lnTo>
                  <a:lnTo>
                    <a:pt x="42145" y="3206"/>
                  </a:lnTo>
                  <a:lnTo>
                    <a:pt x="42056" y="3117"/>
                  </a:lnTo>
                  <a:lnTo>
                    <a:pt x="41953" y="3015"/>
                  </a:lnTo>
                  <a:lnTo>
                    <a:pt x="41851" y="2925"/>
                  </a:lnTo>
                  <a:lnTo>
                    <a:pt x="41724" y="2836"/>
                  </a:lnTo>
                  <a:lnTo>
                    <a:pt x="41443" y="2657"/>
                  </a:lnTo>
                  <a:lnTo>
                    <a:pt x="41098" y="2478"/>
                  </a:lnTo>
                  <a:lnTo>
                    <a:pt x="40727" y="2312"/>
                  </a:lnTo>
                  <a:lnTo>
                    <a:pt x="40293" y="2146"/>
                  </a:lnTo>
                  <a:lnTo>
                    <a:pt x="39833" y="1980"/>
                  </a:lnTo>
                  <a:lnTo>
                    <a:pt x="39323" y="1814"/>
                  </a:lnTo>
                  <a:lnTo>
                    <a:pt x="38773" y="1661"/>
                  </a:lnTo>
                  <a:lnTo>
                    <a:pt x="38173" y="1520"/>
                  </a:lnTo>
                  <a:lnTo>
                    <a:pt x="37547" y="1380"/>
                  </a:lnTo>
                  <a:lnTo>
                    <a:pt x="36883" y="1239"/>
                  </a:lnTo>
                  <a:lnTo>
                    <a:pt x="36181" y="1099"/>
                  </a:lnTo>
                  <a:lnTo>
                    <a:pt x="35440" y="984"/>
                  </a:lnTo>
                  <a:lnTo>
                    <a:pt x="34674" y="856"/>
                  </a:lnTo>
                  <a:lnTo>
                    <a:pt x="33869" y="754"/>
                  </a:lnTo>
                  <a:lnTo>
                    <a:pt x="33039" y="639"/>
                  </a:lnTo>
                  <a:lnTo>
                    <a:pt x="32183" y="550"/>
                  </a:lnTo>
                  <a:lnTo>
                    <a:pt x="31302" y="448"/>
                  </a:lnTo>
                  <a:lnTo>
                    <a:pt x="30383" y="371"/>
                  </a:lnTo>
                  <a:lnTo>
                    <a:pt x="29450" y="294"/>
                  </a:lnTo>
                  <a:lnTo>
                    <a:pt x="28480" y="230"/>
                  </a:lnTo>
                  <a:lnTo>
                    <a:pt x="27496" y="167"/>
                  </a:lnTo>
                  <a:lnTo>
                    <a:pt x="26488" y="116"/>
                  </a:lnTo>
                  <a:lnTo>
                    <a:pt x="25466" y="77"/>
                  </a:lnTo>
                  <a:lnTo>
                    <a:pt x="24419" y="39"/>
                  </a:lnTo>
                  <a:lnTo>
                    <a:pt x="23359" y="13"/>
                  </a:lnTo>
                  <a:lnTo>
                    <a:pt x="22286" y="1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3885440" y="3370409"/>
              <a:ext cx="609033" cy="83204"/>
            </a:xfrm>
            <a:custGeom>
              <a:avLst/>
              <a:gdLst/>
              <a:ahLst/>
              <a:cxnLst/>
              <a:rect l="l" t="t" r="r" b="b"/>
              <a:pathLst>
                <a:path w="41137" h="5620" extrusionOk="0">
                  <a:moveTo>
                    <a:pt x="18238" y="1"/>
                  </a:moveTo>
                  <a:lnTo>
                    <a:pt x="16565" y="39"/>
                  </a:lnTo>
                  <a:lnTo>
                    <a:pt x="14943" y="103"/>
                  </a:lnTo>
                  <a:lnTo>
                    <a:pt x="13360" y="179"/>
                  </a:lnTo>
                  <a:lnTo>
                    <a:pt x="11840" y="282"/>
                  </a:lnTo>
                  <a:lnTo>
                    <a:pt x="10371" y="409"/>
                  </a:lnTo>
                  <a:lnTo>
                    <a:pt x="8966" y="537"/>
                  </a:lnTo>
                  <a:lnTo>
                    <a:pt x="7625" y="703"/>
                  </a:lnTo>
                  <a:lnTo>
                    <a:pt x="6361" y="882"/>
                  </a:lnTo>
                  <a:lnTo>
                    <a:pt x="5173" y="1073"/>
                  </a:lnTo>
                  <a:lnTo>
                    <a:pt x="4075" y="1278"/>
                  </a:lnTo>
                  <a:lnTo>
                    <a:pt x="3551" y="1380"/>
                  </a:lnTo>
                  <a:lnTo>
                    <a:pt x="3066" y="1495"/>
                  </a:lnTo>
                  <a:lnTo>
                    <a:pt x="2593" y="1610"/>
                  </a:lnTo>
                  <a:lnTo>
                    <a:pt x="2134" y="1725"/>
                  </a:lnTo>
                  <a:lnTo>
                    <a:pt x="1712" y="1852"/>
                  </a:lnTo>
                  <a:lnTo>
                    <a:pt x="1316" y="1980"/>
                  </a:lnTo>
                  <a:lnTo>
                    <a:pt x="946" y="2108"/>
                  </a:lnTo>
                  <a:lnTo>
                    <a:pt x="601" y="2236"/>
                  </a:lnTo>
                  <a:lnTo>
                    <a:pt x="282" y="2363"/>
                  </a:lnTo>
                  <a:lnTo>
                    <a:pt x="1" y="2504"/>
                  </a:lnTo>
                  <a:lnTo>
                    <a:pt x="716" y="2287"/>
                  </a:lnTo>
                  <a:lnTo>
                    <a:pt x="1508" y="2082"/>
                  </a:lnTo>
                  <a:lnTo>
                    <a:pt x="2364" y="1891"/>
                  </a:lnTo>
                  <a:lnTo>
                    <a:pt x="3296" y="1712"/>
                  </a:lnTo>
                  <a:lnTo>
                    <a:pt x="4292" y="1533"/>
                  </a:lnTo>
                  <a:lnTo>
                    <a:pt x="5352" y="1380"/>
                  </a:lnTo>
                  <a:lnTo>
                    <a:pt x="6463" y="1227"/>
                  </a:lnTo>
                  <a:lnTo>
                    <a:pt x="7625" y="1099"/>
                  </a:lnTo>
                  <a:lnTo>
                    <a:pt x="8851" y="971"/>
                  </a:lnTo>
                  <a:lnTo>
                    <a:pt x="10116" y="869"/>
                  </a:lnTo>
                  <a:lnTo>
                    <a:pt x="11431" y="767"/>
                  </a:lnTo>
                  <a:lnTo>
                    <a:pt x="12772" y="690"/>
                  </a:lnTo>
                  <a:lnTo>
                    <a:pt x="14164" y="639"/>
                  </a:lnTo>
                  <a:lnTo>
                    <a:pt x="15595" y="588"/>
                  </a:lnTo>
                  <a:lnTo>
                    <a:pt x="17050" y="563"/>
                  </a:lnTo>
                  <a:lnTo>
                    <a:pt x="18532" y="550"/>
                  </a:lnTo>
                  <a:lnTo>
                    <a:pt x="19617" y="563"/>
                  </a:lnTo>
                  <a:lnTo>
                    <a:pt x="20690" y="575"/>
                  </a:lnTo>
                  <a:lnTo>
                    <a:pt x="21750" y="601"/>
                  </a:lnTo>
                  <a:lnTo>
                    <a:pt x="22797" y="626"/>
                  </a:lnTo>
                  <a:lnTo>
                    <a:pt x="23819" y="677"/>
                  </a:lnTo>
                  <a:lnTo>
                    <a:pt x="24828" y="729"/>
                  </a:lnTo>
                  <a:lnTo>
                    <a:pt x="25811" y="780"/>
                  </a:lnTo>
                  <a:lnTo>
                    <a:pt x="26782" y="856"/>
                  </a:lnTo>
                  <a:lnTo>
                    <a:pt x="27714" y="933"/>
                  </a:lnTo>
                  <a:lnTo>
                    <a:pt x="28634" y="1010"/>
                  </a:lnTo>
                  <a:lnTo>
                    <a:pt x="29515" y="1099"/>
                  </a:lnTo>
                  <a:lnTo>
                    <a:pt x="30371" y="1201"/>
                  </a:lnTo>
                  <a:lnTo>
                    <a:pt x="31214" y="1303"/>
                  </a:lnTo>
                  <a:lnTo>
                    <a:pt x="32005" y="1418"/>
                  </a:lnTo>
                  <a:lnTo>
                    <a:pt x="32772" y="1533"/>
                  </a:lnTo>
                  <a:lnTo>
                    <a:pt x="33512" y="1661"/>
                  </a:lnTo>
                  <a:lnTo>
                    <a:pt x="34215" y="1801"/>
                  </a:lnTo>
                  <a:lnTo>
                    <a:pt x="34879" y="1929"/>
                  </a:lnTo>
                  <a:lnTo>
                    <a:pt x="35505" y="2082"/>
                  </a:lnTo>
                  <a:lnTo>
                    <a:pt x="36105" y="2223"/>
                  </a:lnTo>
                  <a:lnTo>
                    <a:pt x="36654" y="2376"/>
                  </a:lnTo>
                  <a:lnTo>
                    <a:pt x="37165" y="2542"/>
                  </a:lnTo>
                  <a:lnTo>
                    <a:pt x="37638" y="2695"/>
                  </a:lnTo>
                  <a:lnTo>
                    <a:pt x="38059" y="2874"/>
                  </a:lnTo>
                  <a:lnTo>
                    <a:pt x="38429" y="3040"/>
                  </a:lnTo>
                  <a:lnTo>
                    <a:pt x="38774" y="3219"/>
                  </a:lnTo>
                  <a:lnTo>
                    <a:pt x="39055" y="3398"/>
                  </a:lnTo>
                  <a:lnTo>
                    <a:pt x="39183" y="3487"/>
                  </a:lnTo>
                  <a:lnTo>
                    <a:pt x="39285" y="3577"/>
                  </a:lnTo>
                  <a:lnTo>
                    <a:pt x="39387" y="3679"/>
                  </a:lnTo>
                  <a:lnTo>
                    <a:pt x="39477" y="3768"/>
                  </a:lnTo>
                  <a:lnTo>
                    <a:pt x="39553" y="3858"/>
                  </a:lnTo>
                  <a:lnTo>
                    <a:pt x="39617" y="3960"/>
                  </a:lnTo>
                  <a:lnTo>
                    <a:pt x="39655" y="4049"/>
                  </a:lnTo>
                  <a:lnTo>
                    <a:pt x="39694" y="4151"/>
                  </a:lnTo>
                  <a:lnTo>
                    <a:pt x="39719" y="4241"/>
                  </a:lnTo>
                  <a:lnTo>
                    <a:pt x="39719" y="4343"/>
                  </a:lnTo>
                  <a:lnTo>
                    <a:pt x="39719" y="4432"/>
                  </a:lnTo>
                  <a:lnTo>
                    <a:pt x="39706" y="4509"/>
                  </a:lnTo>
                  <a:lnTo>
                    <a:pt x="39681" y="4598"/>
                  </a:lnTo>
                  <a:lnTo>
                    <a:pt x="39643" y="4675"/>
                  </a:lnTo>
                  <a:lnTo>
                    <a:pt x="39592" y="4764"/>
                  </a:lnTo>
                  <a:lnTo>
                    <a:pt x="39540" y="4841"/>
                  </a:lnTo>
                  <a:lnTo>
                    <a:pt x="39400" y="5007"/>
                  </a:lnTo>
                  <a:lnTo>
                    <a:pt x="39221" y="5160"/>
                  </a:lnTo>
                  <a:lnTo>
                    <a:pt x="39017" y="5313"/>
                  </a:lnTo>
                  <a:lnTo>
                    <a:pt x="38761" y="5467"/>
                  </a:lnTo>
                  <a:lnTo>
                    <a:pt x="38480" y="5620"/>
                  </a:lnTo>
                  <a:lnTo>
                    <a:pt x="39081" y="5416"/>
                  </a:lnTo>
                  <a:lnTo>
                    <a:pt x="39349" y="5313"/>
                  </a:lnTo>
                  <a:lnTo>
                    <a:pt x="39604" y="5198"/>
                  </a:lnTo>
                  <a:lnTo>
                    <a:pt x="39847" y="5096"/>
                  </a:lnTo>
                  <a:lnTo>
                    <a:pt x="40064" y="4981"/>
                  </a:lnTo>
                  <a:lnTo>
                    <a:pt x="40268" y="4866"/>
                  </a:lnTo>
                  <a:lnTo>
                    <a:pt x="40447" y="4751"/>
                  </a:lnTo>
                  <a:lnTo>
                    <a:pt x="40600" y="4637"/>
                  </a:lnTo>
                  <a:lnTo>
                    <a:pt x="40741" y="4522"/>
                  </a:lnTo>
                  <a:lnTo>
                    <a:pt x="40869" y="4394"/>
                  </a:lnTo>
                  <a:lnTo>
                    <a:pt x="40971" y="4279"/>
                  </a:lnTo>
                  <a:lnTo>
                    <a:pt x="41047" y="4151"/>
                  </a:lnTo>
                  <a:lnTo>
                    <a:pt x="41099" y="4036"/>
                  </a:lnTo>
                  <a:lnTo>
                    <a:pt x="41137" y="3909"/>
                  </a:lnTo>
                  <a:lnTo>
                    <a:pt x="41137" y="3781"/>
                  </a:lnTo>
                  <a:lnTo>
                    <a:pt x="41137" y="3691"/>
                  </a:lnTo>
                  <a:lnTo>
                    <a:pt x="41111" y="3589"/>
                  </a:lnTo>
                  <a:lnTo>
                    <a:pt x="41086" y="3487"/>
                  </a:lnTo>
                  <a:lnTo>
                    <a:pt x="41035" y="3398"/>
                  </a:lnTo>
                  <a:lnTo>
                    <a:pt x="40971" y="3308"/>
                  </a:lnTo>
                  <a:lnTo>
                    <a:pt x="40894" y="3206"/>
                  </a:lnTo>
                  <a:lnTo>
                    <a:pt x="40818" y="3117"/>
                  </a:lnTo>
                  <a:lnTo>
                    <a:pt x="40715" y="3015"/>
                  </a:lnTo>
                  <a:lnTo>
                    <a:pt x="40600" y="2925"/>
                  </a:lnTo>
                  <a:lnTo>
                    <a:pt x="40473" y="2836"/>
                  </a:lnTo>
                  <a:lnTo>
                    <a:pt x="40192" y="2657"/>
                  </a:lnTo>
                  <a:lnTo>
                    <a:pt x="39860" y="2478"/>
                  </a:lnTo>
                  <a:lnTo>
                    <a:pt x="39477" y="2312"/>
                  </a:lnTo>
                  <a:lnTo>
                    <a:pt x="39055" y="2146"/>
                  </a:lnTo>
                  <a:lnTo>
                    <a:pt x="38583" y="1980"/>
                  </a:lnTo>
                  <a:lnTo>
                    <a:pt x="38072" y="1814"/>
                  </a:lnTo>
                  <a:lnTo>
                    <a:pt x="37523" y="1661"/>
                  </a:lnTo>
                  <a:lnTo>
                    <a:pt x="36935" y="1520"/>
                  </a:lnTo>
                  <a:lnTo>
                    <a:pt x="36297" y="1380"/>
                  </a:lnTo>
                  <a:lnTo>
                    <a:pt x="35632" y="1239"/>
                  </a:lnTo>
                  <a:lnTo>
                    <a:pt x="34930" y="1099"/>
                  </a:lnTo>
                  <a:lnTo>
                    <a:pt x="34202" y="984"/>
                  </a:lnTo>
                  <a:lnTo>
                    <a:pt x="33423" y="856"/>
                  </a:lnTo>
                  <a:lnTo>
                    <a:pt x="32631" y="754"/>
                  </a:lnTo>
                  <a:lnTo>
                    <a:pt x="31801" y="639"/>
                  </a:lnTo>
                  <a:lnTo>
                    <a:pt x="30933" y="550"/>
                  </a:lnTo>
                  <a:lnTo>
                    <a:pt x="30051" y="448"/>
                  </a:lnTo>
                  <a:lnTo>
                    <a:pt x="29132" y="371"/>
                  </a:lnTo>
                  <a:lnTo>
                    <a:pt x="28200" y="294"/>
                  </a:lnTo>
                  <a:lnTo>
                    <a:pt x="27229" y="230"/>
                  </a:lnTo>
                  <a:lnTo>
                    <a:pt x="26246" y="167"/>
                  </a:lnTo>
                  <a:lnTo>
                    <a:pt x="25250" y="116"/>
                  </a:lnTo>
                  <a:lnTo>
                    <a:pt x="24215" y="77"/>
                  </a:lnTo>
                  <a:lnTo>
                    <a:pt x="23181" y="39"/>
                  </a:lnTo>
                  <a:lnTo>
                    <a:pt x="22121" y="13"/>
                  </a:lnTo>
                  <a:lnTo>
                    <a:pt x="21035" y="1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4094191" y="3401233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0" y="0"/>
                  </a:moveTo>
                  <a:lnTo>
                    <a:pt x="0" y="383"/>
                  </a:lnTo>
                  <a:lnTo>
                    <a:pt x="2325" y="383"/>
                  </a:lnTo>
                  <a:lnTo>
                    <a:pt x="3346" y="396"/>
                  </a:lnTo>
                  <a:lnTo>
                    <a:pt x="4253" y="422"/>
                  </a:lnTo>
                  <a:lnTo>
                    <a:pt x="5058" y="460"/>
                  </a:lnTo>
                  <a:lnTo>
                    <a:pt x="5747" y="511"/>
                  </a:lnTo>
                  <a:lnTo>
                    <a:pt x="6322" y="588"/>
                  </a:lnTo>
                  <a:lnTo>
                    <a:pt x="6565" y="626"/>
                  </a:lnTo>
                  <a:lnTo>
                    <a:pt x="6795" y="677"/>
                  </a:lnTo>
                  <a:lnTo>
                    <a:pt x="6973" y="715"/>
                  </a:lnTo>
                  <a:lnTo>
                    <a:pt x="7139" y="779"/>
                  </a:lnTo>
                  <a:lnTo>
                    <a:pt x="7267" y="830"/>
                  </a:lnTo>
                  <a:lnTo>
                    <a:pt x="7369" y="894"/>
                  </a:lnTo>
                  <a:lnTo>
                    <a:pt x="0" y="894"/>
                  </a:lnTo>
                  <a:lnTo>
                    <a:pt x="0" y="1188"/>
                  </a:lnTo>
                  <a:lnTo>
                    <a:pt x="7471" y="1188"/>
                  </a:lnTo>
                  <a:lnTo>
                    <a:pt x="7446" y="1226"/>
                  </a:lnTo>
                  <a:lnTo>
                    <a:pt x="7408" y="1265"/>
                  </a:lnTo>
                  <a:lnTo>
                    <a:pt x="7305" y="1329"/>
                  </a:lnTo>
                  <a:lnTo>
                    <a:pt x="7165" y="1405"/>
                  </a:lnTo>
                  <a:lnTo>
                    <a:pt x="6986" y="1456"/>
                  </a:lnTo>
                  <a:lnTo>
                    <a:pt x="6769" y="1520"/>
                  </a:lnTo>
                  <a:lnTo>
                    <a:pt x="6514" y="1571"/>
                  </a:lnTo>
                  <a:lnTo>
                    <a:pt x="6207" y="1622"/>
                  </a:lnTo>
                  <a:lnTo>
                    <a:pt x="5875" y="1673"/>
                  </a:lnTo>
                  <a:lnTo>
                    <a:pt x="5505" y="1712"/>
                  </a:lnTo>
                  <a:lnTo>
                    <a:pt x="5096" y="1750"/>
                  </a:lnTo>
                  <a:lnTo>
                    <a:pt x="4636" y="1776"/>
                  </a:lnTo>
                  <a:lnTo>
                    <a:pt x="4151" y="1801"/>
                  </a:lnTo>
                  <a:lnTo>
                    <a:pt x="3053" y="1839"/>
                  </a:lnTo>
                  <a:lnTo>
                    <a:pt x="1801" y="1852"/>
                  </a:lnTo>
                  <a:lnTo>
                    <a:pt x="0" y="1852"/>
                  </a:lnTo>
                  <a:lnTo>
                    <a:pt x="0" y="2222"/>
                  </a:lnTo>
                  <a:lnTo>
                    <a:pt x="2197" y="2644"/>
                  </a:lnTo>
                  <a:lnTo>
                    <a:pt x="4215" y="3053"/>
                  </a:lnTo>
                  <a:lnTo>
                    <a:pt x="6130" y="3461"/>
                  </a:lnTo>
                  <a:lnTo>
                    <a:pt x="8021" y="3857"/>
                  </a:lnTo>
                  <a:lnTo>
                    <a:pt x="11162" y="3857"/>
                  </a:lnTo>
                  <a:lnTo>
                    <a:pt x="9106" y="3410"/>
                  </a:lnTo>
                  <a:lnTo>
                    <a:pt x="7050" y="2976"/>
                  </a:lnTo>
                  <a:lnTo>
                    <a:pt x="5032" y="2567"/>
                  </a:lnTo>
                  <a:lnTo>
                    <a:pt x="3078" y="2184"/>
                  </a:lnTo>
                  <a:lnTo>
                    <a:pt x="3844" y="2184"/>
                  </a:lnTo>
                  <a:lnTo>
                    <a:pt x="4572" y="2159"/>
                  </a:lnTo>
                  <a:lnTo>
                    <a:pt x="5275" y="2133"/>
                  </a:lnTo>
                  <a:lnTo>
                    <a:pt x="5926" y="2108"/>
                  </a:lnTo>
                  <a:lnTo>
                    <a:pt x="6539" y="2069"/>
                  </a:lnTo>
                  <a:lnTo>
                    <a:pt x="7101" y="2018"/>
                  </a:lnTo>
                  <a:lnTo>
                    <a:pt x="7637" y="1967"/>
                  </a:lnTo>
                  <a:lnTo>
                    <a:pt x="8110" y="1903"/>
                  </a:lnTo>
                  <a:lnTo>
                    <a:pt x="8557" y="1839"/>
                  </a:lnTo>
                  <a:lnTo>
                    <a:pt x="8940" y="1763"/>
                  </a:lnTo>
                  <a:lnTo>
                    <a:pt x="9285" y="1673"/>
                  </a:lnTo>
                  <a:lnTo>
                    <a:pt x="9579" y="1597"/>
                  </a:lnTo>
                  <a:lnTo>
                    <a:pt x="9821" y="1495"/>
                  </a:lnTo>
                  <a:lnTo>
                    <a:pt x="10026" y="1405"/>
                  </a:lnTo>
                  <a:lnTo>
                    <a:pt x="10102" y="1354"/>
                  </a:lnTo>
                  <a:lnTo>
                    <a:pt x="10166" y="1303"/>
                  </a:lnTo>
                  <a:lnTo>
                    <a:pt x="10217" y="1239"/>
                  </a:lnTo>
                  <a:lnTo>
                    <a:pt x="10256" y="1188"/>
                  </a:lnTo>
                  <a:lnTo>
                    <a:pt x="13780" y="1188"/>
                  </a:lnTo>
                  <a:lnTo>
                    <a:pt x="13780" y="894"/>
                  </a:lnTo>
                  <a:lnTo>
                    <a:pt x="10217" y="894"/>
                  </a:lnTo>
                  <a:lnTo>
                    <a:pt x="10179" y="843"/>
                  </a:lnTo>
                  <a:lnTo>
                    <a:pt x="10115" y="792"/>
                  </a:lnTo>
                  <a:lnTo>
                    <a:pt x="9987" y="703"/>
                  </a:lnTo>
                  <a:lnTo>
                    <a:pt x="9796" y="626"/>
                  </a:lnTo>
                  <a:lnTo>
                    <a:pt x="9579" y="549"/>
                  </a:lnTo>
                  <a:lnTo>
                    <a:pt x="9323" y="473"/>
                  </a:lnTo>
                  <a:lnTo>
                    <a:pt x="9042" y="409"/>
                  </a:lnTo>
                  <a:lnTo>
                    <a:pt x="8723" y="345"/>
                  </a:lnTo>
                  <a:lnTo>
                    <a:pt x="8378" y="294"/>
                  </a:lnTo>
                  <a:lnTo>
                    <a:pt x="13780" y="294"/>
                  </a:lnTo>
                  <a:lnTo>
                    <a:pt x="13780" y="0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3807921" y="3330332"/>
              <a:ext cx="764071" cy="159776"/>
            </a:xfrm>
            <a:custGeom>
              <a:avLst/>
              <a:gdLst/>
              <a:ahLst/>
              <a:cxnLst/>
              <a:rect l="l" t="t" r="r" b="b"/>
              <a:pathLst>
                <a:path w="51609" h="10792" extrusionOk="0">
                  <a:moveTo>
                    <a:pt x="1" y="0"/>
                  </a:moveTo>
                  <a:lnTo>
                    <a:pt x="1" y="5402"/>
                  </a:lnTo>
                  <a:lnTo>
                    <a:pt x="1" y="5543"/>
                  </a:lnTo>
                  <a:lnTo>
                    <a:pt x="26" y="5671"/>
                  </a:lnTo>
                  <a:lnTo>
                    <a:pt x="77" y="5811"/>
                  </a:lnTo>
                  <a:lnTo>
                    <a:pt x="128" y="5951"/>
                  </a:lnTo>
                  <a:lnTo>
                    <a:pt x="205" y="6079"/>
                  </a:lnTo>
                  <a:lnTo>
                    <a:pt x="294" y="6220"/>
                  </a:lnTo>
                  <a:lnTo>
                    <a:pt x="397" y="6347"/>
                  </a:lnTo>
                  <a:lnTo>
                    <a:pt x="524" y="6488"/>
                  </a:lnTo>
                  <a:lnTo>
                    <a:pt x="665" y="6616"/>
                  </a:lnTo>
                  <a:lnTo>
                    <a:pt x="805" y="6743"/>
                  </a:lnTo>
                  <a:lnTo>
                    <a:pt x="971" y="6871"/>
                  </a:lnTo>
                  <a:lnTo>
                    <a:pt x="1163" y="6999"/>
                  </a:lnTo>
                  <a:lnTo>
                    <a:pt x="1354" y="7126"/>
                  </a:lnTo>
                  <a:lnTo>
                    <a:pt x="1559" y="7254"/>
                  </a:lnTo>
                  <a:lnTo>
                    <a:pt x="1789" y="7369"/>
                  </a:lnTo>
                  <a:lnTo>
                    <a:pt x="2031" y="7497"/>
                  </a:lnTo>
                  <a:lnTo>
                    <a:pt x="2542" y="7739"/>
                  </a:lnTo>
                  <a:lnTo>
                    <a:pt x="3117" y="7969"/>
                  </a:lnTo>
                  <a:lnTo>
                    <a:pt x="3730" y="8199"/>
                  </a:lnTo>
                  <a:lnTo>
                    <a:pt x="4407" y="8416"/>
                  </a:lnTo>
                  <a:lnTo>
                    <a:pt x="5122" y="8621"/>
                  </a:lnTo>
                  <a:lnTo>
                    <a:pt x="5888" y="8825"/>
                  </a:lnTo>
                  <a:lnTo>
                    <a:pt x="6706" y="9029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388" y="9553"/>
                  </a:lnTo>
                  <a:lnTo>
                    <a:pt x="10358" y="9719"/>
                  </a:lnTo>
                  <a:lnTo>
                    <a:pt x="11380" y="9872"/>
                  </a:lnTo>
                  <a:lnTo>
                    <a:pt x="12427" y="10013"/>
                  </a:lnTo>
                  <a:lnTo>
                    <a:pt x="13500" y="10140"/>
                  </a:lnTo>
                  <a:lnTo>
                    <a:pt x="14611" y="10255"/>
                  </a:lnTo>
                  <a:lnTo>
                    <a:pt x="15760" y="10370"/>
                  </a:lnTo>
                  <a:lnTo>
                    <a:pt x="16935" y="10460"/>
                  </a:lnTo>
                  <a:lnTo>
                    <a:pt x="18136" y="10549"/>
                  </a:lnTo>
                  <a:lnTo>
                    <a:pt x="19362" y="10626"/>
                  </a:lnTo>
                  <a:lnTo>
                    <a:pt x="20601" y="10677"/>
                  </a:lnTo>
                  <a:lnTo>
                    <a:pt x="21878" y="10728"/>
                  </a:lnTo>
                  <a:lnTo>
                    <a:pt x="23168" y="10766"/>
                  </a:lnTo>
                  <a:lnTo>
                    <a:pt x="24483" y="10779"/>
                  </a:lnTo>
                  <a:lnTo>
                    <a:pt x="25811" y="10792"/>
                  </a:lnTo>
                  <a:lnTo>
                    <a:pt x="27139" y="10779"/>
                  </a:lnTo>
                  <a:lnTo>
                    <a:pt x="28442" y="10766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1" y="10626"/>
                  </a:lnTo>
                  <a:lnTo>
                    <a:pt x="33474" y="10549"/>
                  </a:lnTo>
                  <a:lnTo>
                    <a:pt x="34674" y="10460"/>
                  </a:lnTo>
                  <a:lnTo>
                    <a:pt x="35849" y="10370"/>
                  </a:lnTo>
                  <a:lnTo>
                    <a:pt x="36999" y="10255"/>
                  </a:lnTo>
                  <a:lnTo>
                    <a:pt x="38110" y="10140"/>
                  </a:lnTo>
                  <a:lnTo>
                    <a:pt x="39183" y="10013"/>
                  </a:lnTo>
                  <a:lnTo>
                    <a:pt x="40230" y="9872"/>
                  </a:lnTo>
                  <a:lnTo>
                    <a:pt x="41252" y="9719"/>
                  </a:lnTo>
                  <a:lnTo>
                    <a:pt x="42222" y="9553"/>
                  </a:lnTo>
                  <a:lnTo>
                    <a:pt x="43154" y="9387"/>
                  </a:lnTo>
                  <a:lnTo>
                    <a:pt x="44048" y="9208"/>
                  </a:lnTo>
                  <a:lnTo>
                    <a:pt x="44904" y="9029"/>
                  </a:lnTo>
                  <a:lnTo>
                    <a:pt x="45722" y="8825"/>
                  </a:lnTo>
                  <a:lnTo>
                    <a:pt x="46488" y="8621"/>
                  </a:lnTo>
                  <a:lnTo>
                    <a:pt x="47203" y="8416"/>
                  </a:lnTo>
                  <a:lnTo>
                    <a:pt x="47880" y="8199"/>
                  </a:lnTo>
                  <a:lnTo>
                    <a:pt x="48493" y="7969"/>
                  </a:lnTo>
                  <a:lnTo>
                    <a:pt x="49068" y="7739"/>
                  </a:lnTo>
                  <a:lnTo>
                    <a:pt x="49578" y="7497"/>
                  </a:lnTo>
                  <a:lnTo>
                    <a:pt x="49821" y="7369"/>
                  </a:lnTo>
                  <a:lnTo>
                    <a:pt x="50051" y="7254"/>
                  </a:lnTo>
                  <a:lnTo>
                    <a:pt x="50255" y="7126"/>
                  </a:lnTo>
                  <a:lnTo>
                    <a:pt x="50447" y="6999"/>
                  </a:lnTo>
                  <a:lnTo>
                    <a:pt x="50638" y="6871"/>
                  </a:lnTo>
                  <a:lnTo>
                    <a:pt x="50804" y="6743"/>
                  </a:lnTo>
                  <a:lnTo>
                    <a:pt x="50958" y="6616"/>
                  </a:lnTo>
                  <a:lnTo>
                    <a:pt x="51085" y="6488"/>
                  </a:lnTo>
                  <a:lnTo>
                    <a:pt x="51213" y="6347"/>
                  </a:lnTo>
                  <a:lnTo>
                    <a:pt x="51315" y="6220"/>
                  </a:lnTo>
                  <a:lnTo>
                    <a:pt x="51405" y="6079"/>
                  </a:lnTo>
                  <a:lnTo>
                    <a:pt x="51481" y="5951"/>
                  </a:lnTo>
                  <a:lnTo>
                    <a:pt x="51532" y="5811"/>
                  </a:lnTo>
                  <a:lnTo>
                    <a:pt x="51583" y="5671"/>
                  </a:lnTo>
                  <a:lnTo>
                    <a:pt x="51609" y="5543"/>
                  </a:lnTo>
                  <a:lnTo>
                    <a:pt x="51609" y="5402"/>
                  </a:lnTo>
                  <a:lnTo>
                    <a:pt x="51609" y="0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3807921" y="3250533"/>
              <a:ext cx="764071" cy="159790"/>
            </a:xfrm>
            <a:custGeom>
              <a:avLst/>
              <a:gdLst/>
              <a:ahLst/>
              <a:cxnLst/>
              <a:rect l="l" t="t" r="r" b="b"/>
              <a:pathLst>
                <a:path w="51609" h="10793" extrusionOk="0">
                  <a:moveTo>
                    <a:pt x="25811" y="1"/>
                  </a:moveTo>
                  <a:lnTo>
                    <a:pt x="24483" y="13"/>
                  </a:lnTo>
                  <a:lnTo>
                    <a:pt x="23168" y="26"/>
                  </a:lnTo>
                  <a:lnTo>
                    <a:pt x="21878" y="65"/>
                  </a:lnTo>
                  <a:lnTo>
                    <a:pt x="20601" y="116"/>
                  </a:lnTo>
                  <a:lnTo>
                    <a:pt x="19362" y="167"/>
                  </a:lnTo>
                  <a:lnTo>
                    <a:pt x="18136" y="243"/>
                  </a:lnTo>
                  <a:lnTo>
                    <a:pt x="16935" y="333"/>
                  </a:lnTo>
                  <a:lnTo>
                    <a:pt x="15760" y="422"/>
                  </a:lnTo>
                  <a:lnTo>
                    <a:pt x="14611" y="537"/>
                  </a:lnTo>
                  <a:lnTo>
                    <a:pt x="13500" y="652"/>
                  </a:lnTo>
                  <a:lnTo>
                    <a:pt x="12427" y="780"/>
                  </a:lnTo>
                  <a:lnTo>
                    <a:pt x="11380" y="920"/>
                  </a:lnTo>
                  <a:lnTo>
                    <a:pt x="10358" y="1073"/>
                  </a:lnTo>
                  <a:lnTo>
                    <a:pt x="9388" y="1239"/>
                  </a:lnTo>
                  <a:lnTo>
                    <a:pt x="8455" y="1405"/>
                  </a:lnTo>
                  <a:lnTo>
                    <a:pt x="7561" y="1584"/>
                  </a:lnTo>
                  <a:lnTo>
                    <a:pt x="6706" y="1776"/>
                  </a:lnTo>
                  <a:lnTo>
                    <a:pt x="5888" y="1967"/>
                  </a:lnTo>
                  <a:lnTo>
                    <a:pt x="5122" y="2172"/>
                  </a:lnTo>
                  <a:lnTo>
                    <a:pt x="4407" y="2376"/>
                  </a:lnTo>
                  <a:lnTo>
                    <a:pt x="3730" y="2593"/>
                  </a:lnTo>
                  <a:lnTo>
                    <a:pt x="3117" y="2823"/>
                  </a:lnTo>
                  <a:lnTo>
                    <a:pt x="2542" y="3053"/>
                  </a:lnTo>
                  <a:lnTo>
                    <a:pt x="2031" y="3296"/>
                  </a:lnTo>
                  <a:lnTo>
                    <a:pt x="1789" y="3423"/>
                  </a:lnTo>
                  <a:lnTo>
                    <a:pt x="1559" y="3538"/>
                  </a:lnTo>
                  <a:lnTo>
                    <a:pt x="1354" y="3666"/>
                  </a:lnTo>
                  <a:lnTo>
                    <a:pt x="1163" y="3794"/>
                  </a:lnTo>
                  <a:lnTo>
                    <a:pt x="971" y="3921"/>
                  </a:lnTo>
                  <a:lnTo>
                    <a:pt x="805" y="4049"/>
                  </a:lnTo>
                  <a:lnTo>
                    <a:pt x="665" y="4177"/>
                  </a:lnTo>
                  <a:lnTo>
                    <a:pt x="524" y="4305"/>
                  </a:lnTo>
                  <a:lnTo>
                    <a:pt x="397" y="4445"/>
                  </a:lnTo>
                  <a:lnTo>
                    <a:pt x="294" y="4573"/>
                  </a:lnTo>
                  <a:lnTo>
                    <a:pt x="205" y="4713"/>
                  </a:lnTo>
                  <a:lnTo>
                    <a:pt x="128" y="4841"/>
                  </a:lnTo>
                  <a:lnTo>
                    <a:pt x="77" y="4981"/>
                  </a:lnTo>
                  <a:lnTo>
                    <a:pt x="26" y="5122"/>
                  </a:lnTo>
                  <a:lnTo>
                    <a:pt x="1" y="5262"/>
                  </a:lnTo>
                  <a:lnTo>
                    <a:pt x="1" y="5390"/>
                  </a:lnTo>
                  <a:lnTo>
                    <a:pt x="1" y="5531"/>
                  </a:lnTo>
                  <a:lnTo>
                    <a:pt x="26" y="5671"/>
                  </a:lnTo>
                  <a:lnTo>
                    <a:pt x="77" y="5812"/>
                  </a:lnTo>
                  <a:lnTo>
                    <a:pt x="128" y="5952"/>
                  </a:lnTo>
                  <a:lnTo>
                    <a:pt x="205" y="6080"/>
                  </a:lnTo>
                  <a:lnTo>
                    <a:pt x="294" y="6220"/>
                  </a:lnTo>
                  <a:lnTo>
                    <a:pt x="397" y="6348"/>
                  </a:lnTo>
                  <a:lnTo>
                    <a:pt x="524" y="6488"/>
                  </a:lnTo>
                  <a:lnTo>
                    <a:pt x="665" y="6616"/>
                  </a:lnTo>
                  <a:lnTo>
                    <a:pt x="805" y="6744"/>
                  </a:lnTo>
                  <a:lnTo>
                    <a:pt x="971" y="6872"/>
                  </a:lnTo>
                  <a:lnTo>
                    <a:pt x="1163" y="6999"/>
                  </a:lnTo>
                  <a:lnTo>
                    <a:pt x="1354" y="7127"/>
                  </a:lnTo>
                  <a:lnTo>
                    <a:pt x="1559" y="7255"/>
                  </a:lnTo>
                  <a:lnTo>
                    <a:pt x="1789" y="7370"/>
                  </a:lnTo>
                  <a:lnTo>
                    <a:pt x="2031" y="7497"/>
                  </a:lnTo>
                  <a:lnTo>
                    <a:pt x="2542" y="7727"/>
                  </a:lnTo>
                  <a:lnTo>
                    <a:pt x="3117" y="7970"/>
                  </a:lnTo>
                  <a:lnTo>
                    <a:pt x="3730" y="8187"/>
                  </a:lnTo>
                  <a:lnTo>
                    <a:pt x="4407" y="8417"/>
                  </a:lnTo>
                  <a:lnTo>
                    <a:pt x="5122" y="8621"/>
                  </a:lnTo>
                  <a:lnTo>
                    <a:pt x="5888" y="8826"/>
                  </a:lnTo>
                  <a:lnTo>
                    <a:pt x="6706" y="9017"/>
                  </a:lnTo>
                  <a:lnTo>
                    <a:pt x="7561" y="9209"/>
                  </a:lnTo>
                  <a:lnTo>
                    <a:pt x="8455" y="9387"/>
                  </a:lnTo>
                  <a:lnTo>
                    <a:pt x="9388" y="9554"/>
                  </a:lnTo>
                  <a:lnTo>
                    <a:pt x="10358" y="9720"/>
                  </a:lnTo>
                  <a:lnTo>
                    <a:pt x="11380" y="9873"/>
                  </a:lnTo>
                  <a:lnTo>
                    <a:pt x="12427" y="10013"/>
                  </a:lnTo>
                  <a:lnTo>
                    <a:pt x="13500" y="10141"/>
                  </a:lnTo>
                  <a:lnTo>
                    <a:pt x="14611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50"/>
                  </a:lnTo>
                  <a:lnTo>
                    <a:pt x="19362" y="10614"/>
                  </a:lnTo>
                  <a:lnTo>
                    <a:pt x="20601" y="10677"/>
                  </a:lnTo>
                  <a:lnTo>
                    <a:pt x="21878" y="10728"/>
                  </a:lnTo>
                  <a:lnTo>
                    <a:pt x="23168" y="10754"/>
                  </a:lnTo>
                  <a:lnTo>
                    <a:pt x="24483" y="10780"/>
                  </a:lnTo>
                  <a:lnTo>
                    <a:pt x="25811" y="10792"/>
                  </a:lnTo>
                  <a:lnTo>
                    <a:pt x="27139" y="10780"/>
                  </a:lnTo>
                  <a:lnTo>
                    <a:pt x="28442" y="10754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1" y="10614"/>
                  </a:lnTo>
                  <a:lnTo>
                    <a:pt x="33474" y="10550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9" y="10256"/>
                  </a:lnTo>
                  <a:lnTo>
                    <a:pt x="38110" y="10141"/>
                  </a:lnTo>
                  <a:lnTo>
                    <a:pt x="39183" y="10013"/>
                  </a:lnTo>
                  <a:lnTo>
                    <a:pt x="40230" y="9873"/>
                  </a:lnTo>
                  <a:lnTo>
                    <a:pt x="41252" y="9720"/>
                  </a:lnTo>
                  <a:lnTo>
                    <a:pt x="42222" y="9554"/>
                  </a:lnTo>
                  <a:lnTo>
                    <a:pt x="43154" y="9387"/>
                  </a:lnTo>
                  <a:lnTo>
                    <a:pt x="44048" y="9209"/>
                  </a:lnTo>
                  <a:lnTo>
                    <a:pt x="44904" y="9017"/>
                  </a:lnTo>
                  <a:lnTo>
                    <a:pt x="45722" y="8826"/>
                  </a:lnTo>
                  <a:lnTo>
                    <a:pt x="46488" y="8621"/>
                  </a:lnTo>
                  <a:lnTo>
                    <a:pt x="47203" y="8417"/>
                  </a:lnTo>
                  <a:lnTo>
                    <a:pt x="47880" y="8187"/>
                  </a:lnTo>
                  <a:lnTo>
                    <a:pt x="48493" y="7970"/>
                  </a:lnTo>
                  <a:lnTo>
                    <a:pt x="49068" y="7727"/>
                  </a:lnTo>
                  <a:lnTo>
                    <a:pt x="49578" y="7497"/>
                  </a:lnTo>
                  <a:lnTo>
                    <a:pt x="49821" y="7370"/>
                  </a:lnTo>
                  <a:lnTo>
                    <a:pt x="50051" y="7255"/>
                  </a:lnTo>
                  <a:lnTo>
                    <a:pt x="50255" y="7127"/>
                  </a:lnTo>
                  <a:lnTo>
                    <a:pt x="50447" y="6999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8" y="6616"/>
                  </a:lnTo>
                  <a:lnTo>
                    <a:pt x="51085" y="6488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5" y="6080"/>
                  </a:lnTo>
                  <a:lnTo>
                    <a:pt x="51481" y="5952"/>
                  </a:lnTo>
                  <a:lnTo>
                    <a:pt x="51532" y="5812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09" y="5390"/>
                  </a:lnTo>
                  <a:lnTo>
                    <a:pt x="51609" y="5262"/>
                  </a:lnTo>
                  <a:lnTo>
                    <a:pt x="51583" y="5122"/>
                  </a:lnTo>
                  <a:lnTo>
                    <a:pt x="51532" y="4981"/>
                  </a:lnTo>
                  <a:lnTo>
                    <a:pt x="51481" y="4841"/>
                  </a:lnTo>
                  <a:lnTo>
                    <a:pt x="51405" y="4713"/>
                  </a:lnTo>
                  <a:lnTo>
                    <a:pt x="51315" y="4573"/>
                  </a:lnTo>
                  <a:lnTo>
                    <a:pt x="51213" y="4445"/>
                  </a:lnTo>
                  <a:lnTo>
                    <a:pt x="51085" y="4305"/>
                  </a:lnTo>
                  <a:lnTo>
                    <a:pt x="50958" y="4177"/>
                  </a:lnTo>
                  <a:lnTo>
                    <a:pt x="50804" y="4049"/>
                  </a:lnTo>
                  <a:lnTo>
                    <a:pt x="50638" y="3921"/>
                  </a:lnTo>
                  <a:lnTo>
                    <a:pt x="50447" y="3794"/>
                  </a:lnTo>
                  <a:lnTo>
                    <a:pt x="50255" y="3666"/>
                  </a:lnTo>
                  <a:lnTo>
                    <a:pt x="50051" y="3538"/>
                  </a:lnTo>
                  <a:lnTo>
                    <a:pt x="49821" y="3423"/>
                  </a:lnTo>
                  <a:lnTo>
                    <a:pt x="49578" y="3296"/>
                  </a:lnTo>
                  <a:lnTo>
                    <a:pt x="49068" y="3053"/>
                  </a:lnTo>
                  <a:lnTo>
                    <a:pt x="48493" y="2823"/>
                  </a:lnTo>
                  <a:lnTo>
                    <a:pt x="47880" y="2593"/>
                  </a:lnTo>
                  <a:lnTo>
                    <a:pt x="47203" y="2376"/>
                  </a:lnTo>
                  <a:lnTo>
                    <a:pt x="46488" y="2172"/>
                  </a:lnTo>
                  <a:lnTo>
                    <a:pt x="45722" y="1967"/>
                  </a:lnTo>
                  <a:lnTo>
                    <a:pt x="44904" y="1776"/>
                  </a:lnTo>
                  <a:lnTo>
                    <a:pt x="44048" y="1584"/>
                  </a:lnTo>
                  <a:lnTo>
                    <a:pt x="43154" y="1405"/>
                  </a:lnTo>
                  <a:lnTo>
                    <a:pt x="42222" y="1239"/>
                  </a:lnTo>
                  <a:lnTo>
                    <a:pt x="41252" y="1073"/>
                  </a:lnTo>
                  <a:lnTo>
                    <a:pt x="40230" y="920"/>
                  </a:lnTo>
                  <a:lnTo>
                    <a:pt x="39183" y="780"/>
                  </a:lnTo>
                  <a:lnTo>
                    <a:pt x="38110" y="652"/>
                  </a:lnTo>
                  <a:lnTo>
                    <a:pt x="36999" y="537"/>
                  </a:lnTo>
                  <a:lnTo>
                    <a:pt x="35849" y="422"/>
                  </a:lnTo>
                  <a:lnTo>
                    <a:pt x="34674" y="333"/>
                  </a:lnTo>
                  <a:lnTo>
                    <a:pt x="33474" y="243"/>
                  </a:lnTo>
                  <a:lnTo>
                    <a:pt x="32261" y="167"/>
                  </a:lnTo>
                  <a:lnTo>
                    <a:pt x="31009" y="116"/>
                  </a:lnTo>
                  <a:lnTo>
                    <a:pt x="29732" y="65"/>
                  </a:lnTo>
                  <a:lnTo>
                    <a:pt x="28442" y="26"/>
                  </a:lnTo>
                  <a:lnTo>
                    <a:pt x="27139" y="13"/>
                  </a:lnTo>
                  <a:lnTo>
                    <a:pt x="258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3876187" y="3264909"/>
              <a:ext cx="627554" cy="112133"/>
            </a:xfrm>
            <a:custGeom>
              <a:avLst/>
              <a:gdLst/>
              <a:ahLst/>
              <a:cxnLst/>
              <a:rect l="l" t="t" r="r" b="b"/>
              <a:pathLst>
                <a:path w="42388" h="7574" extrusionOk="0">
                  <a:moveTo>
                    <a:pt x="20102" y="0"/>
                  </a:moveTo>
                  <a:lnTo>
                    <a:pt x="19029" y="13"/>
                  </a:lnTo>
                  <a:lnTo>
                    <a:pt x="17969" y="39"/>
                  </a:lnTo>
                  <a:lnTo>
                    <a:pt x="16922" y="77"/>
                  </a:lnTo>
                  <a:lnTo>
                    <a:pt x="15900" y="115"/>
                  </a:lnTo>
                  <a:lnTo>
                    <a:pt x="14891" y="166"/>
                  </a:lnTo>
                  <a:lnTo>
                    <a:pt x="13908" y="230"/>
                  </a:lnTo>
                  <a:lnTo>
                    <a:pt x="12950" y="294"/>
                  </a:lnTo>
                  <a:lnTo>
                    <a:pt x="12005" y="371"/>
                  </a:lnTo>
                  <a:lnTo>
                    <a:pt x="11085" y="447"/>
                  </a:lnTo>
                  <a:lnTo>
                    <a:pt x="10204" y="549"/>
                  </a:lnTo>
                  <a:lnTo>
                    <a:pt x="9349" y="639"/>
                  </a:lnTo>
                  <a:lnTo>
                    <a:pt x="8518" y="754"/>
                  </a:lnTo>
                  <a:lnTo>
                    <a:pt x="7714" y="856"/>
                  </a:lnTo>
                  <a:lnTo>
                    <a:pt x="6948" y="984"/>
                  </a:lnTo>
                  <a:lnTo>
                    <a:pt x="6207" y="1111"/>
                  </a:lnTo>
                  <a:lnTo>
                    <a:pt x="5504" y="1239"/>
                  </a:lnTo>
                  <a:lnTo>
                    <a:pt x="4840" y="1380"/>
                  </a:lnTo>
                  <a:lnTo>
                    <a:pt x="4215" y="1520"/>
                  </a:lnTo>
                  <a:lnTo>
                    <a:pt x="3614" y="1661"/>
                  </a:lnTo>
                  <a:lnTo>
                    <a:pt x="3065" y="1827"/>
                  </a:lnTo>
                  <a:lnTo>
                    <a:pt x="2554" y="1980"/>
                  </a:lnTo>
                  <a:lnTo>
                    <a:pt x="2095" y="2146"/>
                  </a:lnTo>
                  <a:lnTo>
                    <a:pt x="1660" y="2312"/>
                  </a:lnTo>
                  <a:lnTo>
                    <a:pt x="1290" y="2478"/>
                  </a:lnTo>
                  <a:lnTo>
                    <a:pt x="958" y="2657"/>
                  </a:lnTo>
                  <a:lnTo>
                    <a:pt x="664" y="2835"/>
                  </a:lnTo>
                  <a:lnTo>
                    <a:pt x="537" y="2925"/>
                  </a:lnTo>
                  <a:lnTo>
                    <a:pt x="434" y="3027"/>
                  </a:lnTo>
                  <a:lnTo>
                    <a:pt x="332" y="3116"/>
                  </a:lnTo>
                  <a:lnTo>
                    <a:pt x="243" y="3206"/>
                  </a:lnTo>
                  <a:lnTo>
                    <a:pt x="166" y="3308"/>
                  </a:lnTo>
                  <a:lnTo>
                    <a:pt x="102" y="3397"/>
                  </a:lnTo>
                  <a:lnTo>
                    <a:pt x="64" y="3500"/>
                  </a:lnTo>
                  <a:lnTo>
                    <a:pt x="26" y="3589"/>
                  </a:lnTo>
                  <a:lnTo>
                    <a:pt x="0" y="3691"/>
                  </a:lnTo>
                  <a:lnTo>
                    <a:pt x="0" y="3781"/>
                  </a:lnTo>
                  <a:lnTo>
                    <a:pt x="0" y="3883"/>
                  </a:lnTo>
                  <a:lnTo>
                    <a:pt x="26" y="3985"/>
                  </a:lnTo>
                  <a:lnTo>
                    <a:pt x="64" y="4074"/>
                  </a:lnTo>
                  <a:lnTo>
                    <a:pt x="102" y="4176"/>
                  </a:lnTo>
                  <a:lnTo>
                    <a:pt x="166" y="4266"/>
                  </a:lnTo>
                  <a:lnTo>
                    <a:pt x="243" y="4368"/>
                  </a:lnTo>
                  <a:lnTo>
                    <a:pt x="332" y="4457"/>
                  </a:lnTo>
                  <a:lnTo>
                    <a:pt x="434" y="4547"/>
                  </a:lnTo>
                  <a:lnTo>
                    <a:pt x="537" y="4636"/>
                  </a:lnTo>
                  <a:lnTo>
                    <a:pt x="664" y="4738"/>
                  </a:lnTo>
                  <a:lnTo>
                    <a:pt x="958" y="4917"/>
                  </a:lnTo>
                  <a:lnTo>
                    <a:pt x="1290" y="5083"/>
                  </a:lnTo>
                  <a:lnTo>
                    <a:pt x="1660" y="5262"/>
                  </a:lnTo>
                  <a:lnTo>
                    <a:pt x="2095" y="5428"/>
                  </a:lnTo>
                  <a:lnTo>
                    <a:pt x="2554" y="5594"/>
                  </a:lnTo>
                  <a:lnTo>
                    <a:pt x="3065" y="5747"/>
                  </a:lnTo>
                  <a:lnTo>
                    <a:pt x="3614" y="5901"/>
                  </a:lnTo>
                  <a:lnTo>
                    <a:pt x="4215" y="6054"/>
                  </a:lnTo>
                  <a:lnTo>
                    <a:pt x="4840" y="6194"/>
                  </a:lnTo>
                  <a:lnTo>
                    <a:pt x="5504" y="6335"/>
                  </a:lnTo>
                  <a:lnTo>
                    <a:pt x="6207" y="6462"/>
                  </a:lnTo>
                  <a:lnTo>
                    <a:pt x="6948" y="6590"/>
                  </a:lnTo>
                  <a:lnTo>
                    <a:pt x="7714" y="6705"/>
                  </a:lnTo>
                  <a:lnTo>
                    <a:pt x="8518" y="6820"/>
                  </a:lnTo>
                  <a:lnTo>
                    <a:pt x="9349" y="6922"/>
                  </a:lnTo>
                  <a:lnTo>
                    <a:pt x="10204" y="7024"/>
                  </a:lnTo>
                  <a:lnTo>
                    <a:pt x="11085" y="7114"/>
                  </a:lnTo>
                  <a:lnTo>
                    <a:pt x="12005" y="7203"/>
                  </a:lnTo>
                  <a:lnTo>
                    <a:pt x="12950" y="7280"/>
                  </a:lnTo>
                  <a:lnTo>
                    <a:pt x="13908" y="7344"/>
                  </a:lnTo>
                  <a:lnTo>
                    <a:pt x="14891" y="7408"/>
                  </a:lnTo>
                  <a:lnTo>
                    <a:pt x="15900" y="7459"/>
                  </a:lnTo>
                  <a:lnTo>
                    <a:pt x="16922" y="7497"/>
                  </a:lnTo>
                  <a:lnTo>
                    <a:pt x="17969" y="7535"/>
                  </a:lnTo>
                  <a:lnTo>
                    <a:pt x="19029" y="7561"/>
                  </a:lnTo>
                  <a:lnTo>
                    <a:pt x="20102" y="7574"/>
                  </a:lnTo>
                  <a:lnTo>
                    <a:pt x="22286" y="7574"/>
                  </a:lnTo>
                  <a:lnTo>
                    <a:pt x="23359" y="7561"/>
                  </a:lnTo>
                  <a:lnTo>
                    <a:pt x="24419" y="7535"/>
                  </a:lnTo>
                  <a:lnTo>
                    <a:pt x="25466" y="7497"/>
                  </a:lnTo>
                  <a:lnTo>
                    <a:pt x="26488" y="7459"/>
                  </a:lnTo>
                  <a:lnTo>
                    <a:pt x="27496" y="7408"/>
                  </a:lnTo>
                  <a:lnTo>
                    <a:pt x="28480" y="7344"/>
                  </a:lnTo>
                  <a:lnTo>
                    <a:pt x="29450" y="7280"/>
                  </a:lnTo>
                  <a:lnTo>
                    <a:pt x="30383" y="7203"/>
                  </a:lnTo>
                  <a:lnTo>
                    <a:pt x="31302" y="7114"/>
                  </a:lnTo>
                  <a:lnTo>
                    <a:pt x="32183" y="7024"/>
                  </a:lnTo>
                  <a:lnTo>
                    <a:pt x="33039" y="6922"/>
                  </a:lnTo>
                  <a:lnTo>
                    <a:pt x="33869" y="6820"/>
                  </a:lnTo>
                  <a:lnTo>
                    <a:pt x="34674" y="6705"/>
                  </a:lnTo>
                  <a:lnTo>
                    <a:pt x="35440" y="6590"/>
                  </a:lnTo>
                  <a:lnTo>
                    <a:pt x="36181" y="6462"/>
                  </a:lnTo>
                  <a:lnTo>
                    <a:pt x="36883" y="6335"/>
                  </a:lnTo>
                  <a:lnTo>
                    <a:pt x="37547" y="6194"/>
                  </a:lnTo>
                  <a:lnTo>
                    <a:pt x="38173" y="6054"/>
                  </a:lnTo>
                  <a:lnTo>
                    <a:pt x="38773" y="5901"/>
                  </a:lnTo>
                  <a:lnTo>
                    <a:pt x="39323" y="5747"/>
                  </a:lnTo>
                  <a:lnTo>
                    <a:pt x="39833" y="5594"/>
                  </a:lnTo>
                  <a:lnTo>
                    <a:pt x="40293" y="5428"/>
                  </a:lnTo>
                  <a:lnTo>
                    <a:pt x="40727" y="5262"/>
                  </a:lnTo>
                  <a:lnTo>
                    <a:pt x="41098" y="5083"/>
                  </a:lnTo>
                  <a:lnTo>
                    <a:pt x="41443" y="4917"/>
                  </a:lnTo>
                  <a:lnTo>
                    <a:pt x="41724" y="4738"/>
                  </a:lnTo>
                  <a:lnTo>
                    <a:pt x="41851" y="4636"/>
                  </a:lnTo>
                  <a:lnTo>
                    <a:pt x="41953" y="4547"/>
                  </a:lnTo>
                  <a:lnTo>
                    <a:pt x="42056" y="4457"/>
                  </a:lnTo>
                  <a:lnTo>
                    <a:pt x="42145" y="4368"/>
                  </a:lnTo>
                  <a:lnTo>
                    <a:pt x="42222" y="4266"/>
                  </a:lnTo>
                  <a:lnTo>
                    <a:pt x="42285" y="4176"/>
                  </a:lnTo>
                  <a:lnTo>
                    <a:pt x="42324" y="4074"/>
                  </a:lnTo>
                  <a:lnTo>
                    <a:pt x="42362" y="3985"/>
                  </a:lnTo>
                  <a:lnTo>
                    <a:pt x="42388" y="3883"/>
                  </a:lnTo>
                  <a:lnTo>
                    <a:pt x="42388" y="3781"/>
                  </a:lnTo>
                  <a:lnTo>
                    <a:pt x="42388" y="3691"/>
                  </a:lnTo>
                  <a:lnTo>
                    <a:pt x="42362" y="3589"/>
                  </a:lnTo>
                  <a:lnTo>
                    <a:pt x="42324" y="3500"/>
                  </a:lnTo>
                  <a:lnTo>
                    <a:pt x="42285" y="3397"/>
                  </a:lnTo>
                  <a:lnTo>
                    <a:pt x="42222" y="3308"/>
                  </a:lnTo>
                  <a:lnTo>
                    <a:pt x="42145" y="3206"/>
                  </a:lnTo>
                  <a:lnTo>
                    <a:pt x="42056" y="3116"/>
                  </a:lnTo>
                  <a:lnTo>
                    <a:pt x="41953" y="3027"/>
                  </a:lnTo>
                  <a:lnTo>
                    <a:pt x="41851" y="2925"/>
                  </a:lnTo>
                  <a:lnTo>
                    <a:pt x="41724" y="2835"/>
                  </a:lnTo>
                  <a:lnTo>
                    <a:pt x="41443" y="2657"/>
                  </a:lnTo>
                  <a:lnTo>
                    <a:pt x="41098" y="2478"/>
                  </a:lnTo>
                  <a:lnTo>
                    <a:pt x="40727" y="2312"/>
                  </a:lnTo>
                  <a:lnTo>
                    <a:pt x="40293" y="2146"/>
                  </a:lnTo>
                  <a:lnTo>
                    <a:pt x="39833" y="1980"/>
                  </a:lnTo>
                  <a:lnTo>
                    <a:pt x="39323" y="1827"/>
                  </a:lnTo>
                  <a:lnTo>
                    <a:pt x="38773" y="1661"/>
                  </a:lnTo>
                  <a:lnTo>
                    <a:pt x="38173" y="1520"/>
                  </a:lnTo>
                  <a:lnTo>
                    <a:pt x="37547" y="1380"/>
                  </a:lnTo>
                  <a:lnTo>
                    <a:pt x="36883" y="1239"/>
                  </a:lnTo>
                  <a:lnTo>
                    <a:pt x="36181" y="1111"/>
                  </a:lnTo>
                  <a:lnTo>
                    <a:pt x="35440" y="984"/>
                  </a:lnTo>
                  <a:lnTo>
                    <a:pt x="34674" y="856"/>
                  </a:lnTo>
                  <a:lnTo>
                    <a:pt x="33869" y="754"/>
                  </a:lnTo>
                  <a:lnTo>
                    <a:pt x="33039" y="639"/>
                  </a:lnTo>
                  <a:lnTo>
                    <a:pt x="32183" y="549"/>
                  </a:lnTo>
                  <a:lnTo>
                    <a:pt x="31302" y="447"/>
                  </a:lnTo>
                  <a:lnTo>
                    <a:pt x="30383" y="371"/>
                  </a:lnTo>
                  <a:lnTo>
                    <a:pt x="29450" y="294"/>
                  </a:lnTo>
                  <a:lnTo>
                    <a:pt x="28480" y="230"/>
                  </a:lnTo>
                  <a:lnTo>
                    <a:pt x="27496" y="166"/>
                  </a:lnTo>
                  <a:lnTo>
                    <a:pt x="26488" y="115"/>
                  </a:lnTo>
                  <a:lnTo>
                    <a:pt x="25466" y="77"/>
                  </a:lnTo>
                  <a:lnTo>
                    <a:pt x="24419" y="39"/>
                  </a:lnTo>
                  <a:lnTo>
                    <a:pt x="23359" y="13"/>
                  </a:lnTo>
                  <a:lnTo>
                    <a:pt x="22286" y="0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3885440" y="3264909"/>
              <a:ext cx="609033" cy="83204"/>
            </a:xfrm>
            <a:custGeom>
              <a:avLst/>
              <a:gdLst/>
              <a:ahLst/>
              <a:cxnLst/>
              <a:rect l="l" t="t" r="r" b="b"/>
              <a:pathLst>
                <a:path w="41137" h="5620" extrusionOk="0">
                  <a:moveTo>
                    <a:pt x="19949" y="0"/>
                  </a:moveTo>
                  <a:lnTo>
                    <a:pt x="18238" y="13"/>
                  </a:lnTo>
                  <a:lnTo>
                    <a:pt x="16565" y="39"/>
                  </a:lnTo>
                  <a:lnTo>
                    <a:pt x="14943" y="102"/>
                  </a:lnTo>
                  <a:lnTo>
                    <a:pt x="13360" y="179"/>
                  </a:lnTo>
                  <a:lnTo>
                    <a:pt x="11840" y="281"/>
                  </a:lnTo>
                  <a:lnTo>
                    <a:pt x="10371" y="409"/>
                  </a:lnTo>
                  <a:lnTo>
                    <a:pt x="8966" y="549"/>
                  </a:lnTo>
                  <a:lnTo>
                    <a:pt x="7625" y="703"/>
                  </a:lnTo>
                  <a:lnTo>
                    <a:pt x="6361" y="881"/>
                  </a:lnTo>
                  <a:lnTo>
                    <a:pt x="5173" y="1073"/>
                  </a:lnTo>
                  <a:lnTo>
                    <a:pt x="4075" y="1277"/>
                  </a:lnTo>
                  <a:lnTo>
                    <a:pt x="3551" y="1380"/>
                  </a:lnTo>
                  <a:lnTo>
                    <a:pt x="3066" y="1494"/>
                  </a:lnTo>
                  <a:lnTo>
                    <a:pt x="2593" y="1609"/>
                  </a:lnTo>
                  <a:lnTo>
                    <a:pt x="2134" y="1724"/>
                  </a:lnTo>
                  <a:lnTo>
                    <a:pt x="1712" y="1852"/>
                  </a:lnTo>
                  <a:lnTo>
                    <a:pt x="1316" y="1980"/>
                  </a:lnTo>
                  <a:lnTo>
                    <a:pt x="946" y="2108"/>
                  </a:lnTo>
                  <a:lnTo>
                    <a:pt x="601" y="2235"/>
                  </a:lnTo>
                  <a:lnTo>
                    <a:pt x="282" y="2363"/>
                  </a:lnTo>
                  <a:lnTo>
                    <a:pt x="1" y="2503"/>
                  </a:lnTo>
                  <a:lnTo>
                    <a:pt x="716" y="2286"/>
                  </a:lnTo>
                  <a:lnTo>
                    <a:pt x="1508" y="2082"/>
                  </a:lnTo>
                  <a:lnTo>
                    <a:pt x="2364" y="1890"/>
                  </a:lnTo>
                  <a:lnTo>
                    <a:pt x="3296" y="1712"/>
                  </a:lnTo>
                  <a:lnTo>
                    <a:pt x="4292" y="1533"/>
                  </a:lnTo>
                  <a:lnTo>
                    <a:pt x="5352" y="1380"/>
                  </a:lnTo>
                  <a:lnTo>
                    <a:pt x="6463" y="1226"/>
                  </a:lnTo>
                  <a:lnTo>
                    <a:pt x="7625" y="1099"/>
                  </a:lnTo>
                  <a:lnTo>
                    <a:pt x="8851" y="971"/>
                  </a:lnTo>
                  <a:lnTo>
                    <a:pt x="10116" y="869"/>
                  </a:lnTo>
                  <a:lnTo>
                    <a:pt x="11431" y="767"/>
                  </a:lnTo>
                  <a:lnTo>
                    <a:pt x="12772" y="690"/>
                  </a:lnTo>
                  <a:lnTo>
                    <a:pt x="14164" y="639"/>
                  </a:lnTo>
                  <a:lnTo>
                    <a:pt x="15595" y="588"/>
                  </a:lnTo>
                  <a:lnTo>
                    <a:pt x="17050" y="562"/>
                  </a:lnTo>
                  <a:lnTo>
                    <a:pt x="18532" y="549"/>
                  </a:lnTo>
                  <a:lnTo>
                    <a:pt x="19617" y="562"/>
                  </a:lnTo>
                  <a:lnTo>
                    <a:pt x="20690" y="575"/>
                  </a:lnTo>
                  <a:lnTo>
                    <a:pt x="21750" y="601"/>
                  </a:lnTo>
                  <a:lnTo>
                    <a:pt x="22797" y="626"/>
                  </a:lnTo>
                  <a:lnTo>
                    <a:pt x="23819" y="677"/>
                  </a:lnTo>
                  <a:lnTo>
                    <a:pt x="24828" y="728"/>
                  </a:lnTo>
                  <a:lnTo>
                    <a:pt x="25811" y="779"/>
                  </a:lnTo>
                  <a:lnTo>
                    <a:pt x="26782" y="856"/>
                  </a:lnTo>
                  <a:lnTo>
                    <a:pt x="27714" y="933"/>
                  </a:lnTo>
                  <a:lnTo>
                    <a:pt x="28634" y="1009"/>
                  </a:lnTo>
                  <a:lnTo>
                    <a:pt x="29515" y="1099"/>
                  </a:lnTo>
                  <a:lnTo>
                    <a:pt x="30371" y="1201"/>
                  </a:lnTo>
                  <a:lnTo>
                    <a:pt x="31214" y="1303"/>
                  </a:lnTo>
                  <a:lnTo>
                    <a:pt x="32005" y="1418"/>
                  </a:lnTo>
                  <a:lnTo>
                    <a:pt x="32772" y="1533"/>
                  </a:lnTo>
                  <a:lnTo>
                    <a:pt x="33512" y="1661"/>
                  </a:lnTo>
                  <a:lnTo>
                    <a:pt x="34215" y="1801"/>
                  </a:lnTo>
                  <a:lnTo>
                    <a:pt x="34879" y="1929"/>
                  </a:lnTo>
                  <a:lnTo>
                    <a:pt x="35505" y="2082"/>
                  </a:lnTo>
                  <a:lnTo>
                    <a:pt x="36105" y="2222"/>
                  </a:lnTo>
                  <a:lnTo>
                    <a:pt x="36654" y="2376"/>
                  </a:lnTo>
                  <a:lnTo>
                    <a:pt x="37165" y="2542"/>
                  </a:lnTo>
                  <a:lnTo>
                    <a:pt x="37638" y="2708"/>
                  </a:lnTo>
                  <a:lnTo>
                    <a:pt x="38059" y="2874"/>
                  </a:lnTo>
                  <a:lnTo>
                    <a:pt x="38429" y="3040"/>
                  </a:lnTo>
                  <a:lnTo>
                    <a:pt x="38774" y="3219"/>
                  </a:lnTo>
                  <a:lnTo>
                    <a:pt x="39055" y="3397"/>
                  </a:lnTo>
                  <a:lnTo>
                    <a:pt x="39183" y="3487"/>
                  </a:lnTo>
                  <a:lnTo>
                    <a:pt x="39285" y="3576"/>
                  </a:lnTo>
                  <a:lnTo>
                    <a:pt x="39387" y="3678"/>
                  </a:lnTo>
                  <a:lnTo>
                    <a:pt x="39477" y="3768"/>
                  </a:lnTo>
                  <a:lnTo>
                    <a:pt x="39553" y="3857"/>
                  </a:lnTo>
                  <a:lnTo>
                    <a:pt x="39617" y="3959"/>
                  </a:lnTo>
                  <a:lnTo>
                    <a:pt x="39655" y="4049"/>
                  </a:lnTo>
                  <a:lnTo>
                    <a:pt x="39694" y="4151"/>
                  </a:lnTo>
                  <a:lnTo>
                    <a:pt x="39719" y="4253"/>
                  </a:lnTo>
                  <a:lnTo>
                    <a:pt x="39719" y="4342"/>
                  </a:lnTo>
                  <a:lnTo>
                    <a:pt x="39719" y="4432"/>
                  </a:lnTo>
                  <a:lnTo>
                    <a:pt x="39706" y="4508"/>
                  </a:lnTo>
                  <a:lnTo>
                    <a:pt x="39681" y="4598"/>
                  </a:lnTo>
                  <a:lnTo>
                    <a:pt x="39643" y="4675"/>
                  </a:lnTo>
                  <a:lnTo>
                    <a:pt x="39592" y="4764"/>
                  </a:lnTo>
                  <a:lnTo>
                    <a:pt x="39540" y="4841"/>
                  </a:lnTo>
                  <a:lnTo>
                    <a:pt x="39400" y="5007"/>
                  </a:lnTo>
                  <a:lnTo>
                    <a:pt x="39221" y="5160"/>
                  </a:lnTo>
                  <a:lnTo>
                    <a:pt x="39017" y="5326"/>
                  </a:lnTo>
                  <a:lnTo>
                    <a:pt x="38761" y="5479"/>
                  </a:lnTo>
                  <a:lnTo>
                    <a:pt x="38480" y="5620"/>
                  </a:lnTo>
                  <a:lnTo>
                    <a:pt x="38480" y="5620"/>
                  </a:lnTo>
                  <a:lnTo>
                    <a:pt x="39081" y="5415"/>
                  </a:lnTo>
                  <a:lnTo>
                    <a:pt x="39349" y="5313"/>
                  </a:lnTo>
                  <a:lnTo>
                    <a:pt x="39604" y="5198"/>
                  </a:lnTo>
                  <a:lnTo>
                    <a:pt x="39847" y="5096"/>
                  </a:lnTo>
                  <a:lnTo>
                    <a:pt x="40064" y="4981"/>
                  </a:lnTo>
                  <a:lnTo>
                    <a:pt x="40268" y="4866"/>
                  </a:lnTo>
                  <a:lnTo>
                    <a:pt x="40447" y="4751"/>
                  </a:lnTo>
                  <a:lnTo>
                    <a:pt x="40600" y="4636"/>
                  </a:lnTo>
                  <a:lnTo>
                    <a:pt x="40741" y="4521"/>
                  </a:lnTo>
                  <a:lnTo>
                    <a:pt x="40869" y="4394"/>
                  </a:lnTo>
                  <a:lnTo>
                    <a:pt x="40971" y="4279"/>
                  </a:lnTo>
                  <a:lnTo>
                    <a:pt x="41047" y="4151"/>
                  </a:lnTo>
                  <a:lnTo>
                    <a:pt x="41099" y="4036"/>
                  </a:lnTo>
                  <a:lnTo>
                    <a:pt x="41137" y="3908"/>
                  </a:lnTo>
                  <a:lnTo>
                    <a:pt x="41137" y="3781"/>
                  </a:lnTo>
                  <a:lnTo>
                    <a:pt x="41137" y="3691"/>
                  </a:lnTo>
                  <a:lnTo>
                    <a:pt x="41111" y="3589"/>
                  </a:lnTo>
                  <a:lnTo>
                    <a:pt x="41086" y="3500"/>
                  </a:lnTo>
                  <a:lnTo>
                    <a:pt x="41035" y="3397"/>
                  </a:lnTo>
                  <a:lnTo>
                    <a:pt x="40971" y="3308"/>
                  </a:lnTo>
                  <a:lnTo>
                    <a:pt x="40894" y="3206"/>
                  </a:lnTo>
                  <a:lnTo>
                    <a:pt x="40818" y="3116"/>
                  </a:lnTo>
                  <a:lnTo>
                    <a:pt x="40715" y="3027"/>
                  </a:lnTo>
                  <a:lnTo>
                    <a:pt x="40600" y="2925"/>
                  </a:lnTo>
                  <a:lnTo>
                    <a:pt x="40473" y="2835"/>
                  </a:lnTo>
                  <a:lnTo>
                    <a:pt x="40192" y="2657"/>
                  </a:lnTo>
                  <a:lnTo>
                    <a:pt x="39860" y="2478"/>
                  </a:lnTo>
                  <a:lnTo>
                    <a:pt x="39477" y="2312"/>
                  </a:lnTo>
                  <a:lnTo>
                    <a:pt x="39055" y="2146"/>
                  </a:lnTo>
                  <a:lnTo>
                    <a:pt x="38583" y="1980"/>
                  </a:lnTo>
                  <a:lnTo>
                    <a:pt x="38072" y="1827"/>
                  </a:lnTo>
                  <a:lnTo>
                    <a:pt x="37523" y="1661"/>
                  </a:lnTo>
                  <a:lnTo>
                    <a:pt x="36935" y="1520"/>
                  </a:lnTo>
                  <a:lnTo>
                    <a:pt x="36297" y="1380"/>
                  </a:lnTo>
                  <a:lnTo>
                    <a:pt x="35632" y="1239"/>
                  </a:lnTo>
                  <a:lnTo>
                    <a:pt x="34930" y="1111"/>
                  </a:lnTo>
                  <a:lnTo>
                    <a:pt x="34202" y="984"/>
                  </a:lnTo>
                  <a:lnTo>
                    <a:pt x="33423" y="856"/>
                  </a:lnTo>
                  <a:lnTo>
                    <a:pt x="32631" y="754"/>
                  </a:lnTo>
                  <a:lnTo>
                    <a:pt x="31801" y="639"/>
                  </a:lnTo>
                  <a:lnTo>
                    <a:pt x="30933" y="549"/>
                  </a:lnTo>
                  <a:lnTo>
                    <a:pt x="30051" y="447"/>
                  </a:lnTo>
                  <a:lnTo>
                    <a:pt x="29132" y="371"/>
                  </a:lnTo>
                  <a:lnTo>
                    <a:pt x="28200" y="294"/>
                  </a:lnTo>
                  <a:lnTo>
                    <a:pt x="27229" y="230"/>
                  </a:lnTo>
                  <a:lnTo>
                    <a:pt x="26246" y="166"/>
                  </a:lnTo>
                  <a:lnTo>
                    <a:pt x="25250" y="115"/>
                  </a:lnTo>
                  <a:lnTo>
                    <a:pt x="24215" y="77"/>
                  </a:lnTo>
                  <a:lnTo>
                    <a:pt x="23181" y="39"/>
                  </a:lnTo>
                  <a:lnTo>
                    <a:pt x="22121" y="13"/>
                  </a:lnTo>
                  <a:lnTo>
                    <a:pt x="21035" y="0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4094191" y="3295718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0" y="1"/>
                  </a:moveTo>
                  <a:lnTo>
                    <a:pt x="0" y="384"/>
                  </a:lnTo>
                  <a:lnTo>
                    <a:pt x="2325" y="384"/>
                  </a:lnTo>
                  <a:lnTo>
                    <a:pt x="3346" y="397"/>
                  </a:lnTo>
                  <a:lnTo>
                    <a:pt x="4253" y="422"/>
                  </a:lnTo>
                  <a:lnTo>
                    <a:pt x="5058" y="461"/>
                  </a:lnTo>
                  <a:lnTo>
                    <a:pt x="5747" y="512"/>
                  </a:lnTo>
                  <a:lnTo>
                    <a:pt x="6322" y="588"/>
                  </a:lnTo>
                  <a:lnTo>
                    <a:pt x="6565" y="627"/>
                  </a:lnTo>
                  <a:lnTo>
                    <a:pt x="6795" y="678"/>
                  </a:lnTo>
                  <a:lnTo>
                    <a:pt x="6973" y="729"/>
                  </a:lnTo>
                  <a:lnTo>
                    <a:pt x="7139" y="780"/>
                  </a:lnTo>
                  <a:lnTo>
                    <a:pt x="7267" y="831"/>
                  </a:lnTo>
                  <a:lnTo>
                    <a:pt x="7369" y="895"/>
                  </a:lnTo>
                  <a:lnTo>
                    <a:pt x="0" y="895"/>
                  </a:lnTo>
                  <a:lnTo>
                    <a:pt x="0" y="1189"/>
                  </a:lnTo>
                  <a:lnTo>
                    <a:pt x="7471" y="1189"/>
                  </a:lnTo>
                  <a:lnTo>
                    <a:pt x="7446" y="1227"/>
                  </a:lnTo>
                  <a:lnTo>
                    <a:pt x="7408" y="1265"/>
                  </a:lnTo>
                  <a:lnTo>
                    <a:pt x="7305" y="1329"/>
                  </a:lnTo>
                  <a:lnTo>
                    <a:pt x="7165" y="1406"/>
                  </a:lnTo>
                  <a:lnTo>
                    <a:pt x="6986" y="1470"/>
                  </a:lnTo>
                  <a:lnTo>
                    <a:pt x="6769" y="1521"/>
                  </a:lnTo>
                  <a:lnTo>
                    <a:pt x="6514" y="1572"/>
                  </a:lnTo>
                  <a:lnTo>
                    <a:pt x="6207" y="1623"/>
                  </a:lnTo>
                  <a:lnTo>
                    <a:pt x="5875" y="1674"/>
                  </a:lnTo>
                  <a:lnTo>
                    <a:pt x="5505" y="1712"/>
                  </a:lnTo>
                  <a:lnTo>
                    <a:pt x="5096" y="1751"/>
                  </a:lnTo>
                  <a:lnTo>
                    <a:pt x="4151" y="1814"/>
                  </a:lnTo>
                  <a:lnTo>
                    <a:pt x="3053" y="1840"/>
                  </a:lnTo>
                  <a:lnTo>
                    <a:pt x="1801" y="1853"/>
                  </a:lnTo>
                  <a:lnTo>
                    <a:pt x="0" y="1853"/>
                  </a:lnTo>
                  <a:lnTo>
                    <a:pt x="0" y="2223"/>
                  </a:lnTo>
                  <a:lnTo>
                    <a:pt x="2197" y="2645"/>
                  </a:lnTo>
                  <a:lnTo>
                    <a:pt x="4215" y="3053"/>
                  </a:lnTo>
                  <a:lnTo>
                    <a:pt x="6130" y="3462"/>
                  </a:lnTo>
                  <a:lnTo>
                    <a:pt x="8021" y="3858"/>
                  </a:lnTo>
                  <a:lnTo>
                    <a:pt x="11162" y="3858"/>
                  </a:lnTo>
                  <a:lnTo>
                    <a:pt x="9106" y="3411"/>
                  </a:lnTo>
                  <a:lnTo>
                    <a:pt x="7050" y="2977"/>
                  </a:lnTo>
                  <a:lnTo>
                    <a:pt x="5032" y="2568"/>
                  </a:lnTo>
                  <a:lnTo>
                    <a:pt x="3078" y="2185"/>
                  </a:lnTo>
                  <a:lnTo>
                    <a:pt x="3844" y="2185"/>
                  </a:lnTo>
                  <a:lnTo>
                    <a:pt x="4572" y="2159"/>
                  </a:lnTo>
                  <a:lnTo>
                    <a:pt x="5275" y="2134"/>
                  </a:lnTo>
                  <a:lnTo>
                    <a:pt x="5926" y="2108"/>
                  </a:lnTo>
                  <a:lnTo>
                    <a:pt x="6539" y="2070"/>
                  </a:lnTo>
                  <a:lnTo>
                    <a:pt x="7101" y="2019"/>
                  </a:lnTo>
                  <a:lnTo>
                    <a:pt x="7637" y="1968"/>
                  </a:lnTo>
                  <a:lnTo>
                    <a:pt x="8110" y="1904"/>
                  </a:lnTo>
                  <a:lnTo>
                    <a:pt x="8557" y="1840"/>
                  </a:lnTo>
                  <a:lnTo>
                    <a:pt x="8940" y="1763"/>
                  </a:lnTo>
                  <a:lnTo>
                    <a:pt x="9285" y="1687"/>
                  </a:lnTo>
                  <a:lnTo>
                    <a:pt x="9579" y="1597"/>
                  </a:lnTo>
                  <a:lnTo>
                    <a:pt x="9821" y="1495"/>
                  </a:lnTo>
                  <a:lnTo>
                    <a:pt x="10026" y="1406"/>
                  </a:lnTo>
                  <a:lnTo>
                    <a:pt x="10102" y="1355"/>
                  </a:lnTo>
                  <a:lnTo>
                    <a:pt x="10166" y="1304"/>
                  </a:lnTo>
                  <a:lnTo>
                    <a:pt x="10217" y="1240"/>
                  </a:lnTo>
                  <a:lnTo>
                    <a:pt x="10256" y="1189"/>
                  </a:lnTo>
                  <a:lnTo>
                    <a:pt x="13780" y="1189"/>
                  </a:lnTo>
                  <a:lnTo>
                    <a:pt x="13780" y="895"/>
                  </a:lnTo>
                  <a:lnTo>
                    <a:pt x="10217" y="895"/>
                  </a:lnTo>
                  <a:lnTo>
                    <a:pt x="10179" y="844"/>
                  </a:lnTo>
                  <a:lnTo>
                    <a:pt x="10115" y="793"/>
                  </a:lnTo>
                  <a:lnTo>
                    <a:pt x="9987" y="703"/>
                  </a:lnTo>
                  <a:lnTo>
                    <a:pt x="9796" y="627"/>
                  </a:lnTo>
                  <a:lnTo>
                    <a:pt x="9579" y="550"/>
                  </a:lnTo>
                  <a:lnTo>
                    <a:pt x="9323" y="474"/>
                  </a:lnTo>
                  <a:lnTo>
                    <a:pt x="9042" y="410"/>
                  </a:lnTo>
                  <a:lnTo>
                    <a:pt x="8723" y="359"/>
                  </a:lnTo>
                  <a:lnTo>
                    <a:pt x="8378" y="295"/>
                  </a:lnTo>
                  <a:lnTo>
                    <a:pt x="13780" y="295"/>
                  </a:lnTo>
                  <a:lnTo>
                    <a:pt x="13780" y="1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3807921" y="3225009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1" y="1"/>
                  </a:moveTo>
                  <a:lnTo>
                    <a:pt x="1" y="5390"/>
                  </a:lnTo>
                  <a:lnTo>
                    <a:pt x="1" y="5530"/>
                  </a:lnTo>
                  <a:lnTo>
                    <a:pt x="26" y="5658"/>
                  </a:lnTo>
                  <a:lnTo>
                    <a:pt x="77" y="5799"/>
                  </a:lnTo>
                  <a:lnTo>
                    <a:pt x="128" y="5939"/>
                  </a:lnTo>
                  <a:lnTo>
                    <a:pt x="205" y="6080"/>
                  </a:lnTo>
                  <a:lnTo>
                    <a:pt x="294" y="6207"/>
                  </a:lnTo>
                  <a:lnTo>
                    <a:pt x="397" y="6348"/>
                  </a:lnTo>
                  <a:lnTo>
                    <a:pt x="524" y="6476"/>
                  </a:lnTo>
                  <a:lnTo>
                    <a:pt x="665" y="6603"/>
                  </a:lnTo>
                  <a:lnTo>
                    <a:pt x="805" y="6731"/>
                  </a:lnTo>
                  <a:lnTo>
                    <a:pt x="971" y="6859"/>
                  </a:lnTo>
                  <a:lnTo>
                    <a:pt x="1163" y="6986"/>
                  </a:lnTo>
                  <a:lnTo>
                    <a:pt x="1354" y="7114"/>
                  </a:lnTo>
                  <a:lnTo>
                    <a:pt x="1559" y="7242"/>
                  </a:lnTo>
                  <a:lnTo>
                    <a:pt x="1789" y="7370"/>
                  </a:lnTo>
                  <a:lnTo>
                    <a:pt x="2031" y="7484"/>
                  </a:lnTo>
                  <a:lnTo>
                    <a:pt x="2542" y="7727"/>
                  </a:lnTo>
                  <a:lnTo>
                    <a:pt x="3117" y="7957"/>
                  </a:lnTo>
                  <a:lnTo>
                    <a:pt x="3730" y="8187"/>
                  </a:lnTo>
                  <a:lnTo>
                    <a:pt x="4407" y="8404"/>
                  </a:lnTo>
                  <a:lnTo>
                    <a:pt x="5122" y="8608"/>
                  </a:lnTo>
                  <a:lnTo>
                    <a:pt x="5888" y="8813"/>
                  </a:lnTo>
                  <a:lnTo>
                    <a:pt x="6706" y="9017"/>
                  </a:lnTo>
                  <a:lnTo>
                    <a:pt x="7561" y="9196"/>
                  </a:lnTo>
                  <a:lnTo>
                    <a:pt x="8455" y="9375"/>
                  </a:lnTo>
                  <a:lnTo>
                    <a:pt x="9388" y="9553"/>
                  </a:lnTo>
                  <a:lnTo>
                    <a:pt x="10358" y="9707"/>
                  </a:lnTo>
                  <a:lnTo>
                    <a:pt x="11380" y="9860"/>
                  </a:lnTo>
                  <a:lnTo>
                    <a:pt x="12427" y="10000"/>
                  </a:lnTo>
                  <a:lnTo>
                    <a:pt x="13500" y="10128"/>
                  </a:lnTo>
                  <a:lnTo>
                    <a:pt x="14611" y="10243"/>
                  </a:lnTo>
                  <a:lnTo>
                    <a:pt x="15760" y="10358"/>
                  </a:lnTo>
                  <a:lnTo>
                    <a:pt x="16935" y="10447"/>
                  </a:lnTo>
                  <a:lnTo>
                    <a:pt x="18136" y="10537"/>
                  </a:lnTo>
                  <a:lnTo>
                    <a:pt x="19362" y="10613"/>
                  </a:lnTo>
                  <a:lnTo>
                    <a:pt x="20601" y="10664"/>
                  </a:lnTo>
                  <a:lnTo>
                    <a:pt x="21878" y="10716"/>
                  </a:lnTo>
                  <a:lnTo>
                    <a:pt x="23168" y="10754"/>
                  </a:lnTo>
                  <a:lnTo>
                    <a:pt x="24483" y="10767"/>
                  </a:lnTo>
                  <a:lnTo>
                    <a:pt x="25811" y="10779"/>
                  </a:lnTo>
                  <a:lnTo>
                    <a:pt x="27139" y="10767"/>
                  </a:lnTo>
                  <a:lnTo>
                    <a:pt x="28442" y="10754"/>
                  </a:lnTo>
                  <a:lnTo>
                    <a:pt x="29732" y="10716"/>
                  </a:lnTo>
                  <a:lnTo>
                    <a:pt x="31009" y="10664"/>
                  </a:lnTo>
                  <a:lnTo>
                    <a:pt x="32261" y="10613"/>
                  </a:lnTo>
                  <a:lnTo>
                    <a:pt x="33474" y="10537"/>
                  </a:lnTo>
                  <a:lnTo>
                    <a:pt x="34674" y="10447"/>
                  </a:lnTo>
                  <a:lnTo>
                    <a:pt x="35849" y="10358"/>
                  </a:lnTo>
                  <a:lnTo>
                    <a:pt x="36999" y="10243"/>
                  </a:lnTo>
                  <a:lnTo>
                    <a:pt x="38110" y="10128"/>
                  </a:lnTo>
                  <a:lnTo>
                    <a:pt x="39183" y="10000"/>
                  </a:lnTo>
                  <a:lnTo>
                    <a:pt x="40230" y="9860"/>
                  </a:lnTo>
                  <a:lnTo>
                    <a:pt x="41252" y="9707"/>
                  </a:lnTo>
                  <a:lnTo>
                    <a:pt x="42222" y="9553"/>
                  </a:lnTo>
                  <a:lnTo>
                    <a:pt x="43154" y="9375"/>
                  </a:lnTo>
                  <a:lnTo>
                    <a:pt x="44048" y="9196"/>
                  </a:lnTo>
                  <a:lnTo>
                    <a:pt x="44904" y="9017"/>
                  </a:lnTo>
                  <a:lnTo>
                    <a:pt x="45722" y="8813"/>
                  </a:lnTo>
                  <a:lnTo>
                    <a:pt x="46488" y="8608"/>
                  </a:lnTo>
                  <a:lnTo>
                    <a:pt x="47203" y="8404"/>
                  </a:lnTo>
                  <a:lnTo>
                    <a:pt x="47880" y="8187"/>
                  </a:lnTo>
                  <a:lnTo>
                    <a:pt x="48493" y="7957"/>
                  </a:lnTo>
                  <a:lnTo>
                    <a:pt x="49068" y="7727"/>
                  </a:lnTo>
                  <a:lnTo>
                    <a:pt x="49578" y="7484"/>
                  </a:lnTo>
                  <a:lnTo>
                    <a:pt x="49821" y="7370"/>
                  </a:lnTo>
                  <a:lnTo>
                    <a:pt x="50051" y="7242"/>
                  </a:lnTo>
                  <a:lnTo>
                    <a:pt x="50255" y="7114"/>
                  </a:lnTo>
                  <a:lnTo>
                    <a:pt x="50447" y="6986"/>
                  </a:lnTo>
                  <a:lnTo>
                    <a:pt x="50638" y="6859"/>
                  </a:lnTo>
                  <a:lnTo>
                    <a:pt x="50804" y="6731"/>
                  </a:lnTo>
                  <a:lnTo>
                    <a:pt x="50958" y="6603"/>
                  </a:lnTo>
                  <a:lnTo>
                    <a:pt x="51085" y="6476"/>
                  </a:lnTo>
                  <a:lnTo>
                    <a:pt x="51213" y="6348"/>
                  </a:lnTo>
                  <a:lnTo>
                    <a:pt x="51315" y="6207"/>
                  </a:lnTo>
                  <a:lnTo>
                    <a:pt x="51405" y="6080"/>
                  </a:lnTo>
                  <a:lnTo>
                    <a:pt x="51481" y="5939"/>
                  </a:lnTo>
                  <a:lnTo>
                    <a:pt x="51532" y="5799"/>
                  </a:lnTo>
                  <a:lnTo>
                    <a:pt x="51583" y="5658"/>
                  </a:lnTo>
                  <a:lnTo>
                    <a:pt x="51609" y="5530"/>
                  </a:lnTo>
                  <a:lnTo>
                    <a:pt x="51609" y="5390"/>
                  </a:lnTo>
                  <a:lnTo>
                    <a:pt x="51609" y="1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3807921" y="3145033"/>
              <a:ext cx="764071" cy="159776"/>
            </a:xfrm>
            <a:custGeom>
              <a:avLst/>
              <a:gdLst/>
              <a:ahLst/>
              <a:cxnLst/>
              <a:rect l="l" t="t" r="r" b="b"/>
              <a:pathLst>
                <a:path w="51609" h="10792" extrusionOk="0">
                  <a:moveTo>
                    <a:pt x="25811" y="0"/>
                  </a:moveTo>
                  <a:lnTo>
                    <a:pt x="24483" y="13"/>
                  </a:lnTo>
                  <a:lnTo>
                    <a:pt x="23168" y="26"/>
                  </a:lnTo>
                  <a:lnTo>
                    <a:pt x="21878" y="64"/>
                  </a:lnTo>
                  <a:lnTo>
                    <a:pt x="20601" y="115"/>
                  </a:lnTo>
                  <a:lnTo>
                    <a:pt x="19362" y="179"/>
                  </a:lnTo>
                  <a:lnTo>
                    <a:pt x="18136" y="243"/>
                  </a:lnTo>
                  <a:lnTo>
                    <a:pt x="16935" y="332"/>
                  </a:lnTo>
                  <a:lnTo>
                    <a:pt x="15760" y="422"/>
                  </a:lnTo>
                  <a:lnTo>
                    <a:pt x="14611" y="537"/>
                  </a:lnTo>
                  <a:lnTo>
                    <a:pt x="13500" y="652"/>
                  </a:lnTo>
                  <a:lnTo>
                    <a:pt x="12427" y="779"/>
                  </a:lnTo>
                  <a:lnTo>
                    <a:pt x="11380" y="920"/>
                  </a:lnTo>
                  <a:lnTo>
                    <a:pt x="10358" y="1073"/>
                  </a:lnTo>
                  <a:lnTo>
                    <a:pt x="9388" y="1239"/>
                  </a:lnTo>
                  <a:lnTo>
                    <a:pt x="8455" y="1405"/>
                  </a:lnTo>
                  <a:lnTo>
                    <a:pt x="7561" y="1584"/>
                  </a:lnTo>
                  <a:lnTo>
                    <a:pt x="6706" y="1776"/>
                  </a:lnTo>
                  <a:lnTo>
                    <a:pt x="5888" y="1967"/>
                  </a:lnTo>
                  <a:lnTo>
                    <a:pt x="5122" y="2171"/>
                  </a:lnTo>
                  <a:lnTo>
                    <a:pt x="4407" y="2376"/>
                  </a:lnTo>
                  <a:lnTo>
                    <a:pt x="3730" y="2606"/>
                  </a:lnTo>
                  <a:lnTo>
                    <a:pt x="3117" y="2823"/>
                  </a:lnTo>
                  <a:lnTo>
                    <a:pt x="2542" y="3053"/>
                  </a:lnTo>
                  <a:lnTo>
                    <a:pt x="2031" y="3295"/>
                  </a:lnTo>
                  <a:lnTo>
                    <a:pt x="1789" y="3423"/>
                  </a:lnTo>
                  <a:lnTo>
                    <a:pt x="1559" y="3538"/>
                  </a:lnTo>
                  <a:lnTo>
                    <a:pt x="1354" y="3666"/>
                  </a:lnTo>
                  <a:lnTo>
                    <a:pt x="1163" y="3793"/>
                  </a:lnTo>
                  <a:lnTo>
                    <a:pt x="971" y="3921"/>
                  </a:lnTo>
                  <a:lnTo>
                    <a:pt x="805" y="4049"/>
                  </a:lnTo>
                  <a:lnTo>
                    <a:pt x="665" y="4176"/>
                  </a:lnTo>
                  <a:lnTo>
                    <a:pt x="524" y="4304"/>
                  </a:lnTo>
                  <a:lnTo>
                    <a:pt x="397" y="4445"/>
                  </a:lnTo>
                  <a:lnTo>
                    <a:pt x="294" y="4572"/>
                  </a:lnTo>
                  <a:lnTo>
                    <a:pt x="205" y="4713"/>
                  </a:lnTo>
                  <a:lnTo>
                    <a:pt x="128" y="4841"/>
                  </a:lnTo>
                  <a:lnTo>
                    <a:pt x="77" y="4981"/>
                  </a:lnTo>
                  <a:lnTo>
                    <a:pt x="26" y="5122"/>
                  </a:lnTo>
                  <a:lnTo>
                    <a:pt x="1" y="5262"/>
                  </a:lnTo>
                  <a:lnTo>
                    <a:pt x="1" y="5403"/>
                  </a:lnTo>
                  <a:lnTo>
                    <a:pt x="1" y="5530"/>
                  </a:lnTo>
                  <a:lnTo>
                    <a:pt x="26" y="5671"/>
                  </a:lnTo>
                  <a:lnTo>
                    <a:pt x="77" y="5811"/>
                  </a:lnTo>
                  <a:lnTo>
                    <a:pt x="128" y="5952"/>
                  </a:lnTo>
                  <a:lnTo>
                    <a:pt x="205" y="6079"/>
                  </a:lnTo>
                  <a:lnTo>
                    <a:pt x="294" y="6220"/>
                  </a:lnTo>
                  <a:lnTo>
                    <a:pt x="397" y="6348"/>
                  </a:lnTo>
                  <a:lnTo>
                    <a:pt x="524" y="6488"/>
                  </a:lnTo>
                  <a:lnTo>
                    <a:pt x="665" y="6616"/>
                  </a:lnTo>
                  <a:lnTo>
                    <a:pt x="805" y="6744"/>
                  </a:lnTo>
                  <a:lnTo>
                    <a:pt x="971" y="6871"/>
                  </a:lnTo>
                  <a:lnTo>
                    <a:pt x="1163" y="6999"/>
                  </a:lnTo>
                  <a:lnTo>
                    <a:pt x="1354" y="7127"/>
                  </a:lnTo>
                  <a:lnTo>
                    <a:pt x="1559" y="7254"/>
                  </a:lnTo>
                  <a:lnTo>
                    <a:pt x="1789" y="7369"/>
                  </a:lnTo>
                  <a:lnTo>
                    <a:pt x="2031" y="7497"/>
                  </a:lnTo>
                  <a:lnTo>
                    <a:pt x="2542" y="7740"/>
                  </a:lnTo>
                  <a:lnTo>
                    <a:pt x="3117" y="7970"/>
                  </a:lnTo>
                  <a:lnTo>
                    <a:pt x="3730" y="8187"/>
                  </a:lnTo>
                  <a:lnTo>
                    <a:pt x="4407" y="8417"/>
                  </a:lnTo>
                  <a:lnTo>
                    <a:pt x="5122" y="8621"/>
                  </a:lnTo>
                  <a:lnTo>
                    <a:pt x="5888" y="8825"/>
                  </a:lnTo>
                  <a:lnTo>
                    <a:pt x="6706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388" y="9553"/>
                  </a:lnTo>
                  <a:lnTo>
                    <a:pt x="10358" y="9719"/>
                  </a:lnTo>
                  <a:lnTo>
                    <a:pt x="11380" y="9872"/>
                  </a:lnTo>
                  <a:lnTo>
                    <a:pt x="12427" y="10013"/>
                  </a:lnTo>
                  <a:lnTo>
                    <a:pt x="13500" y="10141"/>
                  </a:lnTo>
                  <a:lnTo>
                    <a:pt x="14611" y="10256"/>
                  </a:lnTo>
                  <a:lnTo>
                    <a:pt x="15760" y="10371"/>
                  </a:lnTo>
                  <a:lnTo>
                    <a:pt x="16935" y="10460"/>
                  </a:lnTo>
                  <a:lnTo>
                    <a:pt x="18136" y="10549"/>
                  </a:lnTo>
                  <a:lnTo>
                    <a:pt x="19362" y="10613"/>
                  </a:lnTo>
                  <a:lnTo>
                    <a:pt x="20601" y="10677"/>
                  </a:lnTo>
                  <a:lnTo>
                    <a:pt x="21878" y="10728"/>
                  </a:lnTo>
                  <a:lnTo>
                    <a:pt x="23168" y="10766"/>
                  </a:lnTo>
                  <a:lnTo>
                    <a:pt x="24483" y="10779"/>
                  </a:lnTo>
                  <a:lnTo>
                    <a:pt x="25811" y="10792"/>
                  </a:lnTo>
                  <a:lnTo>
                    <a:pt x="27139" y="10779"/>
                  </a:lnTo>
                  <a:lnTo>
                    <a:pt x="28442" y="10766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1" y="10613"/>
                  </a:lnTo>
                  <a:lnTo>
                    <a:pt x="33474" y="10549"/>
                  </a:lnTo>
                  <a:lnTo>
                    <a:pt x="34674" y="10460"/>
                  </a:lnTo>
                  <a:lnTo>
                    <a:pt x="35849" y="10371"/>
                  </a:lnTo>
                  <a:lnTo>
                    <a:pt x="36999" y="10256"/>
                  </a:lnTo>
                  <a:lnTo>
                    <a:pt x="38110" y="10141"/>
                  </a:lnTo>
                  <a:lnTo>
                    <a:pt x="39183" y="10013"/>
                  </a:lnTo>
                  <a:lnTo>
                    <a:pt x="40230" y="9872"/>
                  </a:lnTo>
                  <a:lnTo>
                    <a:pt x="41252" y="9719"/>
                  </a:lnTo>
                  <a:lnTo>
                    <a:pt x="42222" y="9553"/>
                  </a:lnTo>
                  <a:lnTo>
                    <a:pt x="43154" y="9387"/>
                  </a:lnTo>
                  <a:lnTo>
                    <a:pt x="44048" y="9208"/>
                  </a:lnTo>
                  <a:lnTo>
                    <a:pt x="44904" y="9017"/>
                  </a:lnTo>
                  <a:lnTo>
                    <a:pt x="45722" y="8825"/>
                  </a:lnTo>
                  <a:lnTo>
                    <a:pt x="46488" y="8621"/>
                  </a:lnTo>
                  <a:lnTo>
                    <a:pt x="47203" y="8417"/>
                  </a:lnTo>
                  <a:lnTo>
                    <a:pt x="47880" y="8187"/>
                  </a:lnTo>
                  <a:lnTo>
                    <a:pt x="48493" y="7970"/>
                  </a:lnTo>
                  <a:lnTo>
                    <a:pt x="49068" y="7740"/>
                  </a:lnTo>
                  <a:lnTo>
                    <a:pt x="49578" y="7497"/>
                  </a:lnTo>
                  <a:lnTo>
                    <a:pt x="49821" y="7369"/>
                  </a:lnTo>
                  <a:lnTo>
                    <a:pt x="50051" y="7254"/>
                  </a:lnTo>
                  <a:lnTo>
                    <a:pt x="50255" y="7127"/>
                  </a:lnTo>
                  <a:lnTo>
                    <a:pt x="50447" y="6999"/>
                  </a:lnTo>
                  <a:lnTo>
                    <a:pt x="50638" y="6871"/>
                  </a:lnTo>
                  <a:lnTo>
                    <a:pt x="50804" y="6744"/>
                  </a:lnTo>
                  <a:lnTo>
                    <a:pt x="50958" y="6616"/>
                  </a:lnTo>
                  <a:lnTo>
                    <a:pt x="51085" y="6488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5" y="6079"/>
                  </a:lnTo>
                  <a:lnTo>
                    <a:pt x="51481" y="5952"/>
                  </a:lnTo>
                  <a:lnTo>
                    <a:pt x="51532" y="5811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09" y="5403"/>
                  </a:lnTo>
                  <a:lnTo>
                    <a:pt x="51609" y="5262"/>
                  </a:lnTo>
                  <a:lnTo>
                    <a:pt x="51583" y="5122"/>
                  </a:lnTo>
                  <a:lnTo>
                    <a:pt x="51532" y="4981"/>
                  </a:lnTo>
                  <a:lnTo>
                    <a:pt x="51481" y="4841"/>
                  </a:lnTo>
                  <a:lnTo>
                    <a:pt x="51405" y="4713"/>
                  </a:lnTo>
                  <a:lnTo>
                    <a:pt x="51315" y="4572"/>
                  </a:lnTo>
                  <a:lnTo>
                    <a:pt x="51213" y="4445"/>
                  </a:lnTo>
                  <a:lnTo>
                    <a:pt x="51085" y="4304"/>
                  </a:lnTo>
                  <a:lnTo>
                    <a:pt x="50958" y="4176"/>
                  </a:lnTo>
                  <a:lnTo>
                    <a:pt x="50804" y="4049"/>
                  </a:lnTo>
                  <a:lnTo>
                    <a:pt x="50638" y="3921"/>
                  </a:lnTo>
                  <a:lnTo>
                    <a:pt x="50447" y="3793"/>
                  </a:lnTo>
                  <a:lnTo>
                    <a:pt x="50255" y="3666"/>
                  </a:lnTo>
                  <a:lnTo>
                    <a:pt x="50051" y="3538"/>
                  </a:lnTo>
                  <a:lnTo>
                    <a:pt x="49821" y="3423"/>
                  </a:lnTo>
                  <a:lnTo>
                    <a:pt x="49578" y="3295"/>
                  </a:lnTo>
                  <a:lnTo>
                    <a:pt x="49068" y="3053"/>
                  </a:lnTo>
                  <a:lnTo>
                    <a:pt x="48493" y="2823"/>
                  </a:lnTo>
                  <a:lnTo>
                    <a:pt x="47880" y="2606"/>
                  </a:lnTo>
                  <a:lnTo>
                    <a:pt x="47203" y="2376"/>
                  </a:lnTo>
                  <a:lnTo>
                    <a:pt x="46488" y="2171"/>
                  </a:lnTo>
                  <a:lnTo>
                    <a:pt x="45722" y="1967"/>
                  </a:lnTo>
                  <a:lnTo>
                    <a:pt x="44904" y="1776"/>
                  </a:lnTo>
                  <a:lnTo>
                    <a:pt x="44048" y="1584"/>
                  </a:lnTo>
                  <a:lnTo>
                    <a:pt x="43154" y="1405"/>
                  </a:lnTo>
                  <a:lnTo>
                    <a:pt x="42222" y="1239"/>
                  </a:lnTo>
                  <a:lnTo>
                    <a:pt x="41252" y="1073"/>
                  </a:lnTo>
                  <a:lnTo>
                    <a:pt x="40230" y="920"/>
                  </a:lnTo>
                  <a:lnTo>
                    <a:pt x="39183" y="779"/>
                  </a:lnTo>
                  <a:lnTo>
                    <a:pt x="38110" y="652"/>
                  </a:lnTo>
                  <a:lnTo>
                    <a:pt x="36999" y="537"/>
                  </a:lnTo>
                  <a:lnTo>
                    <a:pt x="35849" y="422"/>
                  </a:lnTo>
                  <a:lnTo>
                    <a:pt x="34674" y="332"/>
                  </a:lnTo>
                  <a:lnTo>
                    <a:pt x="33474" y="243"/>
                  </a:lnTo>
                  <a:lnTo>
                    <a:pt x="32261" y="179"/>
                  </a:lnTo>
                  <a:lnTo>
                    <a:pt x="31009" y="115"/>
                  </a:lnTo>
                  <a:lnTo>
                    <a:pt x="29732" y="64"/>
                  </a:lnTo>
                  <a:lnTo>
                    <a:pt x="28442" y="26"/>
                  </a:lnTo>
                  <a:lnTo>
                    <a:pt x="27139" y="13"/>
                  </a:lnTo>
                  <a:lnTo>
                    <a:pt x="258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3876187" y="3159394"/>
              <a:ext cx="627554" cy="112148"/>
            </a:xfrm>
            <a:custGeom>
              <a:avLst/>
              <a:gdLst/>
              <a:ahLst/>
              <a:cxnLst/>
              <a:rect l="l" t="t" r="r" b="b"/>
              <a:pathLst>
                <a:path w="42388" h="7575" extrusionOk="0">
                  <a:moveTo>
                    <a:pt x="20102" y="1"/>
                  </a:moveTo>
                  <a:lnTo>
                    <a:pt x="19029" y="14"/>
                  </a:lnTo>
                  <a:lnTo>
                    <a:pt x="17969" y="39"/>
                  </a:lnTo>
                  <a:lnTo>
                    <a:pt x="16922" y="78"/>
                  </a:lnTo>
                  <a:lnTo>
                    <a:pt x="15900" y="116"/>
                  </a:lnTo>
                  <a:lnTo>
                    <a:pt x="14891" y="167"/>
                  </a:lnTo>
                  <a:lnTo>
                    <a:pt x="13908" y="231"/>
                  </a:lnTo>
                  <a:lnTo>
                    <a:pt x="12950" y="295"/>
                  </a:lnTo>
                  <a:lnTo>
                    <a:pt x="12005" y="371"/>
                  </a:lnTo>
                  <a:lnTo>
                    <a:pt x="11085" y="461"/>
                  </a:lnTo>
                  <a:lnTo>
                    <a:pt x="10204" y="550"/>
                  </a:lnTo>
                  <a:lnTo>
                    <a:pt x="9349" y="639"/>
                  </a:lnTo>
                  <a:lnTo>
                    <a:pt x="8518" y="754"/>
                  </a:lnTo>
                  <a:lnTo>
                    <a:pt x="7714" y="857"/>
                  </a:lnTo>
                  <a:lnTo>
                    <a:pt x="6948" y="984"/>
                  </a:lnTo>
                  <a:lnTo>
                    <a:pt x="6207" y="1112"/>
                  </a:lnTo>
                  <a:lnTo>
                    <a:pt x="5504" y="1240"/>
                  </a:lnTo>
                  <a:lnTo>
                    <a:pt x="4840" y="1380"/>
                  </a:lnTo>
                  <a:lnTo>
                    <a:pt x="4215" y="1521"/>
                  </a:lnTo>
                  <a:lnTo>
                    <a:pt x="3614" y="1674"/>
                  </a:lnTo>
                  <a:lnTo>
                    <a:pt x="3065" y="1827"/>
                  </a:lnTo>
                  <a:lnTo>
                    <a:pt x="2554" y="1980"/>
                  </a:lnTo>
                  <a:lnTo>
                    <a:pt x="2095" y="2146"/>
                  </a:lnTo>
                  <a:lnTo>
                    <a:pt x="1660" y="2313"/>
                  </a:lnTo>
                  <a:lnTo>
                    <a:pt x="1290" y="2479"/>
                  </a:lnTo>
                  <a:lnTo>
                    <a:pt x="958" y="2657"/>
                  </a:lnTo>
                  <a:lnTo>
                    <a:pt x="664" y="2836"/>
                  </a:lnTo>
                  <a:lnTo>
                    <a:pt x="537" y="2926"/>
                  </a:lnTo>
                  <a:lnTo>
                    <a:pt x="434" y="3028"/>
                  </a:lnTo>
                  <a:lnTo>
                    <a:pt x="332" y="3117"/>
                  </a:lnTo>
                  <a:lnTo>
                    <a:pt x="243" y="3206"/>
                  </a:lnTo>
                  <a:lnTo>
                    <a:pt x="166" y="3309"/>
                  </a:lnTo>
                  <a:lnTo>
                    <a:pt x="102" y="3398"/>
                  </a:lnTo>
                  <a:lnTo>
                    <a:pt x="64" y="3500"/>
                  </a:lnTo>
                  <a:lnTo>
                    <a:pt x="26" y="3590"/>
                  </a:lnTo>
                  <a:lnTo>
                    <a:pt x="0" y="3692"/>
                  </a:lnTo>
                  <a:lnTo>
                    <a:pt x="0" y="3781"/>
                  </a:lnTo>
                  <a:lnTo>
                    <a:pt x="0" y="3883"/>
                  </a:lnTo>
                  <a:lnTo>
                    <a:pt x="26" y="3986"/>
                  </a:lnTo>
                  <a:lnTo>
                    <a:pt x="64" y="4075"/>
                  </a:lnTo>
                  <a:lnTo>
                    <a:pt x="102" y="4177"/>
                  </a:lnTo>
                  <a:lnTo>
                    <a:pt x="166" y="4267"/>
                  </a:lnTo>
                  <a:lnTo>
                    <a:pt x="243" y="4369"/>
                  </a:lnTo>
                  <a:lnTo>
                    <a:pt x="332" y="4458"/>
                  </a:lnTo>
                  <a:lnTo>
                    <a:pt x="434" y="4547"/>
                  </a:lnTo>
                  <a:lnTo>
                    <a:pt x="537" y="4650"/>
                  </a:lnTo>
                  <a:lnTo>
                    <a:pt x="664" y="4739"/>
                  </a:lnTo>
                  <a:lnTo>
                    <a:pt x="958" y="4918"/>
                  </a:lnTo>
                  <a:lnTo>
                    <a:pt x="1290" y="5097"/>
                  </a:lnTo>
                  <a:lnTo>
                    <a:pt x="1660" y="5263"/>
                  </a:lnTo>
                  <a:lnTo>
                    <a:pt x="2095" y="5429"/>
                  </a:lnTo>
                  <a:lnTo>
                    <a:pt x="2554" y="5595"/>
                  </a:lnTo>
                  <a:lnTo>
                    <a:pt x="3065" y="5748"/>
                  </a:lnTo>
                  <a:lnTo>
                    <a:pt x="3614" y="5901"/>
                  </a:lnTo>
                  <a:lnTo>
                    <a:pt x="4215" y="6054"/>
                  </a:lnTo>
                  <a:lnTo>
                    <a:pt x="4840" y="6195"/>
                  </a:lnTo>
                  <a:lnTo>
                    <a:pt x="5504" y="6335"/>
                  </a:lnTo>
                  <a:lnTo>
                    <a:pt x="6207" y="6463"/>
                  </a:lnTo>
                  <a:lnTo>
                    <a:pt x="6948" y="6591"/>
                  </a:lnTo>
                  <a:lnTo>
                    <a:pt x="7714" y="6706"/>
                  </a:lnTo>
                  <a:lnTo>
                    <a:pt x="8518" y="6821"/>
                  </a:lnTo>
                  <a:lnTo>
                    <a:pt x="9349" y="6936"/>
                  </a:lnTo>
                  <a:lnTo>
                    <a:pt x="10204" y="7025"/>
                  </a:lnTo>
                  <a:lnTo>
                    <a:pt x="11085" y="7114"/>
                  </a:lnTo>
                  <a:lnTo>
                    <a:pt x="12005" y="7204"/>
                  </a:lnTo>
                  <a:lnTo>
                    <a:pt x="12950" y="7281"/>
                  </a:lnTo>
                  <a:lnTo>
                    <a:pt x="13908" y="7344"/>
                  </a:lnTo>
                  <a:lnTo>
                    <a:pt x="14891" y="7408"/>
                  </a:lnTo>
                  <a:lnTo>
                    <a:pt x="15900" y="7459"/>
                  </a:lnTo>
                  <a:lnTo>
                    <a:pt x="16922" y="7498"/>
                  </a:lnTo>
                  <a:lnTo>
                    <a:pt x="17969" y="7536"/>
                  </a:lnTo>
                  <a:lnTo>
                    <a:pt x="19029" y="7561"/>
                  </a:lnTo>
                  <a:lnTo>
                    <a:pt x="20102" y="7574"/>
                  </a:lnTo>
                  <a:lnTo>
                    <a:pt x="22286" y="7574"/>
                  </a:lnTo>
                  <a:lnTo>
                    <a:pt x="23359" y="7561"/>
                  </a:lnTo>
                  <a:lnTo>
                    <a:pt x="24419" y="7536"/>
                  </a:lnTo>
                  <a:lnTo>
                    <a:pt x="25466" y="7498"/>
                  </a:lnTo>
                  <a:lnTo>
                    <a:pt x="26488" y="7459"/>
                  </a:lnTo>
                  <a:lnTo>
                    <a:pt x="27496" y="7408"/>
                  </a:lnTo>
                  <a:lnTo>
                    <a:pt x="28480" y="7344"/>
                  </a:lnTo>
                  <a:lnTo>
                    <a:pt x="29450" y="7281"/>
                  </a:lnTo>
                  <a:lnTo>
                    <a:pt x="30383" y="7204"/>
                  </a:lnTo>
                  <a:lnTo>
                    <a:pt x="31302" y="7114"/>
                  </a:lnTo>
                  <a:lnTo>
                    <a:pt x="32183" y="7025"/>
                  </a:lnTo>
                  <a:lnTo>
                    <a:pt x="33039" y="6936"/>
                  </a:lnTo>
                  <a:lnTo>
                    <a:pt x="33869" y="6821"/>
                  </a:lnTo>
                  <a:lnTo>
                    <a:pt x="34674" y="6706"/>
                  </a:lnTo>
                  <a:lnTo>
                    <a:pt x="35440" y="6591"/>
                  </a:lnTo>
                  <a:lnTo>
                    <a:pt x="36181" y="6463"/>
                  </a:lnTo>
                  <a:lnTo>
                    <a:pt x="36883" y="6335"/>
                  </a:lnTo>
                  <a:lnTo>
                    <a:pt x="37547" y="6195"/>
                  </a:lnTo>
                  <a:lnTo>
                    <a:pt x="38173" y="6054"/>
                  </a:lnTo>
                  <a:lnTo>
                    <a:pt x="38773" y="5901"/>
                  </a:lnTo>
                  <a:lnTo>
                    <a:pt x="39323" y="5748"/>
                  </a:lnTo>
                  <a:lnTo>
                    <a:pt x="39833" y="5595"/>
                  </a:lnTo>
                  <a:lnTo>
                    <a:pt x="40293" y="5429"/>
                  </a:lnTo>
                  <a:lnTo>
                    <a:pt x="40727" y="5263"/>
                  </a:lnTo>
                  <a:lnTo>
                    <a:pt x="41098" y="5097"/>
                  </a:lnTo>
                  <a:lnTo>
                    <a:pt x="41443" y="4918"/>
                  </a:lnTo>
                  <a:lnTo>
                    <a:pt x="41724" y="4739"/>
                  </a:lnTo>
                  <a:lnTo>
                    <a:pt x="41851" y="4650"/>
                  </a:lnTo>
                  <a:lnTo>
                    <a:pt x="41953" y="4547"/>
                  </a:lnTo>
                  <a:lnTo>
                    <a:pt x="42056" y="4458"/>
                  </a:lnTo>
                  <a:lnTo>
                    <a:pt x="42145" y="4369"/>
                  </a:lnTo>
                  <a:lnTo>
                    <a:pt x="42222" y="4267"/>
                  </a:lnTo>
                  <a:lnTo>
                    <a:pt x="42285" y="4177"/>
                  </a:lnTo>
                  <a:lnTo>
                    <a:pt x="42324" y="4075"/>
                  </a:lnTo>
                  <a:lnTo>
                    <a:pt x="42362" y="3986"/>
                  </a:lnTo>
                  <a:lnTo>
                    <a:pt x="42388" y="3883"/>
                  </a:lnTo>
                  <a:lnTo>
                    <a:pt x="42388" y="3781"/>
                  </a:lnTo>
                  <a:lnTo>
                    <a:pt x="42388" y="3692"/>
                  </a:lnTo>
                  <a:lnTo>
                    <a:pt x="42362" y="3590"/>
                  </a:lnTo>
                  <a:lnTo>
                    <a:pt x="42324" y="3500"/>
                  </a:lnTo>
                  <a:lnTo>
                    <a:pt x="42285" y="3398"/>
                  </a:lnTo>
                  <a:lnTo>
                    <a:pt x="42222" y="3309"/>
                  </a:lnTo>
                  <a:lnTo>
                    <a:pt x="42145" y="3206"/>
                  </a:lnTo>
                  <a:lnTo>
                    <a:pt x="42056" y="3117"/>
                  </a:lnTo>
                  <a:lnTo>
                    <a:pt x="41953" y="3028"/>
                  </a:lnTo>
                  <a:lnTo>
                    <a:pt x="41851" y="2926"/>
                  </a:lnTo>
                  <a:lnTo>
                    <a:pt x="41724" y="2836"/>
                  </a:lnTo>
                  <a:lnTo>
                    <a:pt x="41443" y="2657"/>
                  </a:lnTo>
                  <a:lnTo>
                    <a:pt x="41098" y="2479"/>
                  </a:lnTo>
                  <a:lnTo>
                    <a:pt x="40727" y="2313"/>
                  </a:lnTo>
                  <a:lnTo>
                    <a:pt x="40293" y="2146"/>
                  </a:lnTo>
                  <a:lnTo>
                    <a:pt x="39833" y="1980"/>
                  </a:lnTo>
                  <a:lnTo>
                    <a:pt x="39323" y="1827"/>
                  </a:lnTo>
                  <a:lnTo>
                    <a:pt x="38773" y="1674"/>
                  </a:lnTo>
                  <a:lnTo>
                    <a:pt x="38173" y="1521"/>
                  </a:lnTo>
                  <a:lnTo>
                    <a:pt x="37547" y="1380"/>
                  </a:lnTo>
                  <a:lnTo>
                    <a:pt x="36883" y="1240"/>
                  </a:lnTo>
                  <a:lnTo>
                    <a:pt x="36181" y="1112"/>
                  </a:lnTo>
                  <a:lnTo>
                    <a:pt x="35440" y="984"/>
                  </a:lnTo>
                  <a:lnTo>
                    <a:pt x="34674" y="857"/>
                  </a:lnTo>
                  <a:lnTo>
                    <a:pt x="33869" y="754"/>
                  </a:lnTo>
                  <a:lnTo>
                    <a:pt x="33039" y="639"/>
                  </a:lnTo>
                  <a:lnTo>
                    <a:pt x="32183" y="550"/>
                  </a:lnTo>
                  <a:lnTo>
                    <a:pt x="31302" y="461"/>
                  </a:lnTo>
                  <a:lnTo>
                    <a:pt x="30383" y="371"/>
                  </a:lnTo>
                  <a:lnTo>
                    <a:pt x="29450" y="295"/>
                  </a:lnTo>
                  <a:lnTo>
                    <a:pt x="28480" y="231"/>
                  </a:lnTo>
                  <a:lnTo>
                    <a:pt x="27496" y="167"/>
                  </a:lnTo>
                  <a:lnTo>
                    <a:pt x="26488" y="116"/>
                  </a:lnTo>
                  <a:lnTo>
                    <a:pt x="25466" y="78"/>
                  </a:lnTo>
                  <a:lnTo>
                    <a:pt x="24419" y="39"/>
                  </a:lnTo>
                  <a:lnTo>
                    <a:pt x="23359" y="14"/>
                  </a:lnTo>
                  <a:lnTo>
                    <a:pt x="22286" y="1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3885440" y="3159394"/>
              <a:ext cx="609033" cy="83411"/>
            </a:xfrm>
            <a:custGeom>
              <a:avLst/>
              <a:gdLst/>
              <a:ahLst/>
              <a:cxnLst/>
              <a:rect l="l" t="t" r="r" b="b"/>
              <a:pathLst>
                <a:path w="41137" h="5634" extrusionOk="0">
                  <a:moveTo>
                    <a:pt x="19949" y="1"/>
                  </a:moveTo>
                  <a:lnTo>
                    <a:pt x="18238" y="14"/>
                  </a:lnTo>
                  <a:lnTo>
                    <a:pt x="16565" y="39"/>
                  </a:lnTo>
                  <a:lnTo>
                    <a:pt x="14943" y="103"/>
                  </a:lnTo>
                  <a:lnTo>
                    <a:pt x="13360" y="180"/>
                  </a:lnTo>
                  <a:lnTo>
                    <a:pt x="11840" y="282"/>
                  </a:lnTo>
                  <a:lnTo>
                    <a:pt x="10371" y="410"/>
                  </a:lnTo>
                  <a:lnTo>
                    <a:pt x="8966" y="550"/>
                  </a:lnTo>
                  <a:lnTo>
                    <a:pt x="7625" y="703"/>
                  </a:lnTo>
                  <a:lnTo>
                    <a:pt x="6361" y="882"/>
                  </a:lnTo>
                  <a:lnTo>
                    <a:pt x="5173" y="1074"/>
                  </a:lnTo>
                  <a:lnTo>
                    <a:pt x="4075" y="1278"/>
                  </a:lnTo>
                  <a:lnTo>
                    <a:pt x="3551" y="1380"/>
                  </a:lnTo>
                  <a:lnTo>
                    <a:pt x="3066" y="1495"/>
                  </a:lnTo>
                  <a:lnTo>
                    <a:pt x="2593" y="1610"/>
                  </a:lnTo>
                  <a:lnTo>
                    <a:pt x="2134" y="1738"/>
                  </a:lnTo>
                  <a:lnTo>
                    <a:pt x="1712" y="1853"/>
                  </a:lnTo>
                  <a:lnTo>
                    <a:pt x="1316" y="1980"/>
                  </a:lnTo>
                  <a:lnTo>
                    <a:pt x="946" y="2108"/>
                  </a:lnTo>
                  <a:lnTo>
                    <a:pt x="601" y="2236"/>
                  </a:lnTo>
                  <a:lnTo>
                    <a:pt x="282" y="2376"/>
                  </a:lnTo>
                  <a:lnTo>
                    <a:pt x="1" y="2504"/>
                  </a:lnTo>
                  <a:lnTo>
                    <a:pt x="716" y="2287"/>
                  </a:lnTo>
                  <a:lnTo>
                    <a:pt x="1508" y="2095"/>
                  </a:lnTo>
                  <a:lnTo>
                    <a:pt x="2364" y="1891"/>
                  </a:lnTo>
                  <a:lnTo>
                    <a:pt x="3296" y="1712"/>
                  </a:lnTo>
                  <a:lnTo>
                    <a:pt x="4292" y="1533"/>
                  </a:lnTo>
                  <a:lnTo>
                    <a:pt x="5352" y="1380"/>
                  </a:lnTo>
                  <a:lnTo>
                    <a:pt x="6463" y="1227"/>
                  </a:lnTo>
                  <a:lnTo>
                    <a:pt x="7625" y="1099"/>
                  </a:lnTo>
                  <a:lnTo>
                    <a:pt x="8851" y="972"/>
                  </a:lnTo>
                  <a:lnTo>
                    <a:pt x="10116" y="869"/>
                  </a:lnTo>
                  <a:lnTo>
                    <a:pt x="11431" y="780"/>
                  </a:lnTo>
                  <a:lnTo>
                    <a:pt x="12772" y="703"/>
                  </a:lnTo>
                  <a:lnTo>
                    <a:pt x="14164" y="639"/>
                  </a:lnTo>
                  <a:lnTo>
                    <a:pt x="15595" y="588"/>
                  </a:lnTo>
                  <a:lnTo>
                    <a:pt x="17050" y="563"/>
                  </a:lnTo>
                  <a:lnTo>
                    <a:pt x="18532" y="550"/>
                  </a:lnTo>
                  <a:lnTo>
                    <a:pt x="19617" y="563"/>
                  </a:lnTo>
                  <a:lnTo>
                    <a:pt x="20690" y="576"/>
                  </a:lnTo>
                  <a:lnTo>
                    <a:pt x="21750" y="601"/>
                  </a:lnTo>
                  <a:lnTo>
                    <a:pt x="22797" y="639"/>
                  </a:lnTo>
                  <a:lnTo>
                    <a:pt x="23819" y="678"/>
                  </a:lnTo>
                  <a:lnTo>
                    <a:pt x="24828" y="729"/>
                  </a:lnTo>
                  <a:lnTo>
                    <a:pt x="25811" y="793"/>
                  </a:lnTo>
                  <a:lnTo>
                    <a:pt x="26782" y="857"/>
                  </a:lnTo>
                  <a:lnTo>
                    <a:pt x="27714" y="933"/>
                  </a:lnTo>
                  <a:lnTo>
                    <a:pt x="28634" y="1010"/>
                  </a:lnTo>
                  <a:lnTo>
                    <a:pt x="29515" y="1099"/>
                  </a:lnTo>
                  <a:lnTo>
                    <a:pt x="30371" y="1201"/>
                  </a:lnTo>
                  <a:lnTo>
                    <a:pt x="31214" y="1304"/>
                  </a:lnTo>
                  <a:lnTo>
                    <a:pt x="32005" y="1419"/>
                  </a:lnTo>
                  <a:lnTo>
                    <a:pt x="32772" y="1546"/>
                  </a:lnTo>
                  <a:lnTo>
                    <a:pt x="33512" y="1661"/>
                  </a:lnTo>
                  <a:lnTo>
                    <a:pt x="34215" y="1802"/>
                  </a:lnTo>
                  <a:lnTo>
                    <a:pt x="34879" y="1929"/>
                  </a:lnTo>
                  <a:lnTo>
                    <a:pt x="35505" y="2083"/>
                  </a:lnTo>
                  <a:lnTo>
                    <a:pt x="36105" y="2223"/>
                  </a:lnTo>
                  <a:lnTo>
                    <a:pt x="36654" y="2376"/>
                  </a:lnTo>
                  <a:lnTo>
                    <a:pt x="37165" y="2542"/>
                  </a:lnTo>
                  <a:lnTo>
                    <a:pt x="37638" y="2708"/>
                  </a:lnTo>
                  <a:lnTo>
                    <a:pt x="38059" y="2874"/>
                  </a:lnTo>
                  <a:lnTo>
                    <a:pt x="38429" y="3040"/>
                  </a:lnTo>
                  <a:lnTo>
                    <a:pt x="38774" y="3219"/>
                  </a:lnTo>
                  <a:lnTo>
                    <a:pt x="39055" y="3398"/>
                  </a:lnTo>
                  <a:lnTo>
                    <a:pt x="39183" y="3487"/>
                  </a:lnTo>
                  <a:lnTo>
                    <a:pt x="39285" y="3577"/>
                  </a:lnTo>
                  <a:lnTo>
                    <a:pt x="39387" y="3679"/>
                  </a:lnTo>
                  <a:lnTo>
                    <a:pt x="39477" y="3768"/>
                  </a:lnTo>
                  <a:lnTo>
                    <a:pt x="39553" y="3858"/>
                  </a:lnTo>
                  <a:lnTo>
                    <a:pt x="39617" y="3960"/>
                  </a:lnTo>
                  <a:lnTo>
                    <a:pt x="39655" y="4049"/>
                  </a:lnTo>
                  <a:lnTo>
                    <a:pt x="39694" y="4152"/>
                  </a:lnTo>
                  <a:lnTo>
                    <a:pt x="39719" y="4254"/>
                  </a:lnTo>
                  <a:lnTo>
                    <a:pt x="39719" y="4343"/>
                  </a:lnTo>
                  <a:lnTo>
                    <a:pt x="39719" y="4433"/>
                  </a:lnTo>
                  <a:lnTo>
                    <a:pt x="39706" y="4509"/>
                  </a:lnTo>
                  <a:lnTo>
                    <a:pt x="39681" y="4599"/>
                  </a:lnTo>
                  <a:lnTo>
                    <a:pt x="39643" y="4675"/>
                  </a:lnTo>
                  <a:lnTo>
                    <a:pt x="39592" y="4765"/>
                  </a:lnTo>
                  <a:lnTo>
                    <a:pt x="39540" y="4841"/>
                  </a:lnTo>
                  <a:lnTo>
                    <a:pt x="39400" y="5007"/>
                  </a:lnTo>
                  <a:lnTo>
                    <a:pt x="39221" y="5160"/>
                  </a:lnTo>
                  <a:lnTo>
                    <a:pt x="39017" y="5327"/>
                  </a:lnTo>
                  <a:lnTo>
                    <a:pt x="38761" y="5480"/>
                  </a:lnTo>
                  <a:lnTo>
                    <a:pt x="38480" y="5633"/>
                  </a:lnTo>
                  <a:lnTo>
                    <a:pt x="38480" y="5633"/>
                  </a:lnTo>
                  <a:lnTo>
                    <a:pt x="39081" y="5416"/>
                  </a:lnTo>
                  <a:lnTo>
                    <a:pt x="39349" y="5314"/>
                  </a:lnTo>
                  <a:lnTo>
                    <a:pt x="39604" y="5199"/>
                  </a:lnTo>
                  <a:lnTo>
                    <a:pt x="39847" y="5097"/>
                  </a:lnTo>
                  <a:lnTo>
                    <a:pt x="40064" y="4982"/>
                  </a:lnTo>
                  <a:lnTo>
                    <a:pt x="40268" y="4867"/>
                  </a:lnTo>
                  <a:lnTo>
                    <a:pt x="40447" y="4752"/>
                  </a:lnTo>
                  <a:lnTo>
                    <a:pt x="40600" y="4637"/>
                  </a:lnTo>
                  <a:lnTo>
                    <a:pt x="40741" y="4522"/>
                  </a:lnTo>
                  <a:lnTo>
                    <a:pt x="40869" y="4394"/>
                  </a:lnTo>
                  <a:lnTo>
                    <a:pt x="40971" y="4279"/>
                  </a:lnTo>
                  <a:lnTo>
                    <a:pt x="41047" y="4164"/>
                  </a:lnTo>
                  <a:lnTo>
                    <a:pt x="41099" y="4037"/>
                  </a:lnTo>
                  <a:lnTo>
                    <a:pt x="41137" y="3909"/>
                  </a:lnTo>
                  <a:lnTo>
                    <a:pt x="41137" y="3781"/>
                  </a:lnTo>
                  <a:lnTo>
                    <a:pt x="41137" y="3692"/>
                  </a:lnTo>
                  <a:lnTo>
                    <a:pt x="41111" y="3590"/>
                  </a:lnTo>
                  <a:lnTo>
                    <a:pt x="41086" y="3500"/>
                  </a:lnTo>
                  <a:lnTo>
                    <a:pt x="41035" y="3398"/>
                  </a:lnTo>
                  <a:lnTo>
                    <a:pt x="40971" y="3309"/>
                  </a:lnTo>
                  <a:lnTo>
                    <a:pt x="40894" y="3206"/>
                  </a:lnTo>
                  <a:lnTo>
                    <a:pt x="40818" y="3117"/>
                  </a:lnTo>
                  <a:lnTo>
                    <a:pt x="40715" y="3028"/>
                  </a:lnTo>
                  <a:lnTo>
                    <a:pt x="40600" y="2926"/>
                  </a:lnTo>
                  <a:lnTo>
                    <a:pt x="40473" y="2836"/>
                  </a:lnTo>
                  <a:lnTo>
                    <a:pt x="40192" y="2657"/>
                  </a:lnTo>
                  <a:lnTo>
                    <a:pt x="39860" y="2479"/>
                  </a:lnTo>
                  <a:lnTo>
                    <a:pt x="39477" y="2313"/>
                  </a:lnTo>
                  <a:lnTo>
                    <a:pt x="39055" y="2146"/>
                  </a:lnTo>
                  <a:lnTo>
                    <a:pt x="38583" y="1980"/>
                  </a:lnTo>
                  <a:lnTo>
                    <a:pt x="38072" y="1827"/>
                  </a:lnTo>
                  <a:lnTo>
                    <a:pt x="37523" y="1674"/>
                  </a:lnTo>
                  <a:lnTo>
                    <a:pt x="36935" y="1521"/>
                  </a:lnTo>
                  <a:lnTo>
                    <a:pt x="36297" y="1380"/>
                  </a:lnTo>
                  <a:lnTo>
                    <a:pt x="35632" y="1240"/>
                  </a:lnTo>
                  <a:lnTo>
                    <a:pt x="34930" y="1112"/>
                  </a:lnTo>
                  <a:lnTo>
                    <a:pt x="34202" y="984"/>
                  </a:lnTo>
                  <a:lnTo>
                    <a:pt x="33423" y="857"/>
                  </a:lnTo>
                  <a:lnTo>
                    <a:pt x="32631" y="754"/>
                  </a:lnTo>
                  <a:lnTo>
                    <a:pt x="31801" y="639"/>
                  </a:lnTo>
                  <a:lnTo>
                    <a:pt x="30933" y="550"/>
                  </a:lnTo>
                  <a:lnTo>
                    <a:pt x="30051" y="461"/>
                  </a:lnTo>
                  <a:lnTo>
                    <a:pt x="29132" y="371"/>
                  </a:lnTo>
                  <a:lnTo>
                    <a:pt x="28200" y="295"/>
                  </a:lnTo>
                  <a:lnTo>
                    <a:pt x="27229" y="231"/>
                  </a:lnTo>
                  <a:lnTo>
                    <a:pt x="26246" y="167"/>
                  </a:lnTo>
                  <a:lnTo>
                    <a:pt x="25250" y="116"/>
                  </a:lnTo>
                  <a:lnTo>
                    <a:pt x="24215" y="78"/>
                  </a:lnTo>
                  <a:lnTo>
                    <a:pt x="23181" y="39"/>
                  </a:lnTo>
                  <a:lnTo>
                    <a:pt x="22121" y="14"/>
                  </a:lnTo>
                  <a:lnTo>
                    <a:pt x="21035" y="1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4094191" y="3190410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0" y="0"/>
                  </a:moveTo>
                  <a:lnTo>
                    <a:pt x="0" y="371"/>
                  </a:lnTo>
                  <a:lnTo>
                    <a:pt x="2325" y="371"/>
                  </a:lnTo>
                  <a:lnTo>
                    <a:pt x="3346" y="384"/>
                  </a:lnTo>
                  <a:lnTo>
                    <a:pt x="4253" y="409"/>
                  </a:lnTo>
                  <a:lnTo>
                    <a:pt x="5058" y="447"/>
                  </a:lnTo>
                  <a:lnTo>
                    <a:pt x="5747" y="498"/>
                  </a:lnTo>
                  <a:lnTo>
                    <a:pt x="6322" y="575"/>
                  </a:lnTo>
                  <a:lnTo>
                    <a:pt x="6565" y="613"/>
                  </a:lnTo>
                  <a:lnTo>
                    <a:pt x="6795" y="665"/>
                  </a:lnTo>
                  <a:lnTo>
                    <a:pt x="6973" y="716"/>
                  </a:lnTo>
                  <a:lnTo>
                    <a:pt x="7139" y="767"/>
                  </a:lnTo>
                  <a:lnTo>
                    <a:pt x="7267" y="818"/>
                  </a:lnTo>
                  <a:lnTo>
                    <a:pt x="7369" y="882"/>
                  </a:lnTo>
                  <a:lnTo>
                    <a:pt x="0" y="882"/>
                  </a:lnTo>
                  <a:lnTo>
                    <a:pt x="0" y="1175"/>
                  </a:lnTo>
                  <a:lnTo>
                    <a:pt x="7471" y="1175"/>
                  </a:lnTo>
                  <a:lnTo>
                    <a:pt x="7446" y="1214"/>
                  </a:lnTo>
                  <a:lnTo>
                    <a:pt x="7408" y="1252"/>
                  </a:lnTo>
                  <a:lnTo>
                    <a:pt x="7305" y="1316"/>
                  </a:lnTo>
                  <a:lnTo>
                    <a:pt x="7165" y="1392"/>
                  </a:lnTo>
                  <a:lnTo>
                    <a:pt x="6986" y="1456"/>
                  </a:lnTo>
                  <a:lnTo>
                    <a:pt x="6769" y="1507"/>
                  </a:lnTo>
                  <a:lnTo>
                    <a:pt x="6514" y="1571"/>
                  </a:lnTo>
                  <a:lnTo>
                    <a:pt x="6207" y="1622"/>
                  </a:lnTo>
                  <a:lnTo>
                    <a:pt x="5875" y="1661"/>
                  </a:lnTo>
                  <a:lnTo>
                    <a:pt x="5505" y="1699"/>
                  </a:lnTo>
                  <a:lnTo>
                    <a:pt x="5096" y="1737"/>
                  </a:lnTo>
                  <a:lnTo>
                    <a:pt x="4636" y="1776"/>
                  </a:lnTo>
                  <a:lnTo>
                    <a:pt x="4151" y="1801"/>
                  </a:lnTo>
                  <a:lnTo>
                    <a:pt x="3053" y="1827"/>
                  </a:lnTo>
                  <a:lnTo>
                    <a:pt x="1801" y="1839"/>
                  </a:lnTo>
                  <a:lnTo>
                    <a:pt x="0" y="1839"/>
                  </a:lnTo>
                  <a:lnTo>
                    <a:pt x="0" y="2210"/>
                  </a:lnTo>
                  <a:lnTo>
                    <a:pt x="2197" y="2631"/>
                  </a:lnTo>
                  <a:lnTo>
                    <a:pt x="4215" y="3040"/>
                  </a:lnTo>
                  <a:lnTo>
                    <a:pt x="6130" y="3449"/>
                  </a:lnTo>
                  <a:lnTo>
                    <a:pt x="8021" y="3857"/>
                  </a:lnTo>
                  <a:lnTo>
                    <a:pt x="11162" y="3857"/>
                  </a:lnTo>
                  <a:lnTo>
                    <a:pt x="9106" y="3398"/>
                  </a:lnTo>
                  <a:lnTo>
                    <a:pt x="7050" y="2963"/>
                  </a:lnTo>
                  <a:lnTo>
                    <a:pt x="5032" y="2555"/>
                  </a:lnTo>
                  <a:lnTo>
                    <a:pt x="3078" y="2172"/>
                  </a:lnTo>
                  <a:lnTo>
                    <a:pt x="3844" y="2172"/>
                  </a:lnTo>
                  <a:lnTo>
                    <a:pt x="4572" y="2159"/>
                  </a:lnTo>
                  <a:lnTo>
                    <a:pt x="5275" y="2133"/>
                  </a:lnTo>
                  <a:lnTo>
                    <a:pt x="5926" y="2095"/>
                  </a:lnTo>
                  <a:lnTo>
                    <a:pt x="6539" y="2057"/>
                  </a:lnTo>
                  <a:lnTo>
                    <a:pt x="7101" y="2005"/>
                  </a:lnTo>
                  <a:lnTo>
                    <a:pt x="7637" y="1954"/>
                  </a:lnTo>
                  <a:lnTo>
                    <a:pt x="8110" y="1891"/>
                  </a:lnTo>
                  <a:lnTo>
                    <a:pt x="8557" y="1827"/>
                  </a:lnTo>
                  <a:lnTo>
                    <a:pt x="8940" y="1750"/>
                  </a:lnTo>
                  <a:lnTo>
                    <a:pt x="9285" y="1673"/>
                  </a:lnTo>
                  <a:lnTo>
                    <a:pt x="9579" y="1584"/>
                  </a:lnTo>
                  <a:lnTo>
                    <a:pt x="9821" y="1495"/>
                  </a:lnTo>
                  <a:lnTo>
                    <a:pt x="10026" y="1392"/>
                  </a:lnTo>
                  <a:lnTo>
                    <a:pt x="10102" y="1341"/>
                  </a:lnTo>
                  <a:lnTo>
                    <a:pt x="10166" y="1290"/>
                  </a:lnTo>
                  <a:lnTo>
                    <a:pt x="10217" y="1226"/>
                  </a:lnTo>
                  <a:lnTo>
                    <a:pt x="10256" y="1175"/>
                  </a:lnTo>
                  <a:lnTo>
                    <a:pt x="13780" y="1175"/>
                  </a:lnTo>
                  <a:lnTo>
                    <a:pt x="13780" y="882"/>
                  </a:lnTo>
                  <a:lnTo>
                    <a:pt x="10217" y="882"/>
                  </a:lnTo>
                  <a:lnTo>
                    <a:pt x="10179" y="831"/>
                  </a:lnTo>
                  <a:lnTo>
                    <a:pt x="10115" y="792"/>
                  </a:lnTo>
                  <a:lnTo>
                    <a:pt x="9987" y="690"/>
                  </a:lnTo>
                  <a:lnTo>
                    <a:pt x="9796" y="613"/>
                  </a:lnTo>
                  <a:lnTo>
                    <a:pt x="9579" y="537"/>
                  </a:lnTo>
                  <a:lnTo>
                    <a:pt x="9323" y="460"/>
                  </a:lnTo>
                  <a:lnTo>
                    <a:pt x="9042" y="396"/>
                  </a:lnTo>
                  <a:lnTo>
                    <a:pt x="8723" y="345"/>
                  </a:lnTo>
                  <a:lnTo>
                    <a:pt x="8378" y="281"/>
                  </a:lnTo>
                  <a:lnTo>
                    <a:pt x="13780" y="281"/>
                  </a:lnTo>
                  <a:lnTo>
                    <a:pt x="13780" y="0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3807921" y="3119509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1" y="0"/>
                  </a:moveTo>
                  <a:lnTo>
                    <a:pt x="1" y="5390"/>
                  </a:lnTo>
                  <a:lnTo>
                    <a:pt x="1" y="5530"/>
                  </a:lnTo>
                  <a:lnTo>
                    <a:pt x="26" y="5671"/>
                  </a:lnTo>
                  <a:lnTo>
                    <a:pt x="77" y="5798"/>
                  </a:lnTo>
                  <a:lnTo>
                    <a:pt x="128" y="5939"/>
                  </a:lnTo>
                  <a:lnTo>
                    <a:pt x="205" y="6079"/>
                  </a:lnTo>
                  <a:lnTo>
                    <a:pt x="294" y="6207"/>
                  </a:lnTo>
                  <a:lnTo>
                    <a:pt x="397" y="6347"/>
                  </a:lnTo>
                  <a:lnTo>
                    <a:pt x="524" y="6475"/>
                  </a:lnTo>
                  <a:lnTo>
                    <a:pt x="665" y="6603"/>
                  </a:lnTo>
                  <a:lnTo>
                    <a:pt x="805" y="6731"/>
                  </a:lnTo>
                  <a:lnTo>
                    <a:pt x="971" y="6858"/>
                  </a:lnTo>
                  <a:lnTo>
                    <a:pt x="1163" y="6986"/>
                  </a:lnTo>
                  <a:lnTo>
                    <a:pt x="1354" y="7114"/>
                  </a:lnTo>
                  <a:lnTo>
                    <a:pt x="1559" y="7241"/>
                  </a:lnTo>
                  <a:lnTo>
                    <a:pt x="1789" y="7369"/>
                  </a:lnTo>
                  <a:lnTo>
                    <a:pt x="2031" y="7484"/>
                  </a:lnTo>
                  <a:lnTo>
                    <a:pt x="2542" y="7727"/>
                  </a:lnTo>
                  <a:lnTo>
                    <a:pt x="3117" y="7957"/>
                  </a:lnTo>
                  <a:lnTo>
                    <a:pt x="3730" y="8187"/>
                  </a:lnTo>
                  <a:lnTo>
                    <a:pt x="4407" y="8404"/>
                  </a:lnTo>
                  <a:lnTo>
                    <a:pt x="5122" y="8608"/>
                  </a:lnTo>
                  <a:lnTo>
                    <a:pt x="5888" y="8812"/>
                  </a:lnTo>
                  <a:lnTo>
                    <a:pt x="6706" y="9017"/>
                  </a:lnTo>
                  <a:lnTo>
                    <a:pt x="7561" y="9195"/>
                  </a:lnTo>
                  <a:lnTo>
                    <a:pt x="8455" y="9374"/>
                  </a:lnTo>
                  <a:lnTo>
                    <a:pt x="9388" y="9553"/>
                  </a:lnTo>
                  <a:lnTo>
                    <a:pt x="10358" y="9706"/>
                  </a:lnTo>
                  <a:lnTo>
                    <a:pt x="11380" y="9860"/>
                  </a:lnTo>
                  <a:lnTo>
                    <a:pt x="12427" y="10000"/>
                  </a:lnTo>
                  <a:lnTo>
                    <a:pt x="13500" y="10128"/>
                  </a:lnTo>
                  <a:lnTo>
                    <a:pt x="14611" y="10243"/>
                  </a:lnTo>
                  <a:lnTo>
                    <a:pt x="15760" y="10358"/>
                  </a:lnTo>
                  <a:lnTo>
                    <a:pt x="16935" y="10447"/>
                  </a:lnTo>
                  <a:lnTo>
                    <a:pt x="18136" y="10536"/>
                  </a:lnTo>
                  <a:lnTo>
                    <a:pt x="19362" y="10613"/>
                  </a:lnTo>
                  <a:lnTo>
                    <a:pt x="20601" y="10677"/>
                  </a:lnTo>
                  <a:lnTo>
                    <a:pt x="21878" y="10715"/>
                  </a:lnTo>
                  <a:lnTo>
                    <a:pt x="23168" y="10754"/>
                  </a:lnTo>
                  <a:lnTo>
                    <a:pt x="24483" y="10779"/>
                  </a:lnTo>
                  <a:lnTo>
                    <a:pt x="27139" y="10779"/>
                  </a:lnTo>
                  <a:lnTo>
                    <a:pt x="28442" y="10754"/>
                  </a:lnTo>
                  <a:lnTo>
                    <a:pt x="29732" y="10715"/>
                  </a:lnTo>
                  <a:lnTo>
                    <a:pt x="31009" y="10677"/>
                  </a:lnTo>
                  <a:lnTo>
                    <a:pt x="32261" y="10613"/>
                  </a:lnTo>
                  <a:lnTo>
                    <a:pt x="33474" y="10536"/>
                  </a:lnTo>
                  <a:lnTo>
                    <a:pt x="34674" y="10447"/>
                  </a:lnTo>
                  <a:lnTo>
                    <a:pt x="35849" y="10358"/>
                  </a:lnTo>
                  <a:lnTo>
                    <a:pt x="36999" y="10243"/>
                  </a:lnTo>
                  <a:lnTo>
                    <a:pt x="38110" y="10128"/>
                  </a:lnTo>
                  <a:lnTo>
                    <a:pt x="39183" y="10000"/>
                  </a:lnTo>
                  <a:lnTo>
                    <a:pt x="40230" y="9860"/>
                  </a:lnTo>
                  <a:lnTo>
                    <a:pt x="41252" y="9706"/>
                  </a:lnTo>
                  <a:lnTo>
                    <a:pt x="42222" y="9553"/>
                  </a:lnTo>
                  <a:lnTo>
                    <a:pt x="43154" y="9374"/>
                  </a:lnTo>
                  <a:lnTo>
                    <a:pt x="44048" y="9195"/>
                  </a:lnTo>
                  <a:lnTo>
                    <a:pt x="44904" y="9017"/>
                  </a:lnTo>
                  <a:lnTo>
                    <a:pt x="45722" y="8812"/>
                  </a:lnTo>
                  <a:lnTo>
                    <a:pt x="46488" y="8608"/>
                  </a:lnTo>
                  <a:lnTo>
                    <a:pt x="47203" y="8404"/>
                  </a:lnTo>
                  <a:lnTo>
                    <a:pt x="47880" y="8187"/>
                  </a:lnTo>
                  <a:lnTo>
                    <a:pt x="48493" y="7957"/>
                  </a:lnTo>
                  <a:lnTo>
                    <a:pt x="49068" y="7727"/>
                  </a:lnTo>
                  <a:lnTo>
                    <a:pt x="49578" y="7484"/>
                  </a:lnTo>
                  <a:lnTo>
                    <a:pt x="49821" y="7369"/>
                  </a:lnTo>
                  <a:lnTo>
                    <a:pt x="50051" y="7241"/>
                  </a:lnTo>
                  <a:lnTo>
                    <a:pt x="50255" y="7114"/>
                  </a:lnTo>
                  <a:lnTo>
                    <a:pt x="50447" y="6986"/>
                  </a:lnTo>
                  <a:lnTo>
                    <a:pt x="50638" y="6858"/>
                  </a:lnTo>
                  <a:lnTo>
                    <a:pt x="50804" y="6731"/>
                  </a:lnTo>
                  <a:lnTo>
                    <a:pt x="50958" y="6603"/>
                  </a:lnTo>
                  <a:lnTo>
                    <a:pt x="51085" y="6475"/>
                  </a:lnTo>
                  <a:lnTo>
                    <a:pt x="51213" y="6347"/>
                  </a:lnTo>
                  <a:lnTo>
                    <a:pt x="51315" y="6207"/>
                  </a:lnTo>
                  <a:lnTo>
                    <a:pt x="51405" y="6079"/>
                  </a:lnTo>
                  <a:lnTo>
                    <a:pt x="51481" y="5939"/>
                  </a:lnTo>
                  <a:lnTo>
                    <a:pt x="51532" y="5798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09" y="5390"/>
                  </a:lnTo>
                  <a:lnTo>
                    <a:pt x="51609" y="0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3807921" y="3039518"/>
              <a:ext cx="764071" cy="159790"/>
            </a:xfrm>
            <a:custGeom>
              <a:avLst/>
              <a:gdLst/>
              <a:ahLst/>
              <a:cxnLst/>
              <a:rect l="l" t="t" r="r" b="b"/>
              <a:pathLst>
                <a:path w="51609" h="10793" extrusionOk="0">
                  <a:moveTo>
                    <a:pt x="25811" y="1"/>
                  </a:moveTo>
                  <a:lnTo>
                    <a:pt x="24483" y="14"/>
                  </a:lnTo>
                  <a:lnTo>
                    <a:pt x="23168" y="39"/>
                  </a:lnTo>
                  <a:lnTo>
                    <a:pt x="21878" y="65"/>
                  </a:lnTo>
                  <a:lnTo>
                    <a:pt x="20601" y="116"/>
                  </a:lnTo>
                  <a:lnTo>
                    <a:pt x="19362" y="180"/>
                  </a:lnTo>
                  <a:lnTo>
                    <a:pt x="18136" y="244"/>
                  </a:lnTo>
                  <a:lnTo>
                    <a:pt x="16935" y="333"/>
                  </a:lnTo>
                  <a:lnTo>
                    <a:pt x="15760" y="435"/>
                  </a:lnTo>
                  <a:lnTo>
                    <a:pt x="14611" y="537"/>
                  </a:lnTo>
                  <a:lnTo>
                    <a:pt x="13500" y="652"/>
                  </a:lnTo>
                  <a:lnTo>
                    <a:pt x="12427" y="780"/>
                  </a:lnTo>
                  <a:lnTo>
                    <a:pt x="11380" y="921"/>
                  </a:lnTo>
                  <a:lnTo>
                    <a:pt x="10358" y="1074"/>
                  </a:lnTo>
                  <a:lnTo>
                    <a:pt x="9388" y="1240"/>
                  </a:lnTo>
                  <a:lnTo>
                    <a:pt x="8455" y="1406"/>
                  </a:lnTo>
                  <a:lnTo>
                    <a:pt x="7561" y="1585"/>
                  </a:lnTo>
                  <a:lnTo>
                    <a:pt x="6706" y="1776"/>
                  </a:lnTo>
                  <a:lnTo>
                    <a:pt x="5888" y="1968"/>
                  </a:lnTo>
                  <a:lnTo>
                    <a:pt x="5122" y="2172"/>
                  </a:lnTo>
                  <a:lnTo>
                    <a:pt x="4407" y="2389"/>
                  </a:lnTo>
                  <a:lnTo>
                    <a:pt x="3730" y="2606"/>
                  </a:lnTo>
                  <a:lnTo>
                    <a:pt x="3117" y="2823"/>
                  </a:lnTo>
                  <a:lnTo>
                    <a:pt x="2542" y="3066"/>
                  </a:lnTo>
                  <a:lnTo>
                    <a:pt x="2031" y="3296"/>
                  </a:lnTo>
                  <a:lnTo>
                    <a:pt x="1789" y="3424"/>
                  </a:lnTo>
                  <a:lnTo>
                    <a:pt x="1559" y="3539"/>
                  </a:lnTo>
                  <a:lnTo>
                    <a:pt x="1354" y="3666"/>
                  </a:lnTo>
                  <a:lnTo>
                    <a:pt x="1163" y="3794"/>
                  </a:lnTo>
                  <a:lnTo>
                    <a:pt x="971" y="3922"/>
                  </a:lnTo>
                  <a:lnTo>
                    <a:pt x="805" y="4049"/>
                  </a:lnTo>
                  <a:lnTo>
                    <a:pt x="665" y="4177"/>
                  </a:lnTo>
                  <a:lnTo>
                    <a:pt x="524" y="4318"/>
                  </a:lnTo>
                  <a:lnTo>
                    <a:pt x="397" y="4445"/>
                  </a:lnTo>
                  <a:lnTo>
                    <a:pt x="294" y="4573"/>
                  </a:lnTo>
                  <a:lnTo>
                    <a:pt x="205" y="4714"/>
                  </a:lnTo>
                  <a:lnTo>
                    <a:pt x="128" y="4841"/>
                  </a:lnTo>
                  <a:lnTo>
                    <a:pt x="77" y="4982"/>
                  </a:lnTo>
                  <a:lnTo>
                    <a:pt x="26" y="5122"/>
                  </a:lnTo>
                  <a:lnTo>
                    <a:pt x="1" y="5263"/>
                  </a:lnTo>
                  <a:lnTo>
                    <a:pt x="1" y="5403"/>
                  </a:lnTo>
                  <a:lnTo>
                    <a:pt x="1" y="5544"/>
                  </a:lnTo>
                  <a:lnTo>
                    <a:pt x="26" y="5671"/>
                  </a:lnTo>
                  <a:lnTo>
                    <a:pt x="77" y="5812"/>
                  </a:lnTo>
                  <a:lnTo>
                    <a:pt x="128" y="5952"/>
                  </a:lnTo>
                  <a:lnTo>
                    <a:pt x="205" y="6080"/>
                  </a:lnTo>
                  <a:lnTo>
                    <a:pt x="294" y="6221"/>
                  </a:lnTo>
                  <a:lnTo>
                    <a:pt x="397" y="6348"/>
                  </a:lnTo>
                  <a:lnTo>
                    <a:pt x="524" y="6489"/>
                  </a:lnTo>
                  <a:lnTo>
                    <a:pt x="665" y="6616"/>
                  </a:lnTo>
                  <a:lnTo>
                    <a:pt x="805" y="6744"/>
                  </a:lnTo>
                  <a:lnTo>
                    <a:pt x="971" y="6872"/>
                  </a:lnTo>
                  <a:lnTo>
                    <a:pt x="1163" y="7000"/>
                  </a:lnTo>
                  <a:lnTo>
                    <a:pt x="1354" y="7127"/>
                  </a:lnTo>
                  <a:lnTo>
                    <a:pt x="1559" y="7255"/>
                  </a:lnTo>
                  <a:lnTo>
                    <a:pt x="1789" y="7370"/>
                  </a:lnTo>
                  <a:lnTo>
                    <a:pt x="2031" y="7498"/>
                  </a:lnTo>
                  <a:lnTo>
                    <a:pt x="2542" y="7740"/>
                  </a:lnTo>
                  <a:lnTo>
                    <a:pt x="3117" y="7970"/>
                  </a:lnTo>
                  <a:lnTo>
                    <a:pt x="3730" y="8200"/>
                  </a:lnTo>
                  <a:lnTo>
                    <a:pt x="4407" y="8417"/>
                  </a:lnTo>
                  <a:lnTo>
                    <a:pt x="5122" y="8622"/>
                  </a:lnTo>
                  <a:lnTo>
                    <a:pt x="5888" y="8826"/>
                  </a:lnTo>
                  <a:lnTo>
                    <a:pt x="6706" y="9030"/>
                  </a:lnTo>
                  <a:lnTo>
                    <a:pt x="7561" y="9209"/>
                  </a:lnTo>
                  <a:lnTo>
                    <a:pt x="8455" y="9388"/>
                  </a:lnTo>
                  <a:lnTo>
                    <a:pt x="9388" y="9554"/>
                  </a:lnTo>
                  <a:lnTo>
                    <a:pt x="10358" y="9720"/>
                  </a:lnTo>
                  <a:lnTo>
                    <a:pt x="11380" y="9873"/>
                  </a:lnTo>
                  <a:lnTo>
                    <a:pt x="12427" y="10014"/>
                  </a:lnTo>
                  <a:lnTo>
                    <a:pt x="13500" y="10141"/>
                  </a:lnTo>
                  <a:lnTo>
                    <a:pt x="14611" y="10256"/>
                  </a:lnTo>
                  <a:lnTo>
                    <a:pt x="15760" y="10371"/>
                  </a:lnTo>
                  <a:lnTo>
                    <a:pt x="16935" y="10461"/>
                  </a:lnTo>
                  <a:lnTo>
                    <a:pt x="18136" y="10550"/>
                  </a:lnTo>
                  <a:lnTo>
                    <a:pt x="19362" y="10627"/>
                  </a:lnTo>
                  <a:lnTo>
                    <a:pt x="20601" y="10678"/>
                  </a:lnTo>
                  <a:lnTo>
                    <a:pt x="21878" y="10729"/>
                  </a:lnTo>
                  <a:lnTo>
                    <a:pt x="23168" y="10767"/>
                  </a:lnTo>
                  <a:lnTo>
                    <a:pt x="24483" y="10780"/>
                  </a:lnTo>
                  <a:lnTo>
                    <a:pt x="25811" y="10793"/>
                  </a:lnTo>
                  <a:lnTo>
                    <a:pt x="27139" y="10780"/>
                  </a:lnTo>
                  <a:lnTo>
                    <a:pt x="28442" y="10767"/>
                  </a:lnTo>
                  <a:lnTo>
                    <a:pt x="29732" y="10729"/>
                  </a:lnTo>
                  <a:lnTo>
                    <a:pt x="31009" y="10678"/>
                  </a:lnTo>
                  <a:lnTo>
                    <a:pt x="32261" y="10627"/>
                  </a:lnTo>
                  <a:lnTo>
                    <a:pt x="33474" y="10550"/>
                  </a:lnTo>
                  <a:lnTo>
                    <a:pt x="34674" y="10461"/>
                  </a:lnTo>
                  <a:lnTo>
                    <a:pt x="35849" y="10371"/>
                  </a:lnTo>
                  <a:lnTo>
                    <a:pt x="36999" y="10256"/>
                  </a:lnTo>
                  <a:lnTo>
                    <a:pt x="38110" y="10141"/>
                  </a:lnTo>
                  <a:lnTo>
                    <a:pt x="39183" y="10014"/>
                  </a:lnTo>
                  <a:lnTo>
                    <a:pt x="40230" y="9873"/>
                  </a:lnTo>
                  <a:lnTo>
                    <a:pt x="41252" y="9720"/>
                  </a:lnTo>
                  <a:lnTo>
                    <a:pt x="42222" y="9554"/>
                  </a:lnTo>
                  <a:lnTo>
                    <a:pt x="43154" y="9388"/>
                  </a:lnTo>
                  <a:lnTo>
                    <a:pt x="44048" y="9209"/>
                  </a:lnTo>
                  <a:lnTo>
                    <a:pt x="44904" y="9030"/>
                  </a:lnTo>
                  <a:lnTo>
                    <a:pt x="45722" y="8826"/>
                  </a:lnTo>
                  <a:lnTo>
                    <a:pt x="46488" y="8622"/>
                  </a:lnTo>
                  <a:lnTo>
                    <a:pt x="47203" y="8417"/>
                  </a:lnTo>
                  <a:lnTo>
                    <a:pt x="47880" y="8200"/>
                  </a:lnTo>
                  <a:lnTo>
                    <a:pt x="48493" y="7970"/>
                  </a:lnTo>
                  <a:lnTo>
                    <a:pt x="49068" y="7740"/>
                  </a:lnTo>
                  <a:lnTo>
                    <a:pt x="49578" y="7498"/>
                  </a:lnTo>
                  <a:lnTo>
                    <a:pt x="49821" y="7370"/>
                  </a:lnTo>
                  <a:lnTo>
                    <a:pt x="50051" y="7255"/>
                  </a:lnTo>
                  <a:lnTo>
                    <a:pt x="50255" y="7127"/>
                  </a:lnTo>
                  <a:lnTo>
                    <a:pt x="50447" y="7000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8" y="6616"/>
                  </a:lnTo>
                  <a:lnTo>
                    <a:pt x="51085" y="6489"/>
                  </a:lnTo>
                  <a:lnTo>
                    <a:pt x="51213" y="6348"/>
                  </a:lnTo>
                  <a:lnTo>
                    <a:pt x="51315" y="6221"/>
                  </a:lnTo>
                  <a:lnTo>
                    <a:pt x="51405" y="6080"/>
                  </a:lnTo>
                  <a:lnTo>
                    <a:pt x="51481" y="5952"/>
                  </a:lnTo>
                  <a:lnTo>
                    <a:pt x="51532" y="5812"/>
                  </a:lnTo>
                  <a:lnTo>
                    <a:pt x="51583" y="5671"/>
                  </a:lnTo>
                  <a:lnTo>
                    <a:pt x="51609" y="5544"/>
                  </a:lnTo>
                  <a:lnTo>
                    <a:pt x="51609" y="5403"/>
                  </a:lnTo>
                  <a:lnTo>
                    <a:pt x="51609" y="5263"/>
                  </a:lnTo>
                  <a:lnTo>
                    <a:pt x="51583" y="5122"/>
                  </a:lnTo>
                  <a:lnTo>
                    <a:pt x="51532" y="4982"/>
                  </a:lnTo>
                  <a:lnTo>
                    <a:pt x="51481" y="4841"/>
                  </a:lnTo>
                  <a:lnTo>
                    <a:pt x="51405" y="4714"/>
                  </a:lnTo>
                  <a:lnTo>
                    <a:pt x="51315" y="4573"/>
                  </a:lnTo>
                  <a:lnTo>
                    <a:pt x="51213" y="4445"/>
                  </a:lnTo>
                  <a:lnTo>
                    <a:pt x="51085" y="4318"/>
                  </a:lnTo>
                  <a:lnTo>
                    <a:pt x="50958" y="4177"/>
                  </a:lnTo>
                  <a:lnTo>
                    <a:pt x="50804" y="4049"/>
                  </a:lnTo>
                  <a:lnTo>
                    <a:pt x="50638" y="3922"/>
                  </a:lnTo>
                  <a:lnTo>
                    <a:pt x="50447" y="3794"/>
                  </a:lnTo>
                  <a:lnTo>
                    <a:pt x="50255" y="3666"/>
                  </a:lnTo>
                  <a:lnTo>
                    <a:pt x="50051" y="3539"/>
                  </a:lnTo>
                  <a:lnTo>
                    <a:pt x="49821" y="3424"/>
                  </a:lnTo>
                  <a:lnTo>
                    <a:pt x="49578" y="3296"/>
                  </a:lnTo>
                  <a:lnTo>
                    <a:pt x="49068" y="3066"/>
                  </a:lnTo>
                  <a:lnTo>
                    <a:pt x="48493" y="2823"/>
                  </a:lnTo>
                  <a:lnTo>
                    <a:pt x="47880" y="2606"/>
                  </a:lnTo>
                  <a:lnTo>
                    <a:pt x="47203" y="2389"/>
                  </a:lnTo>
                  <a:lnTo>
                    <a:pt x="46488" y="2172"/>
                  </a:lnTo>
                  <a:lnTo>
                    <a:pt x="45722" y="1968"/>
                  </a:lnTo>
                  <a:lnTo>
                    <a:pt x="44904" y="1776"/>
                  </a:lnTo>
                  <a:lnTo>
                    <a:pt x="44048" y="1585"/>
                  </a:lnTo>
                  <a:lnTo>
                    <a:pt x="43154" y="1406"/>
                  </a:lnTo>
                  <a:lnTo>
                    <a:pt x="42222" y="1240"/>
                  </a:lnTo>
                  <a:lnTo>
                    <a:pt x="41252" y="1074"/>
                  </a:lnTo>
                  <a:lnTo>
                    <a:pt x="40230" y="921"/>
                  </a:lnTo>
                  <a:lnTo>
                    <a:pt x="39183" y="780"/>
                  </a:lnTo>
                  <a:lnTo>
                    <a:pt x="38110" y="652"/>
                  </a:lnTo>
                  <a:lnTo>
                    <a:pt x="36999" y="537"/>
                  </a:lnTo>
                  <a:lnTo>
                    <a:pt x="35849" y="435"/>
                  </a:lnTo>
                  <a:lnTo>
                    <a:pt x="34674" y="333"/>
                  </a:lnTo>
                  <a:lnTo>
                    <a:pt x="33474" y="244"/>
                  </a:lnTo>
                  <a:lnTo>
                    <a:pt x="32261" y="180"/>
                  </a:lnTo>
                  <a:lnTo>
                    <a:pt x="31009" y="116"/>
                  </a:lnTo>
                  <a:lnTo>
                    <a:pt x="29732" y="65"/>
                  </a:lnTo>
                  <a:lnTo>
                    <a:pt x="28442" y="39"/>
                  </a:lnTo>
                  <a:lnTo>
                    <a:pt x="27139" y="14"/>
                  </a:lnTo>
                  <a:lnTo>
                    <a:pt x="258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3876187" y="3053893"/>
              <a:ext cx="627554" cy="112133"/>
            </a:xfrm>
            <a:custGeom>
              <a:avLst/>
              <a:gdLst/>
              <a:ahLst/>
              <a:cxnLst/>
              <a:rect l="l" t="t" r="r" b="b"/>
              <a:pathLst>
                <a:path w="42388" h="7574" extrusionOk="0">
                  <a:moveTo>
                    <a:pt x="20102" y="1"/>
                  </a:moveTo>
                  <a:lnTo>
                    <a:pt x="19029" y="13"/>
                  </a:lnTo>
                  <a:lnTo>
                    <a:pt x="17969" y="39"/>
                  </a:lnTo>
                  <a:lnTo>
                    <a:pt x="16922" y="77"/>
                  </a:lnTo>
                  <a:lnTo>
                    <a:pt x="15900" y="116"/>
                  </a:lnTo>
                  <a:lnTo>
                    <a:pt x="14891" y="167"/>
                  </a:lnTo>
                  <a:lnTo>
                    <a:pt x="13908" y="230"/>
                  </a:lnTo>
                  <a:lnTo>
                    <a:pt x="12950" y="294"/>
                  </a:lnTo>
                  <a:lnTo>
                    <a:pt x="12005" y="371"/>
                  </a:lnTo>
                  <a:lnTo>
                    <a:pt x="11085" y="460"/>
                  </a:lnTo>
                  <a:lnTo>
                    <a:pt x="10204" y="550"/>
                  </a:lnTo>
                  <a:lnTo>
                    <a:pt x="9349" y="639"/>
                  </a:lnTo>
                  <a:lnTo>
                    <a:pt x="8518" y="754"/>
                  </a:lnTo>
                  <a:lnTo>
                    <a:pt x="7714" y="869"/>
                  </a:lnTo>
                  <a:lnTo>
                    <a:pt x="6948" y="984"/>
                  </a:lnTo>
                  <a:lnTo>
                    <a:pt x="6207" y="1112"/>
                  </a:lnTo>
                  <a:lnTo>
                    <a:pt x="5504" y="1239"/>
                  </a:lnTo>
                  <a:lnTo>
                    <a:pt x="4840" y="1380"/>
                  </a:lnTo>
                  <a:lnTo>
                    <a:pt x="4215" y="1520"/>
                  </a:lnTo>
                  <a:lnTo>
                    <a:pt x="3614" y="1674"/>
                  </a:lnTo>
                  <a:lnTo>
                    <a:pt x="3065" y="1827"/>
                  </a:lnTo>
                  <a:lnTo>
                    <a:pt x="2554" y="1980"/>
                  </a:lnTo>
                  <a:lnTo>
                    <a:pt x="2095" y="2146"/>
                  </a:lnTo>
                  <a:lnTo>
                    <a:pt x="1660" y="2312"/>
                  </a:lnTo>
                  <a:lnTo>
                    <a:pt x="1290" y="2491"/>
                  </a:lnTo>
                  <a:lnTo>
                    <a:pt x="958" y="2657"/>
                  </a:lnTo>
                  <a:lnTo>
                    <a:pt x="664" y="2836"/>
                  </a:lnTo>
                  <a:lnTo>
                    <a:pt x="537" y="2938"/>
                  </a:lnTo>
                  <a:lnTo>
                    <a:pt x="434" y="3027"/>
                  </a:lnTo>
                  <a:lnTo>
                    <a:pt x="332" y="3117"/>
                  </a:lnTo>
                  <a:lnTo>
                    <a:pt x="243" y="3206"/>
                  </a:lnTo>
                  <a:lnTo>
                    <a:pt x="166" y="3308"/>
                  </a:lnTo>
                  <a:lnTo>
                    <a:pt x="102" y="3398"/>
                  </a:lnTo>
                  <a:lnTo>
                    <a:pt x="64" y="3500"/>
                  </a:lnTo>
                  <a:lnTo>
                    <a:pt x="26" y="3589"/>
                  </a:lnTo>
                  <a:lnTo>
                    <a:pt x="0" y="3691"/>
                  </a:lnTo>
                  <a:lnTo>
                    <a:pt x="0" y="3794"/>
                  </a:lnTo>
                  <a:lnTo>
                    <a:pt x="0" y="3883"/>
                  </a:lnTo>
                  <a:lnTo>
                    <a:pt x="26" y="3985"/>
                  </a:lnTo>
                  <a:lnTo>
                    <a:pt x="64" y="4075"/>
                  </a:lnTo>
                  <a:lnTo>
                    <a:pt x="102" y="4177"/>
                  </a:lnTo>
                  <a:lnTo>
                    <a:pt x="166" y="4266"/>
                  </a:lnTo>
                  <a:lnTo>
                    <a:pt x="243" y="4368"/>
                  </a:lnTo>
                  <a:lnTo>
                    <a:pt x="332" y="4458"/>
                  </a:lnTo>
                  <a:lnTo>
                    <a:pt x="434" y="4547"/>
                  </a:lnTo>
                  <a:lnTo>
                    <a:pt x="537" y="4649"/>
                  </a:lnTo>
                  <a:lnTo>
                    <a:pt x="664" y="4739"/>
                  </a:lnTo>
                  <a:lnTo>
                    <a:pt x="958" y="4918"/>
                  </a:lnTo>
                  <a:lnTo>
                    <a:pt x="1290" y="5096"/>
                  </a:lnTo>
                  <a:lnTo>
                    <a:pt x="1660" y="5262"/>
                  </a:lnTo>
                  <a:lnTo>
                    <a:pt x="2095" y="5428"/>
                  </a:lnTo>
                  <a:lnTo>
                    <a:pt x="2554" y="5594"/>
                  </a:lnTo>
                  <a:lnTo>
                    <a:pt x="3065" y="5748"/>
                  </a:lnTo>
                  <a:lnTo>
                    <a:pt x="3614" y="5901"/>
                  </a:lnTo>
                  <a:lnTo>
                    <a:pt x="4215" y="6054"/>
                  </a:lnTo>
                  <a:lnTo>
                    <a:pt x="4840" y="6195"/>
                  </a:lnTo>
                  <a:lnTo>
                    <a:pt x="5504" y="6335"/>
                  </a:lnTo>
                  <a:lnTo>
                    <a:pt x="6207" y="6463"/>
                  </a:lnTo>
                  <a:lnTo>
                    <a:pt x="6948" y="6591"/>
                  </a:lnTo>
                  <a:lnTo>
                    <a:pt x="7714" y="6718"/>
                  </a:lnTo>
                  <a:lnTo>
                    <a:pt x="8518" y="6820"/>
                  </a:lnTo>
                  <a:lnTo>
                    <a:pt x="9349" y="6935"/>
                  </a:lnTo>
                  <a:lnTo>
                    <a:pt x="10204" y="7025"/>
                  </a:lnTo>
                  <a:lnTo>
                    <a:pt x="11085" y="7127"/>
                  </a:lnTo>
                  <a:lnTo>
                    <a:pt x="12005" y="7204"/>
                  </a:lnTo>
                  <a:lnTo>
                    <a:pt x="12950" y="7280"/>
                  </a:lnTo>
                  <a:lnTo>
                    <a:pt x="13908" y="7344"/>
                  </a:lnTo>
                  <a:lnTo>
                    <a:pt x="14891" y="7408"/>
                  </a:lnTo>
                  <a:lnTo>
                    <a:pt x="15900" y="7459"/>
                  </a:lnTo>
                  <a:lnTo>
                    <a:pt x="16922" y="7497"/>
                  </a:lnTo>
                  <a:lnTo>
                    <a:pt x="17969" y="7536"/>
                  </a:lnTo>
                  <a:lnTo>
                    <a:pt x="19029" y="7561"/>
                  </a:lnTo>
                  <a:lnTo>
                    <a:pt x="20102" y="7574"/>
                  </a:lnTo>
                  <a:lnTo>
                    <a:pt x="22286" y="7574"/>
                  </a:lnTo>
                  <a:lnTo>
                    <a:pt x="23359" y="7561"/>
                  </a:lnTo>
                  <a:lnTo>
                    <a:pt x="24419" y="7536"/>
                  </a:lnTo>
                  <a:lnTo>
                    <a:pt x="25466" y="7497"/>
                  </a:lnTo>
                  <a:lnTo>
                    <a:pt x="26488" y="7459"/>
                  </a:lnTo>
                  <a:lnTo>
                    <a:pt x="27496" y="7408"/>
                  </a:lnTo>
                  <a:lnTo>
                    <a:pt x="28480" y="7344"/>
                  </a:lnTo>
                  <a:lnTo>
                    <a:pt x="29450" y="7280"/>
                  </a:lnTo>
                  <a:lnTo>
                    <a:pt x="30383" y="7204"/>
                  </a:lnTo>
                  <a:lnTo>
                    <a:pt x="31302" y="7127"/>
                  </a:lnTo>
                  <a:lnTo>
                    <a:pt x="32183" y="7025"/>
                  </a:lnTo>
                  <a:lnTo>
                    <a:pt x="33039" y="6935"/>
                  </a:lnTo>
                  <a:lnTo>
                    <a:pt x="33869" y="6820"/>
                  </a:lnTo>
                  <a:lnTo>
                    <a:pt x="34674" y="6718"/>
                  </a:lnTo>
                  <a:lnTo>
                    <a:pt x="35440" y="6591"/>
                  </a:lnTo>
                  <a:lnTo>
                    <a:pt x="36181" y="6463"/>
                  </a:lnTo>
                  <a:lnTo>
                    <a:pt x="36883" y="6335"/>
                  </a:lnTo>
                  <a:lnTo>
                    <a:pt x="37547" y="6195"/>
                  </a:lnTo>
                  <a:lnTo>
                    <a:pt x="38173" y="6054"/>
                  </a:lnTo>
                  <a:lnTo>
                    <a:pt x="38773" y="5901"/>
                  </a:lnTo>
                  <a:lnTo>
                    <a:pt x="39323" y="5748"/>
                  </a:lnTo>
                  <a:lnTo>
                    <a:pt x="39833" y="5594"/>
                  </a:lnTo>
                  <a:lnTo>
                    <a:pt x="40293" y="5428"/>
                  </a:lnTo>
                  <a:lnTo>
                    <a:pt x="40727" y="5262"/>
                  </a:lnTo>
                  <a:lnTo>
                    <a:pt x="41098" y="5096"/>
                  </a:lnTo>
                  <a:lnTo>
                    <a:pt x="41443" y="4918"/>
                  </a:lnTo>
                  <a:lnTo>
                    <a:pt x="41724" y="4739"/>
                  </a:lnTo>
                  <a:lnTo>
                    <a:pt x="41851" y="4649"/>
                  </a:lnTo>
                  <a:lnTo>
                    <a:pt x="41953" y="4547"/>
                  </a:lnTo>
                  <a:lnTo>
                    <a:pt x="42056" y="4458"/>
                  </a:lnTo>
                  <a:lnTo>
                    <a:pt x="42145" y="4368"/>
                  </a:lnTo>
                  <a:lnTo>
                    <a:pt x="42222" y="4266"/>
                  </a:lnTo>
                  <a:lnTo>
                    <a:pt x="42285" y="4177"/>
                  </a:lnTo>
                  <a:lnTo>
                    <a:pt x="42324" y="4075"/>
                  </a:lnTo>
                  <a:lnTo>
                    <a:pt x="42362" y="3985"/>
                  </a:lnTo>
                  <a:lnTo>
                    <a:pt x="42388" y="3883"/>
                  </a:lnTo>
                  <a:lnTo>
                    <a:pt x="42388" y="3794"/>
                  </a:lnTo>
                  <a:lnTo>
                    <a:pt x="42388" y="3691"/>
                  </a:lnTo>
                  <a:lnTo>
                    <a:pt x="42362" y="3589"/>
                  </a:lnTo>
                  <a:lnTo>
                    <a:pt x="42324" y="3500"/>
                  </a:lnTo>
                  <a:lnTo>
                    <a:pt x="42285" y="3398"/>
                  </a:lnTo>
                  <a:lnTo>
                    <a:pt x="42222" y="3308"/>
                  </a:lnTo>
                  <a:lnTo>
                    <a:pt x="42145" y="3206"/>
                  </a:lnTo>
                  <a:lnTo>
                    <a:pt x="42056" y="3117"/>
                  </a:lnTo>
                  <a:lnTo>
                    <a:pt x="41953" y="3027"/>
                  </a:lnTo>
                  <a:lnTo>
                    <a:pt x="41851" y="2938"/>
                  </a:lnTo>
                  <a:lnTo>
                    <a:pt x="41724" y="2836"/>
                  </a:lnTo>
                  <a:lnTo>
                    <a:pt x="41443" y="2657"/>
                  </a:lnTo>
                  <a:lnTo>
                    <a:pt x="41098" y="2491"/>
                  </a:lnTo>
                  <a:lnTo>
                    <a:pt x="40727" y="2312"/>
                  </a:lnTo>
                  <a:lnTo>
                    <a:pt x="40293" y="2146"/>
                  </a:lnTo>
                  <a:lnTo>
                    <a:pt x="39833" y="1980"/>
                  </a:lnTo>
                  <a:lnTo>
                    <a:pt x="39323" y="1827"/>
                  </a:lnTo>
                  <a:lnTo>
                    <a:pt x="38773" y="1674"/>
                  </a:lnTo>
                  <a:lnTo>
                    <a:pt x="38173" y="1520"/>
                  </a:lnTo>
                  <a:lnTo>
                    <a:pt x="37547" y="1380"/>
                  </a:lnTo>
                  <a:lnTo>
                    <a:pt x="36883" y="1239"/>
                  </a:lnTo>
                  <a:lnTo>
                    <a:pt x="36181" y="1112"/>
                  </a:lnTo>
                  <a:lnTo>
                    <a:pt x="35440" y="984"/>
                  </a:lnTo>
                  <a:lnTo>
                    <a:pt x="34674" y="869"/>
                  </a:lnTo>
                  <a:lnTo>
                    <a:pt x="33869" y="754"/>
                  </a:lnTo>
                  <a:lnTo>
                    <a:pt x="33039" y="639"/>
                  </a:lnTo>
                  <a:lnTo>
                    <a:pt x="32183" y="550"/>
                  </a:lnTo>
                  <a:lnTo>
                    <a:pt x="31302" y="460"/>
                  </a:lnTo>
                  <a:lnTo>
                    <a:pt x="30383" y="371"/>
                  </a:lnTo>
                  <a:lnTo>
                    <a:pt x="29450" y="294"/>
                  </a:lnTo>
                  <a:lnTo>
                    <a:pt x="28480" y="230"/>
                  </a:lnTo>
                  <a:lnTo>
                    <a:pt x="27496" y="167"/>
                  </a:lnTo>
                  <a:lnTo>
                    <a:pt x="26488" y="116"/>
                  </a:lnTo>
                  <a:lnTo>
                    <a:pt x="25466" y="77"/>
                  </a:lnTo>
                  <a:lnTo>
                    <a:pt x="24419" y="39"/>
                  </a:lnTo>
                  <a:lnTo>
                    <a:pt x="23359" y="13"/>
                  </a:lnTo>
                  <a:lnTo>
                    <a:pt x="22286" y="1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3885440" y="3053893"/>
              <a:ext cx="609033" cy="83397"/>
            </a:xfrm>
            <a:custGeom>
              <a:avLst/>
              <a:gdLst/>
              <a:ahLst/>
              <a:cxnLst/>
              <a:rect l="l" t="t" r="r" b="b"/>
              <a:pathLst>
                <a:path w="41137" h="5633" extrusionOk="0">
                  <a:moveTo>
                    <a:pt x="19949" y="1"/>
                  </a:moveTo>
                  <a:lnTo>
                    <a:pt x="18238" y="13"/>
                  </a:lnTo>
                  <a:lnTo>
                    <a:pt x="16565" y="52"/>
                  </a:lnTo>
                  <a:lnTo>
                    <a:pt x="14943" y="103"/>
                  </a:lnTo>
                  <a:lnTo>
                    <a:pt x="13360" y="179"/>
                  </a:lnTo>
                  <a:lnTo>
                    <a:pt x="11840" y="282"/>
                  </a:lnTo>
                  <a:lnTo>
                    <a:pt x="10371" y="409"/>
                  </a:lnTo>
                  <a:lnTo>
                    <a:pt x="8966" y="550"/>
                  </a:lnTo>
                  <a:lnTo>
                    <a:pt x="7625" y="703"/>
                  </a:lnTo>
                  <a:lnTo>
                    <a:pt x="6361" y="882"/>
                  </a:lnTo>
                  <a:lnTo>
                    <a:pt x="5173" y="1073"/>
                  </a:lnTo>
                  <a:lnTo>
                    <a:pt x="4075" y="1278"/>
                  </a:lnTo>
                  <a:lnTo>
                    <a:pt x="3551" y="1380"/>
                  </a:lnTo>
                  <a:lnTo>
                    <a:pt x="3066" y="1495"/>
                  </a:lnTo>
                  <a:lnTo>
                    <a:pt x="2593" y="1610"/>
                  </a:lnTo>
                  <a:lnTo>
                    <a:pt x="2134" y="1737"/>
                  </a:lnTo>
                  <a:lnTo>
                    <a:pt x="1712" y="1852"/>
                  </a:lnTo>
                  <a:lnTo>
                    <a:pt x="1316" y="1980"/>
                  </a:lnTo>
                  <a:lnTo>
                    <a:pt x="946" y="2108"/>
                  </a:lnTo>
                  <a:lnTo>
                    <a:pt x="601" y="2236"/>
                  </a:lnTo>
                  <a:lnTo>
                    <a:pt x="282" y="2376"/>
                  </a:lnTo>
                  <a:lnTo>
                    <a:pt x="1" y="2504"/>
                  </a:lnTo>
                  <a:lnTo>
                    <a:pt x="716" y="2299"/>
                  </a:lnTo>
                  <a:lnTo>
                    <a:pt x="1508" y="2095"/>
                  </a:lnTo>
                  <a:lnTo>
                    <a:pt x="2364" y="1891"/>
                  </a:lnTo>
                  <a:lnTo>
                    <a:pt x="3296" y="1712"/>
                  </a:lnTo>
                  <a:lnTo>
                    <a:pt x="4292" y="1546"/>
                  </a:lnTo>
                  <a:lnTo>
                    <a:pt x="5352" y="1380"/>
                  </a:lnTo>
                  <a:lnTo>
                    <a:pt x="6463" y="1227"/>
                  </a:lnTo>
                  <a:lnTo>
                    <a:pt x="7625" y="1099"/>
                  </a:lnTo>
                  <a:lnTo>
                    <a:pt x="8851" y="971"/>
                  </a:lnTo>
                  <a:lnTo>
                    <a:pt x="10116" y="869"/>
                  </a:lnTo>
                  <a:lnTo>
                    <a:pt x="11431" y="780"/>
                  </a:lnTo>
                  <a:lnTo>
                    <a:pt x="12772" y="703"/>
                  </a:lnTo>
                  <a:lnTo>
                    <a:pt x="14164" y="639"/>
                  </a:lnTo>
                  <a:lnTo>
                    <a:pt x="15595" y="588"/>
                  </a:lnTo>
                  <a:lnTo>
                    <a:pt x="17050" y="563"/>
                  </a:lnTo>
                  <a:lnTo>
                    <a:pt x="19617" y="563"/>
                  </a:lnTo>
                  <a:lnTo>
                    <a:pt x="20690" y="575"/>
                  </a:lnTo>
                  <a:lnTo>
                    <a:pt x="21750" y="601"/>
                  </a:lnTo>
                  <a:lnTo>
                    <a:pt x="22797" y="639"/>
                  </a:lnTo>
                  <a:lnTo>
                    <a:pt x="23819" y="677"/>
                  </a:lnTo>
                  <a:lnTo>
                    <a:pt x="24828" y="729"/>
                  </a:lnTo>
                  <a:lnTo>
                    <a:pt x="25811" y="792"/>
                  </a:lnTo>
                  <a:lnTo>
                    <a:pt x="26782" y="856"/>
                  </a:lnTo>
                  <a:lnTo>
                    <a:pt x="27714" y="933"/>
                  </a:lnTo>
                  <a:lnTo>
                    <a:pt x="28634" y="1010"/>
                  </a:lnTo>
                  <a:lnTo>
                    <a:pt x="29515" y="1112"/>
                  </a:lnTo>
                  <a:lnTo>
                    <a:pt x="30371" y="1201"/>
                  </a:lnTo>
                  <a:lnTo>
                    <a:pt x="31214" y="1316"/>
                  </a:lnTo>
                  <a:lnTo>
                    <a:pt x="32005" y="1418"/>
                  </a:lnTo>
                  <a:lnTo>
                    <a:pt x="32772" y="1546"/>
                  </a:lnTo>
                  <a:lnTo>
                    <a:pt x="33512" y="1661"/>
                  </a:lnTo>
                  <a:lnTo>
                    <a:pt x="34215" y="1801"/>
                  </a:lnTo>
                  <a:lnTo>
                    <a:pt x="34879" y="1942"/>
                  </a:lnTo>
                  <a:lnTo>
                    <a:pt x="35505" y="2082"/>
                  </a:lnTo>
                  <a:lnTo>
                    <a:pt x="36105" y="2223"/>
                  </a:lnTo>
                  <a:lnTo>
                    <a:pt x="36654" y="2376"/>
                  </a:lnTo>
                  <a:lnTo>
                    <a:pt x="37165" y="2542"/>
                  </a:lnTo>
                  <a:lnTo>
                    <a:pt x="37638" y="2708"/>
                  </a:lnTo>
                  <a:lnTo>
                    <a:pt x="38059" y="2874"/>
                  </a:lnTo>
                  <a:lnTo>
                    <a:pt x="38429" y="3040"/>
                  </a:lnTo>
                  <a:lnTo>
                    <a:pt x="38774" y="3219"/>
                  </a:lnTo>
                  <a:lnTo>
                    <a:pt x="39055" y="3398"/>
                  </a:lnTo>
                  <a:lnTo>
                    <a:pt x="39183" y="3487"/>
                  </a:lnTo>
                  <a:lnTo>
                    <a:pt x="39285" y="3589"/>
                  </a:lnTo>
                  <a:lnTo>
                    <a:pt x="39387" y="3679"/>
                  </a:lnTo>
                  <a:lnTo>
                    <a:pt x="39477" y="3768"/>
                  </a:lnTo>
                  <a:lnTo>
                    <a:pt x="39553" y="3870"/>
                  </a:lnTo>
                  <a:lnTo>
                    <a:pt x="39617" y="3960"/>
                  </a:lnTo>
                  <a:lnTo>
                    <a:pt x="39655" y="4062"/>
                  </a:lnTo>
                  <a:lnTo>
                    <a:pt x="39694" y="4151"/>
                  </a:lnTo>
                  <a:lnTo>
                    <a:pt x="39719" y="4253"/>
                  </a:lnTo>
                  <a:lnTo>
                    <a:pt x="39719" y="4343"/>
                  </a:lnTo>
                  <a:lnTo>
                    <a:pt x="39719" y="4432"/>
                  </a:lnTo>
                  <a:lnTo>
                    <a:pt x="39706" y="4509"/>
                  </a:lnTo>
                  <a:lnTo>
                    <a:pt x="39681" y="4598"/>
                  </a:lnTo>
                  <a:lnTo>
                    <a:pt x="39643" y="4675"/>
                  </a:lnTo>
                  <a:lnTo>
                    <a:pt x="39592" y="4764"/>
                  </a:lnTo>
                  <a:lnTo>
                    <a:pt x="39540" y="4841"/>
                  </a:lnTo>
                  <a:lnTo>
                    <a:pt x="39400" y="5007"/>
                  </a:lnTo>
                  <a:lnTo>
                    <a:pt x="39221" y="5160"/>
                  </a:lnTo>
                  <a:lnTo>
                    <a:pt x="39017" y="5326"/>
                  </a:lnTo>
                  <a:lnTo>
                    <a:pt x="38761" y="5479"/>
                  </a:lnTo>
                  <a:lnTo>
                    <a:pt x="38480" y="5633"/>
                  </a:lnTo>
                  <a:lnTo>
                    <a:pt x="39081" y="5416"/>
                  </a:lnTo>
                  <a:lnTo>
                    <a:pt x="39349" y="5313"/>
                  </a:lnTo>
                  <a:lnTo>
                    <a:pt x="39604" y="5198"/>
                  </a:lnTo>
                  <a:lnTo>
                    <a:pt x="39847" y="5096"/>
                  </a:lnTo>
                  <a:lnTo>
                    <a:pt x="40064" y="4981"/>
                  </a:lnTo>
                  <a:lnTo>
                    <a:pt x="40268" y="4866"/>
                  </a:lnTo>
                  <a:lnTo>
                    <a:pt x="40447" y="4751"/>
                  </a:lnTo>
                  <a:lnTo>
                    <a:pt x="40600" y="4637"/>
                  </a:lnTo>
                  <a:lnTo>
                    <a:pt x="40741" y="4522"/>
                  </a:lnTo>
                  <a:lnTo>
                    <a:pt x="40869" y="4407"/>
                  </a:lnTo>
                  <a:lnTo>
                    <a:pt x="40971" y="4279"/>
                  </a:lnTo>
                  <a:lnTo>
                    <a:pt x="41047" y="4164"/>
                  </a:lnTo>
                  <a:lnTo>
                    <a:pt x="41099" y="4036"/>
                  </a:lnTo>
                  <a:lnTo>
                    <a:pt x="41137" y="3909"/>
                  </a:lnTo>
                  <a:lnTo>
                    <a:pt x="41137" y="3794"/>
                  </a:lnTo>
                  <a:lnTo>
                    <a:pt x="41137" y="3691"/>
                  </a:lnTo>
                  <a:lnTo>
                    <a:pt x="41111" y="3589"/>
                  </a:lnTo>
                  <a:lnTo>
                    <a:pt x="41086" y="3500"/>
                  </a:lnTo>
                  <a:lnTo>
                    <a:pt x="41035" y="3398"/>
                  </a:lnTo>
                  <a:lnTo>
                    <a:pt x="40971" y="3308"/>
                  </a:lnTo>
                  <a:lnTo>
                    <a:pt x="40894" y="3206"/>
                  </a:lnTo>
                  <a:lnTo>
                    <a:pt x="40818" y="3117"/>
                  </a:lnTo>
                  <a:lnTo>
                    <a:pt x="40715" y="3027"/>
                  </a:lnTo>
                  <a:lnTo>
                    <a:pt x="40600" y="2938"/>
                  </a:lnTo>
                  <a:lnTo>
                    <a:pt x="40473" y="2836"/>
                  </a:lnTo>
                  <a:lnTo>
                    <a:pt x="40192" y="2657"/>
                  </a:lnTo>
                  <a:lnTo>
                    <a:pt x="39860" y="2491"/>
                  </a:lnTo>
                  <a:lnTo>
                    <a:pt x="39477" y="2312"/>
                  </a:lnTo>
                  <a:lnTo>
                    <a:pt x="39055" y="2146"/>
                  </a:lnTo>
                  <a:lnTo>
                    <a:pt x="38583" y="1980"/>
                  </a:lnTo>
                  <a:lnTo>
                    <a:pt x="38072" y="1827"/>
                  </a:lnTo>
                  <a:lnTo>
                    <a:pt x="37523" y="1674"/>
                  </a:lnTo>
                  <a:lnTo>
                    <a:pt x="36935" y="1520"/>
                  </a:lnTo>
                  <a:lnTo>
                    <a:pt x="36297" y="1380"/>
                  </a:lnTo>
                  <a:lnTo>
                    <a:pt x="35632" y="1239"/>
                  </a:lnTo>
                  <a:lnTo>
                    <a:pt x="34930" y="1112"/>
                  </a:lnTo>
                  <a:lnTo>
                    <a:pt x="34202" y="984"/>
                  </a:lnTo>
                  <a:lnTo>
                    <a:pt x="33423" y="869"/>
                  </a:lnTo>
                  <a:lnTo>
                    <a:pt x="32631" y="754"/>
                  </a:lnTo>
                  <a:lnTo>
                    <a:pt x="31801" y="639"/>
                  </a:lnTo>
                  <a:lnTo>
                    <a:pt x="30933" y="550"/>
                  </a:lnTo>
                  <a:lnTo>
                    <a:pt x="30051" y="460"/>
                  </a:lnTo>
                  <a:lnTo>
                    <a:pt x="29132" y="371"/>
                  </a:lnTo>
                  <a:lnTo>
                    <a:pt x="28200" y="294"/>
                  </a:lnTo>
                  <a:lnTo>
                    <a:pt x="27229" y="230"/>
                  </a:lnTo>
                  <a:lnTo>
                    <a:pt x="26246" y="167"/>
                  </a:lnTo>
                  <a:lnTo>
                    <a:pt x="25250" y="116"/>
                  </a:lnTo>
                  <a:lnTo>
                    <a:pt x="24215" y="77"/>
                  </a:lnTo>
                  <a:lnTo>
                    <a:pt x="23181" y="39"/>
                  </a:lnTo>
                  <a:lnTo>
                    <a:pt x="22121" y="13"/>
                  </a:lnTo>
                  <a:lnTo>
                    <a:pt x="21035" y="1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4094191" y="3084910"/>
              <a:ext cx="204028" cy="57103"/>
            </a:xfrm>
            <a:custGeom>
              <a:avLst/>
              <a:gdLst/>
              <a:ahLst/>
              <a:cxnLst/>
              <a:rect l="l" t="t" r="r" b="b"/>
              <a:pathLst>
                <a:path w="13781" h="3857" extrusionOk="0">
                  <a:moveTo>
                    <a:pt x="0" y="0"/>
                  </a:moveTo>
                  <a:lnTo>
                    <a:pt x="0" y="370"/>
                  </a:lnTo>
                  <a:lnTo>
                    <a:pt x="2325" y="370"/>
                  </a:lnTo>
                  <a:lnTo>
                    <a:pt x="3346" y="383"/>
                  </a:lnTo>
                  <a:lnTo>
                    <a:pt x="4253" y="409"/>
                  </a:lnTo>
                  <a:lnTo>
                    <a:pt x="5058" y="447"/>
                  </a:lnTo>
                  <a:lnTo>
                    <a:pt x="5747" y="498"/>
                  </a:lnTo>
                  <a:lnTo>
                    <a:pt x="6322" y="575"/>
                  </a:lnTo>
                  <a:lnTo>
                    <a:pt x="6565" y="613"/>
                  </a:lnTo>
                  <a:lnTo>
                    <a:pt x="6795" y="664"/>
                  </a:lnTo>
                  <a:lnTo>
                    <a:pt x="6973" y="715"/>
                  </a:lnTo>
                  <a:lnTo>
                    <a:pt x="7139" y="766"/>
                  </a:lnTo>
                  <a:lnTo>
                    <a:pt x="7267" y="817"/>
                  </a:lnTo>
                  <a:lnTo>
                    <a:pt x="7369" y="881"/>
                  </a:lnTo>
                  <a:lnTo>
                    <a:pt x="0" y="881"/>
                  </a:lnTo>
                  <a:lnTo>
                    <a:pt x="0" y="1175"/>
                  </a:lnTo>
                  <a:lnTo>
                    <a:pt x="7471" y="1175"/>
                  </a:lnTo>
                  <a:lnTo>
                    <a:pt x="7446" y="1213"/>
                  </a:lnTo>
                  <a:lnTo>
                    <a:pt x="7408" y="1252"/>
                  </a:lnTo>
                  <a:lnTo>
                    <a:pt x="7305" y="1328"/>
                  </a:lnTo>
                  <a:lnTo>
                    <a:pt x="7165" y="1392"/>
                  </a:lnTo>
                  <a:lnTo>
                    <a:pt x="6986" y="1456"/>
                  </a:lnTo>
                  <a:lnTo>
                    <a:pt x="6769" y="1507"/>
                  </a:lnTo>
                  <a:lnTo>
                    <a:pt x="6514" y="1571"/>
                  </a:lnTo>
                  <a:lnTo>
                    <a:pt x="6207" y="1622"/>
                  </a:lnTo>
                  <a:lnTo>
                    <a:pt x="5875" y="1660"/>
                  </a:lnTo>
                  <a:lnTo>
                    <a:pt x="5505" y="1699"/>
                  </a:lnTo>
                  <a:lnTo>
                    <a:pt x="5096" y="1737"/>
                  </a:lnTo>
                  <a:lnTo>
                    <a:pt x="4636" y="1775"/>
                  </a:lnTo>
                  <a:lnTo>
                    <a:pt x="4151" y="1801"/>
                  </a:lnTo>
                  <a:lnTo>
                    <a:pt x="3053" y="1839"/>
                  </a:lnTo>
                  <a:lnTo>
                    <a:pt x="0" y="1839"/>
                  </a:lnTo>
                  <a:lnTo>
                    <a:pt x="0" y="2209"/>
                  </a:lnTo>
                  <a:lnTo>
                    <a:pt x="2197" y="2631"/>
                  </a:lnTo>
                  <a:lnTo>
                    <a:pt x="4215" y="3040"/>
                  </a:lnTo>
                  <a:lnTo>
                    <a:pt x="6130" y="3448"/>
                  </a:lnTo>
                  <a:lnTo>
                    <a:pt x="8021" y="3857"/>
                  </a:lnTo>
                  <a:lnTo>
                    <a:pt x="11162" y="3857"/>
                  </a:lnTo>
                  <a:lnTo>
                    <a:pt x="9106" y="3397"/>
                  </a:lnTo>
                  <a:lnTo>
                    <a:pt x="7050" y="2963"/>
                  </a:lnTo>
                  <a:lnTo>
                    <a:pt x="5032" y="2554"/>
                  </a:lnTo>
                  <a:lnTo>
                    <a:pt x="3078" y="2184"/>
                  </a:lnTo>
                  <a:lnTo>
                    <a:pt x="3844" y="2171"/>
                  </a:lnTo>
                  <a:lnTo>
                    <a:pt x="4572" y="2158"/>
                  </a:lnTo>
                  <a:lnTo>
                    <a:pt x="5275" y="2133"/>
                  </a:lnTo>
                  <a:lnTo>
                    <a:pt x="5926" y="2095"/>
                  </a:lnTo>
                  <a:lnTo>
                    <a:pt x="6539" y="2056"/>
                  </a:lnTo>
                  <a:lnTo>
                    <a:pt x="7101" y="2005"/>
                  </a:lnTo>
                  <a:lnTo>
                    <a:pt x="7637" y="1954"/>
                  </a:lnTo>
                  <a:lnTo>
                    <a:pt x="8110" y="1890"/>
                  </a:lnTo>
                  <a:lnTo>
                    <a:pt x="8557" y="1826"/>
                  </a:lnTo>
                  <a:lnTo>
                    <a:pt x="8940" y="1750"/>
                  </a:lnTo>
                  <a:lnTo>
                    <a:pt x="9285" y="1673"/>
                  </a:lnTo>
                  <a:lnTo>
                    <a:pt x="9579" y="1584"/>
                  </a:lnTo>
                  <a:lnTo>
                    <a:pt x="9821" y="1494"/>
                  </a:lnTo>
                  <a:lnTo>
                    <a:pt x="10026" y="1392"/>
                  </a:lnTo>
                  <a:lnTo>
                    <a:pt x="10102" y="1341"/>
                  </a:lnTo>
                  <a:lnTo>
                    <a:pt x="10166" y="1290"/>
                  </a:lnTo>
                  <a:lnTo>
                    <a:pt x="10217" y="1239"/>
                  </a:lnTo>
                  <a:lnTo>
                    <a:pt x="10256" y="1175"/>
                  </a:lnTo>
                  <a:lnTo>
                    <a:pt x="13780" y="1175"/>
                  </a:lnTo>
                  <a:lnTo>
                    <a:pt x="13780" y="881"/>
                  </a:lnTo>
                  <a:lnTo>
                    <a:pt x="10217" y="881"/>
                  </a:lnTo>
                  <a:lnTo>
                    <a:pt x="10179" y="830"/>
                  </a:lnTo>
                  <a:lnTo>
                    <a:pt x="10115" y="792"/>
                  </a:lnTo>
                  <a:lnTo>
                    <a:pt x="9987" y="702"/>
                  </a:lnTo>
                  <a:lnTo>
                    <a:pt x="9796" y="613"/>
                  </a:lnTo>
                  <a:lnTo>
                    <a:pt x="9579" y="536"/>
                  </a:lnTo>
                  <a:lnTo>
                    <a:pt x="9323" y="460"/>
                  </a:lnTo>
                  <a:lnTo>
                    <a:pt x="9042" y="396"/>
                  </a:lnTo>
                  <a:lnTo>
                    <a:pt x="8723" y="345"/>
                  </a:lnTo>
                  <a:lnTo>
                    <a:pt x="8378" y="294"/>
                  </a:lnTo>
                  <a:lnTo>
                    <a:pt x="13780" y="294"/>
                  </a:lnTo>
                  <a:lnTo>
                    <a:pt x="13780" y="0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3807921" y="3013994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1" y="1"/>
                  </a:moveTo>
                  <a:lnTo>
                    <a:pt x="1" y="5390"/>
                  </a:lnTo>
                  <a:lnTo>
                    <a:pt x="1" y="5531"/>
                  </a:lnTo>
                  <a:lnTo>
                    <a:pt x="26" y="5671"/>
                  </a:lnTo>
                  <a:lnTo>
                    <a:pt x="77" y="5799"/>
                  </a:lnTo>
                  <a:lnTo>
                    <a:pt x="128" y="5939"/>
                  </a:lnTo>
                  <a:lnTo>
                    <a:pt x="205" y="6080"/>
                  </a:lnTo>
                  <a:lnTo>
                    <a:pt x="294" y="6208"/>
                  </a:lnTo>
                  <a:lnTo>
                    <a:pt x="397" y="6348"/>
                  </a:lnTo>
                  <a:lnTo>
                    <a:pt x="524" y="6476"/>
                  </a:lnTo>
                  <a:lnTo>
                    <a:pt x="665" y="6604"/>
                  </a:lnTo>
                  <a:lnTo>
                    <a:pt x="805" y="6731"/>
                  </a:lnTo>
                  <a:lnTo>
                    <a:pt x="971" y="6872"/>
                  </a:lnTo>
                  <a:lnTo>
                    <a:pt x="1163" y="6999"/>
                  </a:lnTo>
                  <a:lnTo>
                    <a:pt x="1354" y="7114"/>
                  </a:lnTo>
                  <a:lnTo>
                    <a:pt x="1559" y="7242"/>
                  </a:lnTo>
                  <a:lnTo>
                    <a:pt x="1789" y="7370"/>
                  </a:lnTo>
                  <a:lnTo>
                    <a:pt x="2031" y="7485"/>
                  </a:lnTo>
                  <a:lnTo>
                    <a:pt x="2542" y="7727"/>
                  </a:lnTo>
                  <a:lnTo>
                    <a:pt x="3117" y="7957"/>
                  </a:lnTo>
                  <a:lnTo>
                    <a:pt x="3730" y="8187"/>
                  </a:lnTo>
                  <a:lnTo>
                    <a:pt x="4407" y="8404"/>
                  </a:lnTo>
                  <a:lnTo>
                    <a:pt x="5122" y="8621"/>
                  </a:lnTo>
                  <a:lnTo>
                    <a:pt x="5888" y="8826"/>
                  </a:lnTo>
                  <a:lnTo>
                    <a:pt x="6706" y="9017"/>
                  </a:lnTo>
                  <a:lnTo>
                    <a:pt x="7561" y="9209"/>
                  </a:lnTo>
                  <a:lnTo>
                    <a:pt x="8455" y="9375"/>
                  </a:lnTo>
                  <a:lnTo>
                    <a:pt x="9388" y="9554"/>
                  </a:lnTo>
                  <a:lnTo>
                    <a:pt x="10358" y="9707"/>
                  </a:lnTo>
                  <a:lnTo>
                    <a:pt x="11380" y="9860"/>
                  </a:lnTo>
                  <a:lnTo>
                    <a:pt x="12427" y="10001"/>
                  </a:lnTo>
                  <a:lnTo>
                    <a:pt x="13500" y="10128"/>
                  </a:lnTo>
                  <a:lnTo>
                    <a:pt x="14611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37"/>
                  </a:lnTo>
                  <a:lnTo>
                    <a:pt x="19362" y="10614"/>
                  </a:lnTo>
                  <a:lnTo>
                    <a:pt x="20601" y="10678"/>
                  </a:lnTo>
                  <a:lnTo>
                    <a:pt x="21878" y="10716"/>
                  </a:lnTo>
                  <a:lnTo>
                    <a:pt x="23168" y="10754"/>
                  </a:lnTo>
                  <a:lnTo>
                    <a:pt x="24483" y="10780"/>
                  </a:lnTo>
                  <a:lnTo>
                    <a:pt x="27139" y="10780"/>
                  </a:lnTo>
                  <a:lnTo>
                    <a:pt x="28442" y="10754"/>
                  </a:lnTo>
                  <a:lnTo>
                    <a:pt x="29732" y="10716"/>
                  </a:lnTo>
                  <a:lnTo>
                    <a:pt x="31009" y="10678"/>
                  </a:lnTo>
                  <a:lnTo>
                    <a:pt x="32261" y="10614"/>
                  </a:lnTo>
                  <a:lnTo>
                    <a:pt x="33474" y="10537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9" y="10256"/>
                  </a:lnTo>
                  <a:lnTo>
                    <a:pt x="38110" y="10128"/>
                  </a:lnTo>
                  <a:lnTo>
                    <a:pt x="39183" y="10001"/>
                  </a:lnTo>
                  <a:lnTo>
                    <a:pt x="40230" y="9860"/>
                  </a:lnTo>
                  <a:lnTo>
                    <a:pt x="41252" y="9707"/>
                  </a:lnTo>
                  <a:lnTo>
                    <a:pt x="42222" y="9554"/>
                  </a:lnTo>
                  <a:lnTo>
                    <a:pt x="43154" y="9375"/>
                  </a:lnTo>
                  <a:lnTo>
                    <a:pt x="44048" y="9209"/>
                  </a:lnTo>
                  <a:lnTo>
                    <a:pt x="44904" y="9017"/>
                  </a:lnTo>
                  <a:lnTo>
                    <a:pt x="45722" y="8826"/>
                  </a:lnTo>
                  <a:lnTo>
                    <a:pt x="46488" y="8621"/>
                  </a:lnTo>
                  <a:lnTo>
                    <a:pt x="47203" y="8404"/>
                  </a:lnTo>
                  <a:lnTo>
                    <a:pt x="47880" y="8187"/>
                  </a:lnTo>
                  <a:lnTo>
                    <a:pt x="48493" y="7957"/>
                  </a:lnTo>
                  <a:lnTo>
                    <a:pt x="49068" y="7727"/>
                  </a:lnTo>
                  <a:lnTo>
                    <a:pt x="49578" y="7485"/>
                  </a:lnTo>
                  <a:lnTo>
                    <a:pt x="49821" y="7370"/>
                  </a:lnTo>
                  <a:lnTo>
                    <a:pt x="50051" y="7242"/>
                  </a:lnTo>
                  <a:lnTo>
                    <a:pt x="50255" y="7114"/>
                  </a:lnTo>
                  <a:lnTo>
                    <a:pt x="50447" y="6999"/>
                  </a:lnTo>
                  <a:lnTo>
                    <a:pt x="50638" y="6872"/>
                  </a:lnTo>
                  <a:lnTo>
                    <a:pt x="50804" y="6731"/>
                  </a:lnTo>
                  <a:lnTo>
                    <a:pt x="50958" y="6604"/>
                  </a:lnTo>
                  <a:lnTo>
                    <a:pt x="51085" y="6476"/>
                  </a:lnTo>
                  <a:lnTo>
                    <a:pt x="51213" y="6348"/>
                  </a:lnTo>
                  <a:lnTo>
                    <a:pt x="51315" y="6208"/>
                  </a:lnTo>
                  <a:lnTo>
                    <a:pt x="51405" y="6080"/>
                  </a:lnTo>
                  <a:lnTo>
                    <a:pt x="51481" y="5939"/>
                  </a:lnTo>
                  <a:lnTo>
                    <a:pt x="51532" y="5799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09" y="5390"/>
                  </a:lnTo>
                  <a:lnTo>
                    <a:pt x="51609" y="1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3807921" y="2934017"/>
              <a:ext cx="764071" cy="159790"/>
            </a:xfrm>
            <a:custGeom>
              <a:avLst/>
              <a:gdLst/>
              <a:ahLst/>
              <a:cxnLst/>
              <a:rect l="l" t="t" r="r" b="b"/>
              <a:pathLst>
                <a:path w="51609" h="10793" extrusionOk="0">
                  <a:moveTo>
                    <a:pt x="25811" y="1"/>
                  </a:moveTo>
                  <a:lnTo>
                    <a:pt x="24483" y="13"/>
                  </a:lnTo>
                  <a:lnTo>
                    <a:pt x="23168" y="39"/>
                  </a:lnTo>
                  <a:lnTo>
                    <a:pt x="21878" y="65"/>
                  </a:lnTo>
                  <a:lnTo>
                    <a:pt x="20601" y="116"/>
                  </a:lnTo>
                  <a:lnTo>
                    <a:pt x="19362" y="179"/>
                  </a:lnTo>
                  <a:lnTo>
                    <a:pt x="18136" y="243"/>
                  </a:lnTo>
                  <a:lnTo>
                    <a:pt x="16935" y="333"/>
                  </a:lnTo>
                  <a:lnTo>
                    <a:pt x="15760" y="435"/>
                  </a:lnTo>
                  <a:lnTo>
                    <a:pt x="14611" y="537"/>
                  </a:lnTo>
                  <a:lnTo>
                    <a:pt x="13500" y="652"/>
                  </a:lnTo>
                  <a:lnTo>
                    <a:pt x="12427" y="792"/>
                  </a:lnTo>
                  <a:lnTo>
                    <a:pt x="11380" y="933"/>
                  </a:lnTo>
                  <a:lnTo>
                    <a:pt x="10358" y="1073"/>
                  </a:lnTo>
                  <a:lnTo>
                    <a:pt x="9388" y="1239"/>
                  </a:lnTo>
                  <a:lnTo>
                    <a:pt x="8455" y="1405"/>
                  </a:lnTo>
                  <a:lnTo>
                    <a:pt x="7561" y="1584"/>
                  </a:lnTo>
                  <a:lnTo>
                    <a:pt x="6706" y="1776"/>
                  </a:lnTo>
                  <a:lnTo>
                    <a:pt x="5888" y="1967"/>
                  </a:lnTo>
                  <a:lnTo>
                    <a:pt x="5122" y="2172"/>
                  </a:lnTo>
                  <a:lnTo>
                    <a:pt x="4407" y="2389"/>
                  </a:lnTo>
                  <a:lnTo>
                    <a:pt x="3730" y="2606"/>
                  </a:lnTo>
                  <a:lnTo>
                    <a:pt x="3117" y="2823"/>
                  </a:lnTo>
                  <a:lnTo>
                    <a:pt x="2542" y="3066"/>
                  </a:lnTo>
                  <a:lnTo>
                    <a:pt x="2031" y="3296"/>
                  </a:lnTo>
                  <a:lnTo>
                    <a:pt x="1789" y="3423"/>
                  </a:lnTo>
                  <a:lnTo>
                    <a:pt x="1559" y="3551"/>
                  </a:lnTo>
                  <a:lnTo>
                    <a:pt x="1354" y="3666"/>
                  </a:lnTo>
                  <a:lnTo>
                    <a:pt x="1163" y="3794"/>
                  </a:lnTo>
                  <a:lnTo>
                    <a:pt x="971" y="3921"/>
                  </a:lnTo>
                  <a:lnTo>
                    <a:pt x="805" y="4049"/>
                  </a:lnTo>
                  <a:lnTo>
                    <a:pt x="665" y="4177"/>
                  </a:lnTo>
                  <a:lnTo>
                    <a:pt x="524" y="4317"/>
                  </a:lnTo>
                  <a:lnTo>
                    <a:pt x="397" y="4445"/>
                  </a:lnTo>
                  <a:lnTo>
                    <a:pt x="294" y="4573"/>
                  </a:lnTo>
                  <a:lnTo>
                    <a:pt x="205" y="4713"/>
                  </a:lnTo>
                  <a:lnTo>
                    <a:pt x="128" y="4854"/>
                  </a:lnTo>
                  <a:lnTo>
                    <a:pt x="77" y="4981"/>
                  </a:lnTo>
                  <a:lnTo>
                    <a:pt x="26" y="5122"/>
                  </a:lnTo>
                  <a:lnTo>
                    <a:pt x="1" y="5262"/>
                  </a:lnTo>
                  <a:lnTo>
                    <a:pt x="1" y="5403"/>
                  </a:lnTo>
                  <a:lnTo>
                    <a:pt x="1" y="5543"/>
                  </a:lnTo>
                  <a:lnTo>
                    <a:pt x="26" y="5671"/>
                  </a:lnTo>
                  <a:lnTo>
                    <a:pt x="77" y="5812"/>
                  </a:lnTo>
                  <a:lnTo>
                    <a:pt x="128" y="5952"/>
                  </a:lnTo>
                  <a:lnTo>
                    <a:pt x="205" y="6080"/>
                  </a:lnTo>
                  <a:lnTo>
                    <a:pt x="294" y="6220"/>
                  </a:lnTo>
                  <a:lnTo>
                    <a:pt x="397" y="6348"/>
                  </a:lnTo>
                  <a:lnTo>
                    <a:pt x="524" y="6488"/>
                  </a:lnTo>
                  <a:lnTo>
                    <a:pt x="665" y="6616"/>
                  </a:lnTo>
                  <a:lnTo>
                    <a:pt x="805" y="6744"/>
                  </a:lnTo>
                  <a:lnTo>
                    <a:pt x="971" y="6872"/>
                  </a:lnTo>
                  <a:lnTo>
                    <a:pt x="1163" y="6999"/>
                  </a:lnTo>
                  <a:lnTo>
                    <a:pt x="1354" y="7127"/>
                  </a:lnTo>
                  <a:lnTo>
                    <a:pt x="1559" y="7255"/>
                  </a:lnTo>
                  <a:lnTo>
                    <a:pt x="1789" y="7382"/>
                  </a:lnTo>
                  <a:lnTo>
                    <a:pt x="2031" y="7497"/>
                  </a:lnTo>
                  <a:lnTo>
                    <a:pt x="2542" y="7740"/>
                  </a:lnTo>
                  <a:lnTo>
                    <a:pt x="3117" y="7970"/>
                  </a:lnTo>
                  <a:lnTo>
                    <a:pt x="3730" y="8200"/>
                  </a:lnTo>
                  <a:lnTo>
                    <a:pt x="4407" y="8417"/>
                  </a:lnTo>
                  <a:lnTo>
                    <a:pt x="5122" y="8621"/>
                  </a:lnTo>
                  <a:lnTo>
                    <a:pt x="5888" y="8826"/>
                  </a:lnTo>
                  <a:lnTo>
                    <a:pt x="6706" y="9030"/>
                  </a:lnTo>
                  <a:lnTo>
                    <a:pt x="7561" y="9209"/>
                  </a:lnTo>
                  <a:lnTo>
                    <a:pt x="8455" y="9387"/>
                  </a:lnTo>
                  <a:lnTo>
                    <a:pt x="9388" y="9566"/>
                  </a:lnTo>
                  <a:lnTo>
                    <a:pt x="10358" y="9720"/>
                  </a:lnTo>
                  <a:lnTo>
                    <a:pt x="11380" y="9873"/>
                  </a:lnTo>
                  <a:lnTo>
                    <a:pt x="12427" y="10013"/>
                  </a:lnTo>
                  <a:lnTo>
                    <a:pt x="13500" y="10141"/>
                  </a:lnTo>
                  <a:lnTo>
                    <a:pt x="14611" y="10256"/>
                  </a:lnTo>
                  <a:lnTo>
                    <a:pt x="15760" y="10371"/>
                  </a:lnTo>
                  <a:lnTo>
                    <a:pt x="16935" y="10460"/>
                  </a:lnTo>
                  <a:lnTo>
                    <a:pt x="18136" y="10550"/>
                  </a:lnTo>
                  <a:lnTo>
                    <a:pt x="19362" y="10626"/>
                  </a:lnTo>
                  <a:lnTo>
                    <a:pt x="20601" y="10677"/>
                  </a:lnTo>
                  <a:lnTo>
                    <a:pt x="21878" y="10728"/>
                  </a:lnTo>
                  <a:lnTo>
                    <a:pt x="23168" y="10767"/>
                  </a:lnTo>
                  <a:lnTo>
                    <a:pt x="24483" y="10780"/>
                  </a:lnTo>
                  <a:lnTo>
                    <a:pt x="25811" y="10792"/>
                  </a:lnTo>
                  <a:lnTo>
                    <a:pt x="27139" y="10780"/>
                  </a:lnTo>
                  <a:lnTo>
                    <a:pt x="28442" y="10767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1" y="10626"/>
                  </a:lnTo>
                  <a:lnTo>
                    <a:pt x="33474" y="10550"/>
                  </a:lnTo>
                  <a:lnTo>
                    <a:pt x="34674" y="10460"/>
                  </a:lnTo>
                  <a:lnTo>
                    <a:pt x="35849" y="10371"/>
                  </a:lnTo>
                  <a:lnTo>
                    <a:pt x="36999" y="10256"/>
                  </a:lnTo>
                  <a:lnTo>
                    <a:pt x="38110" y="10141"/>
                  </a:lnTo>
                  <a:lnTo>
                    <a:pt x="39183" y="10013"/>
                  </a:lnTo>
                  <a:lnTo>
                    <a:pt x="40230" y="9873"/>
                  </a:lnTo>
                  <a:lnTo>
                    <a:pt x="41252" y="9720"/>
                  </a:lnTo>
                  <a:lnTo>
                    <a:pt x="42222" y="9566"/>
                  </a:lnTo>
                  <a:lnTo>
                    <a:pt x="43154" y="9387"/>
                  </a:lnTo>
                  <a:lnTo>
                    <a:pt x="44048" y="9209"/>
                  </a:lnTo>
                  <a:lnTo>
                    <a:pt x="44904" y="9030"/>
                  </a:lnTo>
                  <a:lnTo>
                    <a:pt x="45722" y="8826"/>
                  </a:lnTo>
                  <a:lnTo>
                    <a:pt x="46488" y="8621"/>
                  </a:lnTo>
                  <a:lnTo>
                    <a:pt x="47203" y="8417"/>
                  </a:lnTo>
                  <a:lnTo>
                    <a:pt x="47880" y="8200"/>
                  </a:lnTo>
                  <a:lnTo>
                    <a:pt x="48493" y="7970"/>
                  </a:lnTo>
                  <a:lnTo>
                    <a:pt x="49068" y="7740"/>
                  </a:lnTo>
                  <a:lnTo>
                    <a:pt x="49578" y="7497"/>
                  </a:lnTo>
                  <a:lnTo>
                    <a:pt x="49821" y="7382"/>
                  </a:lnTo>
                  <a:lnTo>
                    <a:pt x="50051" y="7255"/>
                  </a:lnTo>
                  <a:lnTo>
                    <a:pt x="50255" y="7127"/>
                  </a:lnTo>
                  <a:lnTo>
                    <a:pt x="50447" y="6999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8" y="6616"/>
                  </a:lnTo>
                  <a:lnTo>
                    <a:pt x="51085" y="6488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5" y="6080"/>
                  </a:lnTo>
                  <a:lnTo>
                    <a:pt x="51481" y="5952"/>
                  </a:lnTo>
                  <a:lnTo>
                    <a:pt x="51532" y="5812"/>
                  </a:lnTo>
                  <a:lnTo>
                    <a:pt x="51583" y="5671"/>
                  </a:lnTo>
                  <a:lnTo>
                    <a:pt x="51609" y="5543"/>
                  </a:lnTo>
                  <a:lnTo>
                    <a:pt x="51609" y="5403"/>
                  </a:lnTo>
                  <a:lnTo>
                    <a:pt x="51609" y="5262"/>
                  </a:lnTo>
                  <a:lnTo>
                    <a:pt x="51583" y="5122"/>
                  </a:lnTo>
                  <a:lnTo>
                    <a:pt x="51532" y="4981"/>
                  </a:lnTo>
                  <a:lnTo>
                    <a:pt x="51481" y="4854"/>
                  </a:lnTo>
                  <a:lnTo>
                    <a:pt x="51405" y="4713"/>
                  </a:lnTo>
                  <a:lnTo>
                    <a:pt x="51315" y="4573"/>
                  </a:lnTo>
                  <a:lnTo>
                    <a:pt x="51213" y="4445"/>
                  </a:lnTo>
                  <a:lnTo>
                    <a:pt x="51085" y="4317"/>
                  </a:lnTo>
                  <a:lnTo>
                    <a:pt x="50958" y="4177"/>
                  </a:lnTo>
                  <a:lnTo>
                    <a:pt x="50804" y="4049"/>
                  </a:lnTo>
                  <a:lnTo>
                    <a:pt x="50638" y="3921"/>
                  </a:lnTo>
                  <a:lnTo>
                    <a:pt x="50447" y="3794"/>
                  </a:lnTo>
                  <a:lnTo>
                    <a:pt x="50255" y="3666"/>
                  </a:lnTo>
                  <a:lnTo>
                    <a:pt x="50051" y="3551"/>
                  </a:lnTo>
                  <a:lnTo>
                    <a:pt x="49821" y="3423"/>
                  </a:lnTo>
                  <a:lnTo>
                    <a:pt x="49578" y="3296"/>
                  </a:lnTo>
                  <a:lnTo>
                    <a:pt x="49068" y="3066"/>
                  </a:lnTo>
                  <a:lnTo>
                    <a:pt x="48493" y="2823"/>
                  </a:lnTo>
                  <a:lnTo>
                    <a:pt x="47880" y="2606"/>
                  </a:lnTo>
                  <a:lnTo>
                    <a:pt x="47203" y="2389"/>
                  </a:lnTo>
                  <a:lnTo>
                    <a:pt x="46488" y="2172"/>
                  </a:lnTo>
                  <a:lnTo>
                    <a:pt x="45722" y="1967"/>
                  </a:lnTo>
                  <a:lnTo>
                    <a:pt x="44904" y="1776"/>
                  </a:lnTo>
                  <a:lnTo>
                    <a:pt x="44048" y="1584"/>
                  </a:lnTo>
                  <a:lnTo>
                    <a:pt x="43154" y="1405"/>
                  </a:lnTo>
                  <a:lnTo>
                    <a:pt x="42222" y="1239"/>
                  </a:lnTo>
                  <a:lnTo>
                    <a:pt x="41252" y="1073"/>
                  </a:lnTo>
                  <a:lnTo>
                    <a:pt x="40230" y="933"/>
                  </a:lnTo>
                  <a:lnTo>
                    <a:pt x="39183" y="792"/>
                  </a:lnTo>
                  <a:lnTo>
                    <a:pt x="38110" y="652"/>
                  </a:lnTo>
                  <a:lnTo>
                    <a:pt x="36999" y="537"/>
                  </a:lnTo>
                  <a:lnTo>
                    <a:pt x="35849" y="435"/>
                  </a:lnTo>
                  <a:lnTo>
                    <a:pt x="34674" y="333"/>
                  </a:lnTo>
                  <a:lnTo>
                    <a:pt x="33474" y="243"/>
                  </a:lnTo>
                  <a:lnTo>
                    <a:pt x="32261" y="179"/>
                  </a:lnTo>
                  <a:lnTo>
                    <a:pt x="31009" y="116"/>
                  </a:lnTo>
                  <a:lnTo>
                    <a:pt x="29732" y="65"/>
                  </a:lnTo>
                  <a:lnTo>
                    <a:pt x="28442" y="39"/>
                  </a:lnTo>
                  <a:lnTo>
                    <a:pt x="27139" y="13"/>
                  </a:lnTo>
                  <a:lnTo>
                    <a:pt x="258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3876187" y="2948393"/>
              <a:ext cx="627554" cy="112133"/>
            </a:xfrm>
            <a:custGeom>
              <a:avLst/>
              <a:gdLst/>
              <a:ahLst/>
              <a:cxnLst/>
              <a:rect l="l" t="t" r="r" b="b"/>
              <a:pathLst>
                <a:path w="42388" h="7574" extrusionOk="0">
                  <a:moveTo>
                    <a:pt x="20102" y="0"/>
                  </a:moveTo>
                  <a:lnTo>
                    <a:pt x="19029" y="13"/>
                  </a:lnTo>
                  <a:lnTo>
                    <a:pt x="17969" y="39"/>
                  </a:lnTo>
                  <a:lnTo>
                    <a:pt x="16922" y="77"/>
                  </a:lnTo>
                  <a:lnTo>
                    <a:pt x="15900" y="115"/>
                  </a:lnTo>
                  <a:lnTo>
                    <a:pt x="14891" y="166"/>
                  </a:lnTo>
                  <a:lnTo>
                    <a:pt x="13908" y="230"/>
                  </a:lnTo>
                  <a:lnTo>
                    <a:pt x="12950" y="294"/>
                  </a:lnTo>
                  <a:lnTo>
                    <a:pt x="12005" y="371"/>
                  </a:lnTo>
                  <a:lnTo>
                    <a:pt x="11085" y="460"/>
                  </a:lnTo>
                  <a:lnTo>
                    <a:pt x="10204" y="549"/>
                  </a:lnTo>
                  <a:lnTo>
                    <a:pt x="9349" y="652"/>
                  </a:lnTo>
                  <a:lnTo>
                    <a:pt x="8518" y="754"/>
                  </a:lnTo>
                  <a:lnTo>
                    <a:pt x="7714" y="869"/>
                  </a:lnTo>
                  <a:lnTo>
                    <a:pt x="6948" y="984"/>
                  </a:lnTo>
                  <a:lnTo>
                    <a:pt x="6207" y="1111"/>
                  </a:lnTo>
                  <a:lnTo>
                    <a:pt x="5504" y="1239"/>
                  </a:lnTo>
                  <a:lnTo>
                    <a:pt x="4840" y="1380"/>
                  </a:lnTo>
                  <a:lnTo>
                    <a:pt x="4215" y="1520"/>
                  </a:lnTo>
                  <a:lnTo>
                    <a:pt x="3614" y="1673"/>
                  </a:lnTo>
                  <a:lnTo>
                    <a:pt x="3065" y="1827"/>
                  </a:lnTo>
                  <a:lnTo>
                    <a:pt x="2554" y="1980"/>
                  </a:lnTo>
                  <a:lnTo>
                    <a:pt x="2095" y="2146"/>
                  </a:lnTo>
                  <a:lnTo>
                    <a:pt x="1660" y="2312"/>
                  </a:lnTo>
                  <a:lnTo>
                    <a:pt x="1290" y="2491"/>
                  </a:lnTo>
                  <a:lnTo>
                    <a:pt x="958" y="2657"/>
                  </a:lnTo>
                  <a:lnTo>
                    <a:pt x="664" y="2848"/>
                  </a:lnTo>
                  <a:lnTo>
                    <a:pt x="537" y="2938"/>
                  </a:lnTo>
                  <a:lnTo>
                    <a:pt x="434" y="3027"/>
                  </a:lnTo>
                  <a:lnTo>
                    <a:pt x="332" y="3116"/>
                  </a:lnTo>
                  <a:lnTo>
                    <a:pt x="243" y="3206"/>
                  </a:lnTo>
                  <a:lnTo>
                    <a:pt x="166" y="3308"/>
                  </a:lnTo>
                  <a:lnTo>
                    <a:pt x="102" y="3397"/>
                  </a:lnTo>
                  <a:lnTo>
                    <a:pt x="64" y="3500"/>
                  </a:lnTo>
                  <a:lnTo>
                    <a:pt x="26" y="3589"/>
                  </a:lnTo>
                  <a:lnTo>
                    <a:pt x="0" y="3691"/>
                  </a:lnTo>
                  <a:lnTo>
                    <a:pt x="0" y="3793"/>
                  </a:lnTo>
                  <a:lnTo>
                    <a:pt x="0" y="3883"/>
                  </a:lnTo>
                  <a:lnTo>
                    <a:pt x="26" y="3985"/>
                  </a:lnTo>
                  <a:lnTo>
                    <a:pt x="64" y="4074"/>
                  </a:lnTo>
                  <a:lnTo>
                    <a:pt x="102" y="4176"/>
                  </a:lnTo>
                  <a:lnTo>
                    <a:pt x="166" y="4266"/>
                  </a:lnTo>
                  <a:lnTo>
                    <a:pt x="243" y="4368"/>
                  </a:lnTo>
                  <a:lnTo>
                    <a:pt x="332" y="4457"/>
                  </a:lnTo>
                  <a:lnTo>
                    <a:pt x="434" y="4547"/>
                  </a:lnTo>
                  <a:lnTo>
                    <a:pt x="537" y="4649"/>
                  </a:lnTo>
                  <a:lnTo>
                    <a:pt x="664" y="4738"/>
                  </a:lnTo>
                  <a:lnTo>
                    <a:pt x="958" y="4917"/>
                  </a:lnTo>
                  <a:lnTo>
                    <a:pt x="1290" y="5096"/>
                  </a:lnTo>
                  <a:lnTo>
                    <a:pt x="1660" y="5262"/>
                  </a:lnTo>
                  <a:lnTo>
                    <a:pt x="2095" y="5428"/>
                  </a:lnTo>
                  <a:lnTo>
                    <a:pt x="2554" y="5594"/>
                  </a:lnTo>
                  <a:lnTo>
                    <a:pt x="3065" y="5760"/>
                  </a:lnTo>
                  <a:lnTo>
                    <a:pt x="3614" y="5913"/>
                  </a:lnTo>
                  <a:lnTo>
                    <a:pt x="4215" y="6054"/>
                  </a:lnTo>
                  <a:lnTo>
                    <a:pt x="4840" y="6194"/>
                  </a:lnTo>
                  <a:lnTo>
                    <a:pt x="5504" y="6335"/>
                  </a:lnTo>
                  <a:lnTo>
                    <a:pt x="6207" y="6475"/>
                  </a:lnTo>
                  <a:lnTo>
                    <a:pt x="6948" y="6590"/>
                  </a:lnTo>
                  <a:lnTo>
                    <a:pt x="7714" y="6718"/>
                  </a:lnTo>
                  <a:lnTo>
                    <a:pt x="8518" y="6820"/>
                  </a:lnTo>
                  <a:lnTo>
                    <a:pt x="9349" y="6935"/>
                  </a:lnTo>
                  <a:lnTo>
                    <a:pt x="10204" y="7024"/>
                  </a:lnTo>
                  <a:lnTo>
                    <a:pt x="11085" y="7127"/>
                  </a:lnTo>
                  <a:lnTo>
                    <a:pt x="12005" y="7203"/>
                  </a:lnTo>
                  <a:lnTo>
                    <a:pt x="12950" y="7280"/>
                  </a:lnTo>
                  <a:lnTo>
                    <a:pt x="13908" y="7344"/>
                  </a:lnTo>
                  <a:lnTo>
                    <a:pt x="14891" y="7408"/>
                  </a:lnTo>
                  <a:lnTo>
                    <a:pt x="15900" y="7459"/>
                  </a:lnTo>
                  <a:lnTo>
                    <a:pt x="16922" y="7497"/>
                  </a:lnTo>
                  <a:lnTo>
                    <a:pt x="17969" y="7535"/>
                  </a:lnTo>
                  <a:lnTo>
                    <a:pt x="19029" y="7561"/>
                  </a:lnTo>
                  <a:lnTo>
                    <a:pt x="20102" y="7574"/>
                  </a:lnTo>
                  <a:lnTo>
                    <a:pt x="22286" y="7574"/>
                  </a:lnTo>
                  <a:lnTo>
                    <a:pt x="23359" y="7561"/>
                  </a:lnTo>
                  <a:lnTo>
                    <a:pt x="24419" y="7535"/>
                  </a:lnTo>
                  <a:lnTo>
                    <a:pt x="25466" y="7497"/>
                  </a:lnTo>
                  <a:lnTo>
                    <a:pt x="26488" y="7459"/>
                  </a:lnTo>
                  <a:lnTo>
                    <a:pt x="27496" y="7408"/>
                  </a:lnTo>
                  <a:lnTo>
                    <a:pt x="28480" y="7344"/>
                  </a:lnTo>
                  <a:lnTo>
                    <a:pt x="29450" y="7280"/>
                  </a:lnTo>
                  <a:lnTo>
                    <a:pt x="30383" y="7203"/>
                  </a:lnTo>
                  <a:lnTo>
                    <a:pt x="31302" y="7127"/>
                  </a:lnTo>
                  <a:lnTo>
                    <a:pt x="32183" y="7024"/>
                  </a:lnTo>
                  <a:lnTo>
                    <a:pt x="33039" y="6935"/>
                  </a:lnTo>
                  <a:lnTo>
                    <a:pt x="33869" y="6820"/>
                  </a:lnTo>
                  <a:lnTo>
                    <a:pt x="34674" y="6718"/>
                  </a:lnTo>
                  <a:lnTo>
                    <a:pt x="35440" y="6590"/>
                  </a:lnTo>
                  <a:lnTo>
                    <a:pt x="36181" y="6475"/>
                  </a:lnTo>
                  <a:lnTo>
                    <a:pt x="36883" y="6335"/>
                  </a:lnTo>
                  <a:lnTo>
                    <a:pt x="37547" y="6194"/>
                  </a:lnTo>
                  <a:lnTo>
                    <a:pt x="38173" y="6054"/>
                  </a:lnTo>
                  <a:lnTo>
                    <a:pt x="38773" y="5913"/>
                  </a:lnTo>
                  <a:lnTo>
                    <a:pt x="39323" y="5760"/>
                  </a:lnTo>
                  <a:lnTo>
                    <a:pt x="39833" y="5594"/>
                  </a:lnTo>
                  <a:lnTo>
                    <a:pt x="40293" y="5428"/>
                  </a:lnTo>
                  <a:lnTo>
                    <a:pt x="40727" y="5262"/>
                  </a:lnTo>
                  <a:lnTo>
                    <a:pt x="41098" y="5096"/>
                  </a:lnTo>
                  <a:lnTo>
                    <a:pt x="41443" y="4917"/>
                  </a:lnTo>
                  <a:lnTo>
                    <a:pt x="41724" y="4738"/>
                  </a:lnTo>
                  <a:lnTo>
                    <a:pt x="41851" y="4649"/>
                  </a:lnTo>
                  <a:lnTo>
                    <a:pt x="41953" y="4547"/>
                  </a:lnTo>
                  <a:lnTo>
                    <a:pt x="42056" y="4457"/>
                  </a:lnTo>
                  <a:lnTo>
                    <a:pt x="42145" y="4368"/>
                  </a:lnTo>
                  <a:lnTo>
                    <a:pt x="42222" y="4266"/>
                  </a:lnTo>
                  <a:lnTo>
                    <a:pt x="42285" y="4176"/>
                  </a:lnTo>
                  <a:lnTo>
                    <a:pt x="42324" y="4074"/>
                  </a:lnTo>
                  <a:lnTo>
                    <a:pt x="42362" y="3985"/>
                  </a:lnTo>
                  <a:lnTo>
                    <a:pt x="42388" y="3883"/>
                  </a:lnTo>
                  <a:lnTo>
                    <a:pt x="42388" y="3793"/>
                  </a:lnTo>
                  <a:lnTo>
                    <a:pt x="42388" y="3691"/>
                  </a:lnTo>
                  <a:lnTo>
                    <a:pt x="42362" y="3589"/>
                  </a:lnTo>
                  <a:lnTo>
                    <a:pt x="42324" y="3500"/>
                  </a:lnTo>
                  <a:lnTo>
                    <a:pt x="42285" y="3397"/>
                  </a:lnTo>
                  <a:lnTo>
                    <a:pt x="42222" y="3308"/>
                  </a:lnTo>
                  <a:lnTo>
                    <a:pt x="42145" y="3206"/>
                  </a:lnTo>
                  <a:lnTo>
                    <a:pt x="42056" y="3116"/>
                  </a:lnTo>
                  <a:lnTo>
                    <a:pt x="41953" y="3027"/>
                  </a:lnTo>
                  <a:lnTo>
                    <a:pt x="41851" y="2938"/>
                  </a:lnTo>
                  <a:lnTo>
                    <a:pt x="41724" y="2848"/>
                  </a:lnTo>
                  <a:lnTo>
                    <a:pt x="41443" y="2657"/>
                  </a:lnTo>
                  <a:lnTo>
                    <a:pt x="41098" y="2491"/>
                  </a:lnTo>
                  <a:lnTo>
                    <a:pt x="40727" y="2312"/>
                  </a:lnTo>
                  <a:lnTo>
                    <a:pt x="40293" y="2146"/>
                  </a:lnTo>
                  <a:lnTo>
                    <a:pt x="39833" y="1980"/>
                  </a:lnTo>
                  <a:lnTo>
                    <a:pt x="39323" y="1827"/>
                  </a:lnTo>
                  <a:lnTo>
                    <a:pt x="38773" y="1673"/>
                  </a:lnTo>
                  <a:lnTo>
                    <a:pt x="38173" y="1520"/>
                  </a:lnTo>
                  <a:lnTo>
                    <a:pt x="37547" y="1380"/>
                  </a:lnTo>
                  <a:lnTo>
                    <a:pt x="36883" y="1239"/>
                  </a:lnTo>
                  <a:lnTo>
                    <a:pt x="36181" y="1111"/>
                  </a:lnTo>
                  <a:lnTo>
                    <a:pt x="35440" y="984"/>
                  </a:lnTo>
                  <a:lnTo>
                    <a:pt x="34674" y="869"/>
                  </a:lnTo>
                  <a:lnTo>
                    <a:pt x="33869" y="754"/>
                  </a:lnTo>
                  <a:lnTo>
                    <a:pt x="33039" y="652"/>
                  </a:lnTo>
                  <a:lnTo>
                    <a:pt x="32183" y="549"/>
                  </a:lnTo>
                  <a:lnTo>
                    <a:pt x="31302" y="460"/>
                  </a:lnTo>
                  <a:lnTo>
                    <a:pt x="30383" y="371"/>
                  </a:lnTo>
                  <a:lnTo>
                    <a:pt x="29450" y="294"/>
                  </a:lnTo>
                  <a:lnTo>
                    <a:pt x="28480" y="230"/>
                  </a:lnTo>
                  <a:lnTo>
                    <a:pt x="27496" y="166"/>
                  </a:lnTo>
                  <a:lnTo>
                    <a:pt x="26488" y="115"/>
                  </a:lnTo>
                  <a:lnTo>
                    <a:pt x="25466" y="77"/>
                  </a:lnTo>
                  <a:lnTo>
                    <a:pt x="24419" y="39"/>
                  </a:lnTo>
                  <a:lnTo>
                    <a:pt x="23359" y="13"/>
                  </a:lnTo>
                  <a:lnTo>
                    <a:pt x="22286" y="0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3885440" y="2948393"/>
              <a:ext cx="609033" cy="83397"/>
            </a:xfrm>
            <a:custGeom>
              <a:avLst/>
              <a:gdLst/>
              <a:ahLst/>
              <a:cxnLst/>
              <a:rect l="l" t="t" r="r" b="b"/>
              <a:pathLst>
                <a:path w="41137" h="5633" extrusionOk="0">
                  <a:moveTo>
                    <a:pt x="19949" y="0"/>
                  </a:moveTo>
                  <a:lnTo>
                    <a:pt x="18238" y="13"/>
                  </a:lnTo>
                  <a:lnTo>
                    <a:pt x="16565" y="51"/>
                  </a:lnTo>
                  <a:lnTo>
                    <a:pt x="14943" y="102"/>
                  </a:lnTo>
                  <a:lnTo>
                    <a:pt x="13360" y="179"/>
                  </a:lnTo>
                  <a:lnTo>
                    <a:pt x="11840" y="281"/>
                  </a:lnTo>
                  <a:lnTo>
                    <a:pt x="10371" y="409"/>
                  </a:lnTo>
                  <a:lnTo>
                    <a:pt x="8966" y="549"/>
                  </a:lnTo>
                  <a:lnTo>
                    <a:pt x="7625" y="703"/>
                  </a:lnTo>
                  <a:lnTo>
                    <a:pt x="6361" y="881"/>
                  </a:lnTo>
                  <a:lnTo>
                    <a:pt x="5173" y="1073"/>
                  </a:lnTo>
                  <a:lnTo>
                    <a:pt x="4075" y="1277"/>
                  </a:lnTo>
                  <a:lnTo>
                    <a:pt x="3551" y="1392"/>
                  </a:lnTo>
                  <a:lnTo>
                    <a:pt x="3066" y="1494"/>
                  </a:lnTo>
                  <a:lnTo>
                    <a:pt x="2593" y="1609"/>
                  </a:lnTo>
                  <a:lnTo>
                    <a:pt x="2134" y="1737"/>
                  </a:lnTo>
                  <a:lnTo>
                    <a:pt x="1712" y="1852"/>
                  </a:lnTo>
                  <a:lnTo>
                    <a:pt x="1316" y="1980"/>
                  </a:lnTo>
                  <a:lnTo>
                    <a:pt x="946" y="2108"/>
                  </a:lnTo>
                  <a:lnTo>
                    <a:pt x="601" y="2235"/>
                  </a:lnTo>
                  <a:lnTo>
                    <a:pt x="282" y="2376"/>
                  </a:lnTo>
                  <a:lnTo>
                    <a:pt x="1" y="2503"/>
                  </a:lnTo>
                  <a:lnTo>
                    <a:pt x="716" y="2299"/>
                  </a:lnTo>
                  <a:lnTo>
                    <a:pt x="1508" y="2095"/>
                  </a:lnTo>
                  <a:lnTo>
                    <a:pt x="2364" y="1890"/>
                  </a:lnTo>
                  <a:lnTo>
                    <a:pt x="3296" y="1712"/>
                  </a:lnTo>
                  <a:lnTo>
                    <a:pt x="4292" y="1546"/>
                  </a:lnTo>
                  <a:lnTo>
                    <a:pt x="5352" y="1380"/>
                  </a:lnTo>
                  <a:lnTo>
                    <a:pt x="6463" y="1226"/>
                  </a:lnTo>
                  <a:lnTo>
                    <a:pt x="7625" y="1099"/>
                  </a:lnTo>
                  <a:lnTo>
                    <a:pt x="8851" y="971"/>
                  </a:lnTo>
                  <a:lnTo>
                    <a:pt x="10116" y="869"/>
                  </a:lnTo>
                  <a:lnTo>
                    <a:pt x="11431" y="779"/>
                  </a:lnTo>
                  <a:lnTo>
                    <a:pt x="12772" y="703"/>
                  </a:lnTo>
                  <a:lnTo>
                    <a:pt x="14164" y="639"/>
                  </a:lnTo>
                  <a:lnTo>
                    <a:pt x="15595" y="588"/>
                  </a:lnTo>
                  <a:lnTo>
                    <a:pt x="17050" y="562"/>
                  </a:lnTo>
                  <a:lnTo>
                    <a:pt x="19617" y="562"/>
                  </a:lnTo>
                  <a:lnTo>
                    <a:pt x="20690" y="575"/>
                  </a:lnTo>
                  <a:lnTo>
                    <a:pt x="21750" y="601"/>
                  </a:lnTo>
                  <a:lnTo>
                    <a:pt x="22797" y="639"/>
                  </a:lnTo>
                  <a:lnTo>
                    <a:pt x="23819" y="677"/>
                  </a:lnTo>
                  <a:lnTo>
                    <a:pt x="24828" y="728"/>
                  </a:lnTo>
                  <a:lnTo>
                    <a:pt x="25811" y="792"/>
                  </a:lnTo>
                  <a:lnTo>
                    <a:pt x="26782" y="856"/>
                  </a:lnTo>
                  <a:lnTo>
                    <a:pt x="27714" y="933"/>
                  </a:lnTo>
                  <a:lnTo>
                    <a:pt x="28634" y="1009"/>
                  </a:lnTo>
                  <a:lnTo>
                    <a:pt x="29515" y="1111"/>
                  </a:lnTo>
                  <a:lnTo>
                    <a:pt x="30371" y="1201"/>
                  </a:lnTo>
                  <a:lnTo>
                    <a:pt x="31214" y="1316"/>
                  </a:lnTo>
                  <a:lnTo>
                    <a:pt x="32005" y="1418"/>
                  </a:lnTo>
                  <a:lnTo>
                    <a:pt x="32772" y="1546"/>
                  </a:lnTo>
                  <a:lnTo>
                    <a:pt x="33512" y="1673"/>
                  </a:lnTo>
                  <a:lnTo>
                    <a:pt x="34215" y="1801"/>
                  </a:lnTo>
                  <a:lnTo>
                    <a:pt x="34879" y="1941"/>
                  </a:lnTo>
                  <a:lnTo>
                    <a:pt x="35505" y="2082"/>
                  </a:lnTo>
                  <a:lnTo>
                    <a:pt x="36105" y="2235"/>
                  </a:lnTo>
                  <a:lnTo>
                    <a:pt x="36654" y="2388"/>
                  </a:lnTo>
                  <a:lnTo>
                    <a:pt x="37165" y="2542"/>
                  </a:lnTo>
                  <a:lnTo>
                    <a:pt x="37638" y="2708"/>
                  </a:lnTo>
                  <a:lnTo>
                    <a:pt x="38059" y="2874"/>
                  </a:lnTo>
                  <a:lnTo>
                    <a:pt x="38429" y="3040"/>
                  </a:lnTo>
                  <a:lnTo>
                    <a:pt x="38774" y="3219"/>
                  </a:lnTo>
                  <a:lnTo>
                    <a:pt x="39055" y="3397"/>
                  </a:lnTo>
                  <a:lnTo>
                    <a:pt x="39183" y="3487"/>
                  </a:lnTo>
                  <a:lnTo>
                    <a:pt x="39285" y="3589"/>
                  </a:lnTo>
                  <a:lnTo>
                    <a:pt x="39387" y="3678"/>
                  </a:lnTo>
                  <a:lnTo>
                    <a:pt x="39477" y="3768"/>
                  </a:lnTo>
                  <a:lnTo>
                    <a:pt x="39553" y="3870"/>
                  </a:lnTo>
                  <a:lnTo>
                    <a:pt x="39617" y="3959"/>
                  </a:lnTo>
                  <a:lnTo>
                    <a:pt x="39655" y="4062"/>
                  </a:lnTo>
                  <a:lnTo>
                    <a:pt x="39694" y="4151"/>
                  </a:lnTo>
                  <a:lnTo>
                    <a:pt x="39719" y="4253"/>
                  </a:lnTo>
                  <a:lnTo>
                    <a:pt x="39719" y="4342"/>
                  </a:lnTo>
                  <a:lnTo>
                    <a:pt x="39719" y="4432"/>
                  </a:lnTo>
                  <a:lnTo>
                    <a:pt x="39706" y="4521"/>
                  </a:lnTo>
                  <a:lnTo>
                    <a:pt x="39681" y="4598"/>
                  </a:lnTo>
                  <a:lnTo>
                    <a:pt x="39643" y="4687"/>
                  </a:lnTo>
                  <a:lnTo>
                    <a:pt x="39592" y="4764"/>
                  </a:lnTo>
                  <a:lnTo>
                    <a:pt x="39540" y="4841"/>
                  </a:lnTo>
                  <a:lnTo>
                    <a:pt x="39400" y="5007"/>
                  </a:lnTo>
                  <a:lnTo>
                    <a:pt x="39221" y="5160"/>
                  </a:lnTo>
                  <a:lnTo>
                    <a:pt x="39017" y="5326"/>
                  </a:lnTo>
                  <a:lnTo>
                    <a:pt x="38761" y="5479"/>
                  </a:lnTo>
                  <a:lnTo>
                    <a:pt x="38480" y="5632"/>
                  </a:lnTo>
                  <a:lnTo>
                    <a:pt x="38480" y="5632"/>
                  </a:lnTo>
                  <a:lnTo>
                    <a:pt x="39081" y="5415"/>
                  </a:lnTo>
                  <a:lnTo>
                    <a:pt x="39349" y="5313"/>
                  </a:lnTo>
                  <a:lnTo>
                    <a:pt x="39604" y="5211"/>
                  </a:lnTo>
                  <a:lnTo>
                    <a:pt x="39847" y="5096"/>
                  </a:lnTo>
                  <a:lnTo>
                    <a:pt x="40064" y="4981"/>
                  </a:lnTo>
                  <a:lnTo>
                    <a:pt x="40268" y="4866"/>
                  </a:lnTo>
                  <a:lnTo>
                    <a:pt x="40447" y="4751"/>
                  </a:lnTo>
                  <a:lnTo>
                    <a:pt x="40600" y="4636"/>
                  </a:lnTo>
                  <a:lnTo>
                    <a:pt x="40741" y="4521"/>
                  </a:lnTo>
                  <a:lnTo>
                    <a:pt x="40869" y="4406"/>
                  </a:lnTo>
                  <a:lnTo>
                    <a:pt x="40971" y="4279"/>
                  </a:lnTo>
                  <a:lnTo>
                    <a:pt x="41047" y="4164"/>
                  </a:lnTo>
                  <a:lnTo>
                    <a:pt x="41099" y="4036"/>
                  </a:lnTo>
                  <a:lnTo>
                    <a:pt x="41137" y="3908"/>
                  </a:lnTo>
                  <a:lnTo>
                    <a:pt x="41137" y="3793"/>
                  </a:lnTo>
                  <a:lnTo>
                    <a:pt x="41137" y="3691"/>
                  </a:lnTo>
                  <a:lnTo>
                    <a:pt x="41111" y="3589"/>
                  </a:lnTo>
                  <a:lnTo>
                    <a:pt x="41086" y="3500"/>
                  </a:lnTo>
                  <a:lnTo>
                    <a:pt x="41035" y="3397"/>
                  </a:lnTo>
                  <a:lnTo>
                    <a:pt x="40971" y="3308"/>
                  </a:lnTo>
                  <a:lnTo>
                    <a:pt x="40894" y="3206"/>
                  </a:lnTo>
                  <a:lnTo>
                    <a:pt x="40818" y="3116"/>
                  </a:lnTo>
                  <a:lnTo>
                    <a:pt x="40715" y="3027"/>
                  </a:lnTo>
                  <a:lnTo>
                    <a:pt x="40600" y="2938"/>
                  </a:lnTo>
                  <a:lnTo>
                    <a:pt x="40473" y="2848"/>
                  </a:lnTo>
                  <a:lnTo>
                    <a:pt x="40192" y="2657"/>
                  </a:lnTo>
                  <a:lnTo>
                    <a:pt x="39860" y="2491"/>
                  </a:lnTo>
                  <a:lnTo>
                    <a:pt x="39477" y="2312"/>
                  </a:lnTo>
                  <a:lnTo>
                    <a:pt x="39055" y="2146"/>
                  </a:lnTo>
                  <a:lnTo>
                    <a:pt x="38583" y="1980"/>
                  </a:lnTo>
                  <a:lnTo>
                    <a:pt x="38072" y="1827"/>
                  </a:lnTo>
                  <a:lnTo>
                    <a:pt x="37523" y="1673"/>
                  </a:lnTo>
                  <a:lnTo>
                    <a:pt x="36935" y="1520"/>
                  </a:lnTo>
                  <a:lnTo>
                    <a:pt x="36297" y="1380"/>
                  </a:lnTo>
                  <a:lnTo>
                    <a:pt x="35632" y="1239"/>
                  </a:lnTo>
                  <a:lnTo>
                    <a:pt x="34930" y="1111"/>
                  </a:lnTo>
                  <a:lnTo>
                    <a:pt x="34202" y="984"/>
                  </a:lnTo>
                  <a:lnTo>
                    <a:pt x="33423" y="869"/>
                  </a:lnTo>
                  <a:lnTo>
                    <a:pt x="32631" y="754"/>
                  </a:lnTo>
                  <a:lnTo>
                    <a:pt x="31801" y="652"/>
                  </a:lnTo>
                  <a:lnTo>
                    <a:pt x="30933" y="549"/>
                  </a:lnTo>
                  <a:lnTo>
                    <a:pt x="30051" y="460"/>
                  </a:lnTo>
                  <a:lnTo>
                    <a:pt x="29132" y="371"/>
                  </a:lnTo>
                  <a:lnTo>
                    <a:pt x="28200" y="294"/>
                  </a:lnTo>
                  <a:lnTo>
                    <a:pt x="27229" y="230"/>
                  </a:lnTo>
                  <a:lnTo>
                    <a:pt x="26246" y="166"/>
                  </a:lnTo>
                  <a:lnTo>
                    <a:pt x="25250" y="115"/>
                  </a:lnTo>
                  <a:lnTo>
                    <a:pt x="24215" y="77"/>
                  </a:lnTo>
                  <a:lnTo>
                    <a:pt x="23181" y="39"/>
                  </a:lnTo>
                  <a:lnTo>
                    <a:pt x="22121" y="13"/>
                  </a:lnTo>
                  <a:lnTo>
                    <a:pt x="21035" y="0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4094191" y="2979394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0" y="1"/>
                  </a:moveTo>
                  <a:lnTo>
                    <a:pt x="0" y="384"/>
                  </a:lnTo>
                  <a:lnTo>
                    <a:pt x="3346" y="384"/>
                  </a:lnTo>
                  <a:lnTo>
                    <a:pt x="4253" y="409"/>
                  </a:lnTo>
                  <a:lnTo>
                    <a:pt x="5058" y="448"/>
                  </a:lnTo>
                  <a:lnTo>
                    <a:pt x="5747" y="499"/>
                  </a:lnTo>
                  <a:lnTo>
                    <a:pt x="6322" y="575"/>
                  </a:lnTo>
                  <a:lnTo>
                    <a:pt x="6565" y="614"/>
                  </a:lnTo>
                  <a:lnTo>
                    <a:pt x="6795" y="665"/>
                  </a:lnTo>
                  <a:lnTo>
                    <a:pt x="6973" y="716"/>
                  </a:lnTo>
                  <a:lnTo>
                    <a:pt x="7139" y="767"/>
                  </a:lnTo>
                  <a:lnTo>
                    <a:pt x="7267" y="831"/>
                  </a:lnTo>
                  <a:lnTo>
                    <a:pt x="7369" y="882"/>
                  </a:lnTo>
                  <a:lnTo>
                    <a:pt x="0" y="882"/>
                  </a:lnTo>
                  <a:lnTo>
                    <a:pt x="0" y="1176"/>
                  </a:lnTo>
                  <a:lnTo>
                    <a:pt x="7471" y="1176"/>
                  </a:lnTo>
                  <a:lnTo>
                    <a:pt x="7446" y="1214"/>
                  </a:lnTo>
                  <a:lnTo>
                    <a:pt x="7408" y="1252"/>
                  </a:lnTo>
                  <a:lnTo>
                    <a:pt x="7305" y="1329"/>
                  </a:lnTo>
                  <a:lnTo>
                    <a:pt x="7165" y="1393"/>
                  </a:lnTo>
                  <a:lnTo>
                    <a:pt x="6986" y="1457"/>
                  </a:lnTo>
                  <a:lnTo>
                    <a:pt x="6769" y="1508"/>
                  </a:lnTo>
                  <a:lnTo>
                    <a:pt x="6514" y="1572"/>
                  </a:lnTo>
                  <a:lnTo>
                    <a:pt x="6207" y="1623"/>
                  </a:lnTo>
                  <a:lnTo>
                    <a:pt x="5875" y="1661"/>
                  </a:lnTo>
                  <a:lnTo>
                    <a:pt x="5505" y="1712"/>
                  </a:lnTo>
                  <a:lnTo>
                    <a:pt x="5096" y="1738"/>
                  </a:lnTo>
                  <a:lnTo>
                    <a:pt x="4636" y="1776"/>
                  </a:lnTo>
                  <a:lnTo>
                    <a:pt x="4151" y="1801"/>
                  </a:lnTo>
                  <a:lnTo>
                    <a:pt x="3053" y="1840"/>
                  </a:lnTo>
                  <a:lnTo>
                    <a:pt x="1801" y="1853"/>
                  </a:lnTo>
                  <a:lnTo>
                    <a:pt x="0" y="1853"/>
                  </a:lnTo>
                  <a:lnTo>
                    <a:pt x="0" y="2210"/>
                  </a:lnTo>
                  <a:lnTo>
                    <a:pt x="2197" y="2632"/>
                  </a:lnTo>
                  <a:lnTo>
                    <a:pt x="4215" y="3040"/>
                  </a:lnTo>
                  <a:lnTo>
                    <a:pt x="6130" y="3449"/>
                  </a:lnTo>
                  <a:lnTo>
                    <a:pt x="8021" y="3858"/>
                  </a:lnTo>
                  <a:lnTo>
                    <a:pt x="11162" y="3858"/>
                  </a:lnTo>
                  <a:lnTo>
                    <a:pt x="9106" y="3411"/>
                  </a:lnTo>
                  <a:lnTo>
                    <a:pt x="7050" y="2964"/>
                  </a:lnTo>
                  <a:lnTo>
                    <a:pt x="5032" y="2555"/>
                  </a:lnTo>
                  <a:lnTo>
                    <a:pt x="3078" y="2185"/>
                  </a:lnTo>
                  <a:lnTo>
                    <a:pt x="3844" y="2172"/>
                  </a:lnTo>
                  <a:lnTo>
                    <a:pt x="4572" y="2159"/>
                  </a:lnTo>
                  <a:lnTo>
                    <a:pt x="5275" y="2134"/>
                  </a:lnTo>
                  <a:lnTo>
                    <a:pt x="5926" y="2095"/>
                  </a:lnTo>
                  <a:lnTo>
                    <a:pt x="6539" y="2057"/>
                  </a:lnTo>
                  <a:lnTo>
                    <a:pt x="7101" y="2006"/>
                  </a:lnTo>
                  <a:lnTo>
                    <a:pt x="7637" y="1955"/>
                  </a:lnTo>
                  <a:lnTo>
                    <a:pt x="8110" y="1891"/>
                  </a:lnTo>
                  <a:lnTo>
                    <a:pt x="8557" y="1827"/>
                  </a:lnTo>
                  <a:lnTo>
                    <a:pt x="8940" y="1750"/>
                  </a:lnTo>
                  <a:lnTo>
                    <a:pt x="9285" y="1674"/>
                  </a:lnTo>
                  <a:lnTo>
                    <a:pt x="9579" y="1584"/>
                  </a:lnTo>
                  <a:lnTo>
                    <a:pt x="9821" y="1495"/>
                  </a:lnTo>
                  <a:lnTo>
                    <a:pt x="10026" y="1393"/>
                  </a:lnTo>
                  <a:lnTo>
                    <a:pt x="10102" y="1342"/>
                  </a:lnTo>
                  <a:lnTo>
                    <a:pt x="10166" y="1291"/>
                  </a:lnTo>
                  <a:lnTo>
                    <a:pt x="10217" y="1240"/>
                  </a:lnTo>
                  <a:lnTo>
                    <a:pt x="10256" y="1176"/>
                  </a:lnTo>
                  <a:lnTo>
                    <a:pt x="13780" y="1176"/>
                  </a:lnTo>
                  <a:lnTo>
                    <a:pt x="13780" y="882"/>
                  </a:lnTo>
                  <a:lnTo>
                    <a:pt x="10217" y="882"/>
                  </a:lnTo>
                  <a:lnTo>
                    <a:pt x="10179" y="844"/>
                  </a:lnTo>
                  <a:lnTo>
                    <a:pt x="10115" y="793"/>
                  </a:lnTo>
                  <a:lnTo>
                    <a:pt x="9987" y="703"/>
                  </a:lnTo>
                  <a:lnTo>
                    <a:pt x="9796" y="614"/>
                  </a:lnTo>
                  <a:lnTo>
                    <a:pt x="9579" y="537"/>
                  </a:lnTo>
                  <a:lnTo>
                    <a:pt x="9323" y="473"/>
                  </a:lnTo>
                  <a:lnTo>
                    <a:pt x="9042" y="397"/>
                  </a:lnTo>
                  <a:lnTo>
                    <a:pt x="8723" y="346"/>
                  </a:lnTo>
                  <a:lnTo>
                    <a:pt x="8378" y="294"/>
                  </a:lnTo>
                  <a:lnTo>
                    <a:pt x="13780" y="294"/>
                  </a:lnTo>
                  <a:lnTo>
                    <a:pt x="13780" y="1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3807921" y="2908493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1" y="1"/>
                  </a:moveTo>
                  <a:lnTo>
                    <a:pt x="1" y="5390"/>
                  </a:lnTo>
                  <a:lnTo>
                    <a:pt x="1" y="5530"/>
                  </a:lnTo>
                  <a:lnTo>
                    <a:pt x="26" y="5671"/>
                  </a:lnTo>
                  <a:lnTo>
                    <a:pt x="77" y="5811"/>
                  </a:lnTo>
                  <a:lnTo>
                    <a:pt x="128" y="5939"/>
                  </a:lnTo>
                  <a:lnTo>
                    <a:pt x="205" y="6080"/>
                  </a:lnTo>
                  <a:lnTo>
                    <a:pt x="294" y="6207"/>
                  </a:lnTo>
                  <a:lnTo>
                    <a:pt x="397" y="6348"/>
                  </a:lnTo>
                  <a:lnTo>
                    <a:pt x="524" y="6476"/>
                  </a:lnTo>
                  <a:lnTo>
                    <a:pt x="665" y="6603"/>
                  </a:lnTo>
                  <a:lnTo>
                    <a:pt x="805" y="6744"/>
                  </a:lnTo>
                  <a:lnTo>
                    <a:pt x="971" y="6871"/>
                  </a:lnTo>
                  <a:lnTo>
                    <a:pt x="1163" y="6999"/>
                  </a:lnTo>
                  <a:lnTo>
                    <a:pt x="1354" y="7114"/>
                  </a:lnTo>
                  <a:lnTo>
                    <a:pt x="1559" y="7242"/>
                  </a:lnTo>
                  <a:lnTo>
                    <a:pt x="1789" y="7370"/>
                  </a:lnTo>
                  <a:lnTo>
                    <a:pt x="2031" y="7484"/>
                  </a:lnTo>
                  <a:lnTo>
                    <a:pt x="2542" y="7727"/>
                  </a:lnTo>
                  <a:lnTo>
                    <a:pt x="3117" y="7957"/>
                  </a:lnTo>
                  <a:lnTo>
                    <a:pt x="3730" y="8187"/>
                  </a:lnTo>
                  <a:lnTo>
                    <a:pt x="4407" y="8404"/>
                  </a:lnTo>
                  <a:lnTo>
                    <a:pt x="5122" y="8621"/>
                  </a:lnTo>
                  <a:lnTo>
                    <a:pt x="5888" y="8825"/>
                  </a:lnTo>
                  <a:lnTo>
                    <a:pt x="6706" y="9017"/>
                  </a:lnTo>
                  <a:lnTo>
                    <a:pt x="7561" y="9209"/>
                  </a:lnTo>
                  <a:lnTo>
                    <a:pt x="8455" y="9387"/>
                  </a:lnTo>
                  <a:lnTo>
                    <a:pt x="9388" y="9553"/>
                  </a:lnTo>
                  <a:lnTo>
                    <a:pt x="10358" y="9707"/>
                  </a:lnTo>
                  <a:lnTo>
                    <a:pt x="11380" y="9860"/>
                  </a:lnTo>
                  <a:lnTo>
                    <a:pt x="12427" y="10000"/>
                  </a:lnTo>
                  <a:lnTo>
                    <a:pt x="13500" y="10128"/>
                  </a:lnTo>
                  <a:lnTo>
                    <a:pt x="14611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37"/>
                  </a:lnTo>
                  <a:lnTo>
                    <a:pt x="19362" y="10613"/>
                  </a:lnTo>
                  <a:lnTo>
                    <a:pt x="20601" y="10677"/>
                  </a:lnTo>
                  <a:lnTo>
                    <a:pt x="21878" y="10716"/>
                  </a:lnTo>
                  <a:lnTo>
                    <a:pt x="23168" y="10754"/>
                  </a:lnTo>
                  <a:lnTo>
                    <a:pt x="24483" y="10779"/>
                  </a:lnTo>
                  <a:lnTo>
                    <a:pt x="27139" y="10779"/>
                  </a:lnTo>
                  <a:lnTo>
                    <a:pt x="28442" y="10754"/>
                  </a:lnTo>
                  <a:lnTo>
                    <a:pt x="29732" y="10716"/>
                  </a:lnTo>
                  <a:lnTo>
                    <a:pt x="31009" y="10677"/>
                  </a:lnTo>
                  <a:lnTo>
                    <a:pt x="32261" y="10613"/>
                  </a:lnTo>
                  <a:lnTo>
                    <a:pt x="33474" y="10537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9" y="10256"/>
                  </a:lnTo>
                  <a:lnTo>
                    <a:pt x="38110" y="10128"/>
                  </a:lnTo>
                  <a:lnTo>
                    <a:pt x="39183" y="10000"/>
                  </a:lnTo>
                  <a:lnTo>
                    <a:pt x="40230" y="9860"/>
                  </a:lnTo>
                  <a:lnTo>
                    <a:pt x="41252" y="9707"/>
                  </a:lnTo>
                  <a:lnTo>
                    <a:pt x="42222" y="9553"/>
                  </a:lnTo>
                  <a:lnTo>
                    <a:pt x="43154" y="9387"/>
                  </a:lnTo>
                  <a:lnTo>
                    <a:pt x="44048" y="9209"/>
                  </a:lnTo>
                  <a:lnTo>
                    <a:pt x="44904" y="9017"/>
                  </a:lnTo>
                  <a:lnTo>
                    <a:pt x="45722" y="8825"/>
                  </a:lnTo>
                  <a:lnTo>
                    <a:pt x="46488" y="8621"/>
                  </a:lnTo>
                  <a:lnTo>
                    <a:pt x="47203" y="8404"/>
                  </a:lnTo>
                  <a:lnTo>
                    <a:pt x="47880" y="8187"/>
                  </a:lnTo>
                  <a:lnTo>
                    <a:pt x="48493" y="7957"/>
                  </a:lnTo>
                  <a:lnTo>
                    <a:pt x="49068" y="7727"/>
                  </a:lnTo>
                  <a:lnTo>
                    <a:pt x="49578" y="7484"/>
                  </a:lnTo>
                  <a:lnTo>
                    <a:pt x="49821" y="7370"/>
                  </a:lnTo>
                  <a:lnTo>
                    <a:pt x="50051" y="7242"/>
                  </a:lnTo>
                  <a:lnTo>
                    <a:pt x="50255" y="7114"/>
                  </a:lnTo>
                  <a:lnTo>
                    <a:pt x="50447" y="6999"/>
                  </a:lnTo>
                  <a:lnTo>
                    <a:pt x="50638" y="6871"/>
                  </a:lnTo>
                  <a:lnTo>
                    <a:pt x="50804" y="6744"/>
                  </a:lnTo>
                  <a:lnTo>
                    <a:pt x="50958" y="6603"/>
                  </a:lnTo>
                  <a:lnTo>
                    <a:pt x="51085" y="6476"/>
                  </a:lnTo>
                  <a:lnTo>
                    <a:pt x="51213" y="6348"/>
                  </a:lnTo>
                  <a:lnTo>
                    <a:pt x="51315" y="6207"/>
                  </a:lnTo>
                  <a:lnTo>
                    <a:pt x="51405" y="6080"/>
                  </a:lnTo>
                  <a:lnTo>
                    <a:pt x="51481" y="5939"/>
                  </a:lnTo>
                  <a:lnTo>
                    <a:pt x="51532" y="5811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09" y="5390"/>
                  </a:lnTo>
                  <a:lnTo>
                    <a:pt x="51609" y="1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3807921" y="2828709"/>
              <a:ext cx="764071" cy="159583"/>
            </a:xfrm>
            <a:custGeom>
              <a:avLst/>
              <a:gdLst/>
              <a:ahLst/>
              <a:cxnLst/>
              <a:rect l="l" t="t" r="r" b="b"/>
              <a:pathLst>
                <a:path w="51609" h="10779" extrusionOk="0">
                  <a:moveTo>
                    <a:pt x="24483" y="0"/>
                  </a:moveTo>
                  <a:lnTo>
                    <a:pt x="23168" y="26"/>
                  </a:lnTo>
                  <a:lnTo>
                    <a:pt x="21878" y="51"/>
                  </a:lnTo>
                  <a:lnTo>
                    <a:pt x="20601" y="102"/>
                  </a:lnTo>
                  <a:lnTo>
                    <a:pt x="19362" y="166"/>
                  </a:lnTo>
                  <a:lnTo>
                    <a:pt x="18136" y="243"/>
                  </a:lnTo>
                  <a:lnTo>
                    <a:pt x="16935" y="319"/>
                  </a:lnTo>
                  <a:lnTo>
                    <a:pt x="15760" y="422"/>
                  </a:lnTo>
                  <a:lnTo>
                    <a:pt x="14611" y="524"/>
                  </a:lnTo>
                  <a:lnTo>
                    <a:pt x="13500" y="639"/>
                  </a:lnTo>
                  <a:lnTo>
                    <a:pt x="12427" y="779"/>
                  </a:lnTo>
                  <a:lnTo>
                    <a:pt x="11380" y="920"/>
                  </a:lnTo>
                  <a:lnTo>
                    <a:pt x="10358" y="1060"/>
                  </a:lnTo>
                  <a:lnTo>
                    <a:pt x="9388" y="1226"/>
                  </a:lnTo>
                  <a:lnTo>
                    <a:pt x="8455" y="1392"/>
                  </a:lnTo>
                  <a:lnTo>
                    <a:pt x="7561" y="1571"/>
                  </a:lnTo>
                  <a:lnTo>
                    <a:pt x="6706" y="1763"/>
                  </a:lnTo>
                  <a:lnTo>
                    <a:pt x="5888" y="1954"/>
                  </a:lnTo>
                  <a:lnTo>
                    <a:pt x="5122" y="2158"/>
                  </a:lnTo>
                  <a:lnTo>
                    <a:pt x="4407" y="2376"/>
                  </a:lnTo>
                  <a:lnTo>
                    <a:pt x="3730" y="2593"/>
                  </a:lnTo>
                  <a:lnTo>
                    <a:pt x="3117" y="2823"/>
                  </a:lnTo>
                  <a:lnTo>
                    <a:pt x="2542" y="3052"/>
                  </a:lnTo>
                  <a:lnTo>
                    <a:pt x="2031" y="3282"/>
                  </a:lnTo>
                  <a:lnTo>
                    <a:pt x="1789" y="3410"/>
                  </a:lnTo>
                  <a:lnTo>
                    <a:pt x="1559" y="3538"/>
                  </a:lnTo>
                  <a:lnTo>
                    <a:pt x="1354" y="3653"/>
                  </a:lnTo>
                  <a:lnTo>
                    <a:pt x="1163" y="3780"/>
                  </a:lnTo>
                  <a:lnTo>
                    <a:pt x="971" y="3908"/>
                  </a:lnTo>
                  <a:lnTo>
                    <a:pt x="805" y="4036"/>
                  </a:lnTo>
                  <a:lnTo>
                    <a:pt x="665" y="4163"/>
                  </a:lnTo>
                  <a:lnTo>
                    <a:pt x="524" y="4304"/>
                  </a:lnTo>
                  <a:lnTo>
                    <a:pt x="397" y="4432"/>
                  </a:lnTo>
                  <a:lnTo>
                    <a:pt x="294" y="4559"/>
                  </a:lnTo>
                  <a:lnTo>
                    <a:pt x="205" y="4700"/>
                  </a:lnTo>
                  <a:lnTo>
                    <a:pt x="128" y="4840"/>
                  </a:lnTo>
                  <a:lnTo>
                    <a:pt x="77" y="4968"/>
                  </a:lnTo>
                  <a:lnTo>
                    <a:pt x="26" y="5109"/>
                  </a:lnTo>
                  <a:lnTo>
                    <a:pt x="1" y="5249"/>
                  </a:lnTo>
                  <a:lnTo>
                    <a:pt x="1" y="5390"/>
                  </a:lnTo>
                  <a:lnTo>
                    <a:pt x="1" y="5530"/>
                  </a:lnTo>
                  <a:lnTo>
                    <a:pt x="26" y="5670"/>
                  </a:lnTo>
                  <a:lnTo>
                    <a:pt x="77" y="5798"/>
                  </a:lnTo>
                  <a:lnTo>
                    <a:pt x="128" y="5939"/>
                  </a:lnTo>
                  <a:lnTo>
                    <a:pt x="205" y="6079"/>
                  </a:lnTo>
                  <a:lnTo>
                    <a:pt x="294" y="6207"/>
                  </a:lnTo>
                  <a:lnTo>
                    <a:pt x="397" y="6347"/>
                  </a:lnTo>
                  <a:lnTo>
                    <a:pt x="524" y="6475"/>
                  </a:lnTo>
                  <a:lnTo>
                    <a:pt x="665" y="6603"/>
                  </a:lnTo>
                  <a:lnTo>
                    <a:pt x="805" y="6731"/>
                  </a:lnTo>
                  <a:lnTo>
                    <a:pt x="971" y="6858"/>
                  </a:lnTo>
                  <a:lnTo>
                    <a:pt x="1163" y="6986"/>
                  </a:lnTo>
                  <a:lnTo>
                    <a:pt x="1354" y="7114"/>
                  </a:lnTo>
                  <a:lnTo>
                    <a:pt x="1559" y="7241"/>
                  </a:lnTo>
                  <a:lnTo>
                    <a:pt x="1789" y="7369"/>
                  </a:lnTo>
                  <a:lnTo>
                    <a:pt x="2031" y="7484"/>
                  </a:lnTo>
                  <a:lnTo>
                    <a:pt x="2542" y="7727"/>
                  </a:lnTo>
                  <a:lnTo>
                    <a:pt x="3117" y="7957"/>
                  </a:lnTo>
                  <a:lnTo>
                    <a:pt x="3730" y="8186"/>
                  </a:lnTo>
                  <a:lnTo>
                    <a:pt x="4407" y="8404"/>
                  </a:lnTo>
                  <a:lnTo>
                    <a:pt x="5122" y="8608"/>
                  </a:lnTo>
                  <a:lnTo>
                    <a:pt x="5888" y="8812"/>
                  </a:lnTo>
                  <a:lnTo>
                    <a:pt x="6706" y="9017"/>
                  </a:lnTo>
                  <a:lnTo>
                    <a:pt x="7561" y="9195"/>
                  </a:lnTo>
                  <a:lnTo>
                    <a:pt x="8455" y="9374"/>
                  </a:lnTo>
                  <a:lnTo>
                    <a:pt x="9388" y="9553"/>
                  </a:lnTo>
                  <a:lnTo>
                    <a:pt x="10358" y="9706"/>
                  </a:lnTo>
                  <a:lnTo>
                    <a:pt x="11380" y="9859"/>
                  </a:lnTo>
                  <a:lnTo>
                    <a:pt x="12427" y="10000"/>
                  </a:lnTo>
                  <a:lnTo>
                    <a:pt x="13500" y="10128"/>
                  </a:lnTo>
                  <a:lnTo>
                    <a:pt x="14611" y="10243"/>
                  </a:lnTo>
                  <a:lnTo>
                    <a:pt x="15760" y="10358"/>
                  </a:lnTo>
                  <a:lnTo>
                    <a:pt x="16935" y="10447"/>
                  </a:lnTo>
                  <a:lnTo>
                    <a:pt x="18136" y="10536"/>
                  </a:lnTo>
                  <a:lnTo>
                    <a:pt x="19362" y="10613"/>
                  </a:lnTo>
                  <a:lnTo>
                    <a:pt x="20601" y="10664"/>
                  </a:lnTo>
                  <a:lnTo>
                    <a:pt x="21878" y="10715"/>
                  </a:lnTo>
                  <a:lnTo>
                    <a:pt x="23168" y="10753"/>
                  </a:lnTo>
                  <a:lnTo>
                    <a:pt x="24483" y="10766"/>
                  </a:lnTo>
                  <a:lnTo>
                    <a:pt x="25811" y="10779"/>
                  </a:lnTo>
                  <a:lnTo>
                    <a:pt x="27139" y="10766"/>
                  </a:lnTo>
                  <a:lnTo>
                    <a:pt x="28442" y="10753"/>
                  </a:lnTo>
                  <a:lnTo>
                    <a:pt x="29732" y="10715"/>
                  </a:lnTo>
                  <a:lnTo>
                    <a:pt x="31009" y="10664"/>
                  </a:lnTo>
                  <a:lnTo>
                    <a:pt x="32261" y="10613"/>
                  </a:lnTo>
                  <a:lnTo>
                    <a:pt x="33474" y="10536"/>
                  </a:lnTo>
                  <a:lnTo>
                    <a:pt x="34674" y="10447"/>
                  </a:lnTo>
                  <a:lnTo>
                    <a:pt x="35849" y="10358"/>
                  </a:lnTo>
                  <a:lnTo>
                    <a:pt x="36999" y="10243"/>
                  </a:lnTo>
                  <a:lnTo>
                    <a:pt x="38110" y="10128"/>
                  </a:lnTo>
                  <a:lnTo>
                    <a:pt x="39183" y="10000"/>
                  </a:lnTo>
                  <a:lnTo>
                    <a:pt x="40230" y="9859"/>
                  </a:lnTo>
                  <a:lnTo>
                    <a:pt x="41252" y="9706"/>
                  </a:lnTo>
                  <a:lnTo>
                    <a:pt x="42222" y="9553"/>
                  </a:lnTo>
                  <a:lnTo>
                    <a:pt x="43154" y="9374"/>
                  </a:lnTo>
                  <a:lnTo>
                    <a:pt x="44048" y="9195"/>
                  </a:lnTo>
                  <a:lnTo>
                    <a:pt x="44904" y="9017"/>
                  </a:lnTo>
                  <a:lnTo>
                    <a:pt x="45722" y="8812"/>
                  </a:lnTo>
                  <a:lnTo>
                    <a:pt x="46488" y="8608"/>
                  </a:lnTo>
                  <a:lnTo>
                    <a:pt x="47203" y="8404"/>
                  </a:lnTo>
                  <a:lnTo>
                    <a:pt x="47880" y="8186"/>
                  </a:lnTo>
                  <a:lnTo>
                    <a:pt x="48493" y="7957"/>
                  </a:lnTo>
                  <a:lnTo>
                    <a:pt x="49068" y="7727"/>
                  </a:lnTo>
                  <a:lnTo>
                    <a:pt x="49578" y="7484"/>
                  </a:lnTo>
                  <a:lnTo>
                    <a:pt x="49821" y="7369"/>
                  </a:lnTo>
                  <a:lnTo>
                    <a:pt x="50051" y="7241"/>
                  </a:lnTo>
                  <a:lnTo>
                    <a:pt x="50255" y="7114"/>
                  </a:lnTo>
                  <a:lnTo>
                    <a:pt x="50447" y="6986"/>
                  </a:lnTo>
                  <a:lnTo>
                    <a:pt x="50638" y="6858"/>
                  </a:lnTo>
                  <a:lnTo>
                    <a:pt x="50804" y="6731"/>
                  </a:lnTo>
                  <a:lnTo>
                    <a:pt x="50958" y="6603"/>
                  </a:lnTo>
                  <a:lnTo>
                    <a:pt x="51085" y="6475"/>
                  </a:lnTo>
                  <a:lnTo>
                    <a:pt x="51213" y="6347"/>
                  </a:lnTo>
                  <a:lnTo>
                    <a:pt x="51315" y="6207"/>
                  </a:lnTo>
                  <a:lnTo>
                    <a:pt x="51405" y="6079"/>
                  </a:lnTo>
                  <a:lnTo>
                    <a:pt x="51481" y="5939"/>
                  </a:lnTo>
                  <a:lnTo>
                    <a:pt x="51532" y="5798"/>
                  </a:lnTo>
                  <a:lnTo>
                    <a:pt x="51583" y="5670"/>
                  </a:lnTo>
                  <a:lnTo>
                    <a:pt x="51609" y="5530"/>
                  </a:lnTo>
                  <a:lnTo>
                    <a:pt x="51609" y="5390"/>
                  </a:lnTo>
                  <a:lnTo>
                    <a:pt x="51609" y="5249"/>
                  </a:lnTo>
                  <a:lnTo>
                    <a:pt x="51583" y="5109"/>
                  </a:lnTo>
                  <a:lnTo>
                    <a:pt x="51532" y="4968"/>
                  </a:lnTo>
                  <a:lnTo>
                    <a:pt x="51481" y="4840"/>
                  </a:lnTo>
                  <a:lnTo>
                    <a:pt x="51405" y="4700"/>
                  </a:lnTo>
                  <a:lnTo>
                    <a:pt x="51315" y="4559"/>
                  </a:lnTo>
                  <a:lnTo>
                    <a:pt x="51213" y="4432"/>
                  </a:lnTo>
                  <a:lnTo>
                    <a:pt x="51085" y="4304"/>
                  </a:lnTo>
                  <a:lnTo>
                    <a:pt x="50958" y="4163"/>
                  </a:lnTo>
                  <a:lnTo>
                    <a:pt x="50804" y="4036"/>
                  </a:lnTo>
                  <a:lnTo>
                    <a:pt x="50638" y="3908"/>
                  </a:lnTo>
                  <a:lnTo>
                    <a:pt x="50447" y="3780"/>
                  </a:lnTo>
                  <a:lnTo>
                    <a:pt x="50255" y="3653"/>
                  </a:lnTo>
                  <a:lnTo>
                    <a:pt x="50051" y="3538"/>
                  </a:lnTo>
                  <a:lnTo>
                    <a:pt x="49821" y="3410"/>
                  </a:lnTo>
                  <a:lnTo>
                    <a:pt x="49578" y="3282"/>
                  </a:lnTo>
                  <a:lnTo>
                    <a:pt x="49068" y="3052"/>
                  </a:lnTo>
                  <a:lnTo>
                    <a:pt x="48493" y="2823"/>
                  </a:lnTo>
                  <a:lnTo>
                    <a:pt x="47880" y="2593"/>
                  </a:lnTo>
                  <a:lnTo>
                    <a:pt x="47203" y="2376"/>
                  </a:lnTo>
                  <a:lnTo>
                    <a:pt x="46488" y="2158"/>
                  </a:lnTo>
                  <a:lnTo>
                    <a:pt x="45722" y="1954"/>
                  </a:lnTo>
                  <a:lnTo>
                    <a:pt x="44904" y="1763"/>
                  </a:lnTo>
                  <a:lnTo>
                    <a:pt x="44048" y="1571"/>
                  </a:lnTo>
                  <a:lnTo>
                    <a:pt x="43154" y="1392"/>
                  </a:lnTo>
                  <a:lnTo>
                    <a:pt x="42222" y="1226"/>
                  </a:lnTo>
                  <a:lnTo>
                    <a:pt x="41252" y="1060"/>
                  </a:lnTo>
                  <a:lnTo>
                    <a:pt x="40230" y="920"/>
                  </a:lnTo>
                  <a:lnTo>
                    <a:pt x="39183" y="779"/>
                  </a:lnTo>
                  <a:lnTo>
                    <a:pt x="38110" y="639"/>
                  </a:lnTo>
                  <a:lnTo>
                    <a:pt x="36999" y="524"/>
                  </a:lnTo>
                  <a:lnTo>
                    <a:pt x="35849" y="422"/>
                  </a:lnTo>
                  <a:lnTo>
                    <a:pt x="34674" y="319"/>
                  </a:lnTo>
                  <a:lnTo>
                    <a:pt x="33474" y="243"/>
                  </a:lnTo>
                  <a:lnTo>
                    <a:pt x="32261" y="166"/>
                  </a:lnTo>
                  <a:lnTo>
                    <a:pt x="31009" y="102"/>
                  </a:lnTo>
                  <a:lnTo>
                    <a:pt x="29732" y="51"/>
                  </a:lnTo>
                  <a:lnTo>
                    <a:pt x="28442" y="26"/>
                  </a:lnTo>
                  <a:lnTo>
                    <a:pt x="271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3876187" y="2842878"/>
              <a:ext cx="627554" cy="112340"/>
            </a:xfrm>
            <a:custGeom>
              <a:avLst/>
              <a:gdLst/>
              <a:ahLst/>
              <a:cxnLst/>
              <a:rect l="l" t="t" r="r" b="b"/>
              <a:pathLst>
                <a:path w="42388" h="7588" extrusionOk="0">
                  <a:moveTo>
                    <a:pt x="20102" y="1"/>
                  </a:moveTo>
                  <a:lnTo>
                    <a:pt x="19029" y="26"/>
                  </a:lnTo>
                  <a:lnTo>
                    <a:pt x="17969" y="39"/>
                  </a:lnTo>
                  <a:lnTo>
                    <a:pt x="16922" y="78"/>
                  </a:lnTo>
                  <a:lnTo>
                    <a:pt x="15900" y="116"/>
                  </a:lnTo>
                  <a:lnTo>
                    <a:pt x="14891" y="167"/>
                  </a:lnTo>
                  <a:lnTo>
                    <a:pt x="13908" y="231"/>
                  </a:lnTo>
                  <a:lnTo>
                    <a:pt x="12950" y="295"/>
                  </a:lnTo>
                  <a:lnTo>
                    <a:pt x="12005" y="371"/>
                  </a:lnTo>
                  <a:lnTo>
                    <a:pt x="11085" y="461"/>
                  </a:lnTo>
                  <a:lnTo>
                    <a:pt x="10204" y="550"/>
                  </a:lnTo>
                  <a:lnTo>
                    <a:pt x="9349" y="652"/>
                  </a:lnTo>
                  <a:lnTo>
                    <a:pt x="8518" y="754"/>
                  </a:lnTo>
                  <a:lnTo>
                    <a:pt x="7714" y="869"/>
                  </a:lnTo>
                  <a:lnTo>
                    <a:pt x="6948" y="984"/>
                  </a:lnTo>
                  <a:lnTo>
                    <a:pt x="6207" y="1112"/>
                  </a:lnTo>
                  <a:lnTo>
                    <a:pt x="5504" y="1240"/>
                  </a:lnTo>
                  <a:lnTo>
                    <a:pt x="4840" y="1380"/>
                  </a:lnTo>
                  <a:lnTo>
                    <a:pt x="4215" y="1521"/>
                  </a:lnTo>
                  <a:lnTo>
                    <a:pt x="3614" y="1674"/>
                  </a:lnTo>
                  <a:lnTo>
                    <a:pt x="3065" y="1827"/>
                  </a:lnTo>
                  <a:lnTo>
                    <a:pt x="2554" y="1980"/>
                  </a:lnTo>
                  <a:lnTo>
                    <a:pt x="2095" y="2146"/>
                  </a:lnTo>
                  <a:lnTo>
                    <a:pt x="1660" y="2313"/>
                  </a:lnTo>
                  <a:lnTo>
                    <a:pt x="1290" y="2491"/>
                  </a:lnTo>
                  <a:lnTo>
                    <a:pt x="958" y="2670"/>
                  </a:lnTo>
                  <a:lnTo>
                    <a:pt x="664" y="2849"/>
                  </a:lnTo>
                  <a:lnTo>
                    <a:pt x="537" y="2938"/>
                  </a:lnTo>
                  <a:lnTo>
                    <a:pt x="434" y="3028"/>
                  </a:lnTo>
                  <a:lnTo>
                    <a:pt x="332" y="3117"/>
                  </a:lnTo>
                  <a:lnTo>
                    <a:pt x="243" y="3219"/>
                  </a:lnTo>
                  <a:lnTo>
                    <a:pt x="166" y="3309"/>
                  </a:lnTo>
                  <a:lnTo>
                    <a:pt x="102" y="3398"/>
                  </a:lnTo>
                  <a:lnTo>
                    <a:pt x="64" y="3500"/>
                  </a:lnTo>
                  <a:lnTo>
                    <a:pt x="26" y="3590"/>
                  </a:lnTo>
                  <a:lnTo>
                    <a:pt x="0" y="3692"/>
                  </a:lnTo>
                  <a:lnTo>
                    <a:pt x="0" y="3794"/>
                  </a:lnTo>
                  <a:lnTo>
                    <a:pt x="0" y="3883"/>
                  </a:lnTo>
                  <a:lnTo>
                    <a:pt x="26" y="3986"/>
                  </a:lnTo>
                  <a:lnTo>
                    <a:pt x="64" y="4088"/>
                  </a:lnTo>
                  <a:lnTo>
                    <a:pt x="102" y="4177"/>
                  </a:lnTo>
                  <a:lnTo>
                    <a:pt x="166" y="4279"/>
                  </a:lnTo>
                  <a:lnTo>
                    <a:pt x="243" y="4369"/>
                  </a:lnTo>
                  <a:lnTo>
                    <a:pt x="332" y="4458"/>
                  </a:lnTo>
                  <a:lnTo>
                    <a:pt x="434" y="4560"/>
                  </a:lnTo>
                  <a:lnTo>
                    <a:pt x="537" y="4650"/>
                  </a:lnTo>
                  <a:lnTo>
                    <a:pt x="664" y="4739"/>
                  </a:lnTo>
                  <a:lnTo>
                    <a:pt x="958" y="4918"/>
                  </a:lnTo>
                  <a:lnTo>
                    <a:pt x="1290" y="5097"/>
                  </a:lnTo>
                  <a:lnTo>
                    <a:pt x="1660" y="5263"/>
                  </a:lnTo>
                  <a:lnTo>
                    <a:pt x="2095" y="5429"/>
                  </a:lnTo>
                  <a:lnTo>
                    <a:pt x="2554" y="5595"/>
                  </a:lnTo>
                  <a:lnTo>
                    <a:pt x="3065" y="5761"/>
                  </a:lnTo>
                  <a:lnTo>
                    <a:pt x="3614" y="5914"/>
                  </a:lnTo>
                  <a:lnTo>
                    <a:pt x="4215" y="6054"/>
                  </a:lnTo>
                  <a:lnTo>
                    <a:pt x="4840" y="6208"/>
                  </a:lnTo>
                  <a:lnTo>
                    <a:pt x="5504" y="6335"/>
                  </a:lnTo>
                  <a:lnTo>
                    <a:pt x="6207" y="6476"/>
                  </a:lnTo>
                  <a:lnTo>
                    <a:pt x="6948" y="6591"/>
                  </a:lnTo>
                  <a:lnTo>
                    <a:pt x="7714" y="6719"/>
                  </a:lnTo>
                  <a:lnTo>
                    <a:pt x="8518" y="6834"/>
                  </a:lnTo>
                  <a:lnTo>
                    <a:pt x="9349" y="6936"/>
                  </a:lnTo>
                  <a:lnTo>
                    <a:pt x="10204" y="7038"/>
                  </a:lnTo>
                  <a:lnTo>
                    <a:pt x="11085" y="7127"/>
                  </a:lnTo>
                  <a:lnTo>
                    <a:pt x="12005" y="7204"/>
                  </a:lnTo>
                  <a:lnTo>
                    <a:pt x="12950" y="7281"/>
                  </a:lnTo>
                  <a:lnTo>
                    <a:pt x="13908" y="7357"/>
                  </a:lnTo>
                  <a:lnTo>
                    <a:pt x="14891" y="7408"/>
                  </a:lnTo>
                  <a:lnTo>
                    <a:pt x="15900" y="7459"/>
                  </a:lnTo>
                  <a:lnTo>
                    <a:pt x="16922" y="7498"/>
                  </a:lnTo>
                  <a:lnTo>
                    <a:pt x="17969" y="7536"/>
                  </a:lnTo>
                  <a:lnTo>
                    <a:pt x="19029" y="7561"/>
                  </a:lnTo>
                  <a:lnTo>
                    <a:pt x="20102" y="7574"/>
                  </a:lnTo>
                  <a:lnTo>
                    <a:pt x="21200" y="7587"/>
                  </a:lnTo>
                  <a:lnTo>
                    <a:pt x="22286" y="7574"/>
                  </a:lnTo>
                  <a:lnTo>
                    <a:pt x="23359" y="7561"/>
                  </a:lnTo>
                  <a:lnTo>
                    <a:pt x="24419" y="7536"/>
                  </a:lnTo>
                  <a:lnTo>
                    <a:pt x="25466" y="7498"/>
                  </a:lnTo>
                  <a:lnTo>
                    <a:pt x="26488" y="7459"/>
                  </a:lnTo>
                  <a:lnTo>
                    <a:pt x="27496" y="7408"/>
                  </a:lnTo>
                  <a:lnTo>
                    <a:pt x="28480" y="7357"/>
                  </a:lnTo>
                  <a:lnTo>
                    <a:pt x="29450" y="7281"/>
                  </a:lnTo>
                  <a:lnTo>
                    <a:pt x="30383" y="7204"/>
                  </a:lnTo>
                  <a:lnTo>
                    <a:pt x="31302" y="7127"/>
                  </a:lnTo>
                  <a:lnTo>
                    <a:pt x="32183" y="7038"/>
                  </a:lnTo>
                  <a:lnTo>
                    <a:pt x="33039" y="6936"/>
                  </a:lnTo>
                  <a:lnTo>
                    <a:pt x="33869" y="6834"/>
                  </a:lnTo>
                  <a:lnTo>
                    <a:pt x="34674" y="6719"/>
                  </a:lnTo>
                  <a:lnTo>
                    <a:pt x="35440" y="6591"/>
                  </a:lnTo>
                  <a:lnTo>
                    <a:pt x="36181" y="6476"/>
                  </a:lnTo>
                  <a:lnTo>
                    <a:pt x="36883" y="6335"/>
                  </a:lnTo>
                  <a:lnTo>
                    <a:pt x="37547" y="6208"/>
                  </a:lnTo>
                  <a:lnTo>
                    <a:pt x="38173" y="6054"/>
                  </a:lnTo>
                  <a:lnTo>
                    <a:pt x="38773" y="5914"/>
                  </a:lnTo>
                  <a:lnTo>
                    <a:pt x="39323" y="5761"/>
                  </a:lnTo>
                  <a:lnTo>
                    <a:pt x="39833" y="5595"/>
                  </a:lnTo>
                  <a:lnTo>
                    <a:pt x="40293" y="5429"/>
                  </a:lnTo>
                  <a:lnTo>
                    <a:pt x="40727" y="5263"/>
                  </a:lnTo>
                  <a:lnTo>
                    <a:pt x="41098" y="5097"/>
                  </a:lnTo>
                  <a:lnTo>
                    <a:pt x="41443" y="4918"/>
                  </a:lnTo>
                  <a:lnTo>
                    <a:pt x="41724" y="4739"/>
                  </a:lnTo>
                  <a:lnTo>
                    <a:pt x="41851" y="4650"/>
                  </a:lnTo>
                  <a:lnTo>
                    <a:pt x="41953" y="4560"/>
                  </a:lnTo>
                  <a:lnTo>
                    <a:pt x="42056" y="4458"/>
                  </a:lnTo>
                  <a:lnTo>
                    <a:pt x="42145" y="4369"/>
                  </a:lnTo>
                  <a:lnTo>
                    <a:pt x="42222" y="4279"/>
                  </a:lnTo>
                  <a:lnTo>
                    <a:pt x="42285" y="4177"/>
                  </a:lnTo>
                  <a:lnTo>
                    <a:pt x="42324" y="4088"/>
                  </a:lnTo>
                  <a:lnTo>
                    <a:pt x="42362" y="3986"/>
                  </a:lnTo>
                  <a:lnTo>
                    <a:pt x="42388" y="3883"/>
                  </a:lnTo>
                  <a:lnTo>
                    <a:pt x="42388" y="3794"/>
                  </a:lnTo>
                  <a:lnTo>
                    <a:pt x="42388" y="3692"/>
                  </a:lnTo>
                  <a:lnTo>
                    <a:pt x="42362" y="3590"/>
                  </a:lnTo>
                  <a:lnTo>
                    <a:pt x="42324" y="3500"/>
                  </a:lnTo>
                  <a:lnTo>
                    <a:pt x="42285" y="3398"/>
                  </a:lnTo>
                  <a:lnTo>
                    <a:pt x="42222" y="3309"/>
                  </a:lnTo>
                  <a:lnTo>
                    <a:pt x="42145" y="3219"/>
                  </a:lnTo>
                  <a:lnTo>
                    <a:pt x="42056" y="3117"/>
                  </a:lnTo>
                  <a:lnTo>
                    <a:pt x="41953" y="3028"/>
                  </a:lnTo>
                  <a:lnTo>
                    <a:pt x="41851" y="2938"/>
                  </a:lnTo>
                  <a:lnTo>
                    <a:pt x="41724" y="2849"/>
                  </a:lnTo>
                  <a:lnTo>
                    <a:pt x="41443" y="2670"/>
                  </a:lnTo>
                  <a:lnTo>
                    <a:pt x="41098" y="2491"/>
                  </a:lnTo>
                  <a:lnTo>
                    <a:pt x="40727" y="2313"/>
                  </a:lnTo>
                  <a:lnTo>
                    <a:pt x="40293" y="2146"/>
                  </a:lnTo>
                  <a:lnTo>
                    <a:pt x="39833" y="1980"/>
                  </a:lnTo>
                  <a:lnTo>
                    <a:pt x="39323" y="1827"/>
                  </a:lnTo>
                  <a:lnTo>
                    <a:pt x="38773" y="1674"/>
                  </a:lnTo>
                  <a:lnTo>
                    <a:pt x="38173" y="1521"/>
                  </a:lnTo>
                  <a:lnTo>
                    <a:pt x="37547" y="1380"/>
                  </a:lnTo>
                  <a:lnTo>
                    <a:pt x="36883" y="1240"/>
                  </a:lnTo>
                  <a:lnTo>
                    <a:pt x="36181" y="1112"/>
                  </a:lnTo>
                  <a:lnTo>
                    <a:pt x="35440" y="984"/>
                  </a:lnTo>
                  <a:lnTo>
                    <a:pt x="34674" y="869"/>
                  </a:lnTo>
                  <a:lnTo>
                    <a:pt x="33869" y="754"/>
                  </a:lnTo>
                  <a:lnTo>
                    <a:pt x="33039" y="652"/>
                  </a:lnTo>
                  <a:lnTo>
                    <a:pt x="32183" y="550"/>
                  </a:lnTo>
                  <a:lnTo>
                    <a:pt x="31302" y="461"/>
                  </a:lnTo>
                  <a:lnTo>
                    <a:pt x="30383" y="371"/>
                  </a:lnTo>
                  <a:lnTo>
                    <a:pt x="29450" y="295"/>
                  </a:lnTo>
                  <a:lnTo>
                    <a:pt x="28480" y="231"/>
                  </a:lnTo>
                  <a:lnTo>
                    <a:pt x="27496" y="167"/>
                  </a:lnTo>
                  <a:lnTo>
                    <a:pt x="26488" y="116"/>
                  </a:lnTo>
                  <a:lnTo>
                    <a:pt x="25466" y="78"/>
                  </a:lnTo>
                  <a:lnTo>
                    <a:pt x="24419" y="39"/>
                  </a:lnTo>
                  <a:lnTo>
                    <a:pt x="23359" y="26"/>
                  </a:lnTo>
                  <a:lnTo>
                    <a:pt x="22286" y="1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3885440" y="2842878"/>
              <a:ext cx="609033" cy="83411"/>
            </a:xfrm>
            <a:custGeom>
              <a:avLst/>
              <a:gdLst/>
              <a:ahLst/>
              <a:cxnLst/>
              <a:rect l="l" t="t" r="r" b="b"/>
              <a:pathLst>
                <a:path w="41137" h="5634" extrusionOk="0">
                  <a:moveTo>
                    <a:pt x="19949" y="1"/>
                  </a:moveTo>
                  <a:lnTo>
                    <a:pt x="18238" y="14"/>
                  </a:lnTo>
                  <a:lnTo>
                    <a:pt x="16565" y="52"/>
                  </a:lnTo>
                  <a:lnTo>
                    <a:pt x="14943" y="103"/>
                  </a:lnTo>
                  <a:lnTo>
                    <a:pt x="13360" y="192"/>
                  </a:lnTo>
                  <a:lnTo>
                    <a:pt x="11840" y="282"/>
                  </a:lnTo>
                  <a:lnTo>
                    <a:pt x="10371" y="410"/>
                  </a:lnTo>
                  <a:lnTo>
                    <a:pt x="8966" y="550"/>
                  </a:lnTo>
                  <a:lnTo>
                    <a:pt x="7625" y="703"/>
                  </a:lnTo>
                  <a:lnTo>
                    <a:pt x="6361" y="882"/>
                  </a:lnTo>
                  <a:lnTo>
                    <a:pt x="5173" y="1074"/>
                  </a:lnTo>
                  <a:lnTo>
                    <a:pt x="4075" y="1278"/>
                  </a:lnTo>
                  <a:lnTo>
                    <a:pt x="3551" y="1393"/>
                  </a:lnTo>
                  <a:lnTo>
                    <a:pt x="3066" y="1495"/>
                  </a:lnTo>
                  <a:lnTo>
                    <a:pt x="2593" y="1623"/>
                  </a:lnTo>
                  <a:lnTo>
                    <a:pt x="2134" y="1738"/>
                  </a:lnTo>
                  <a:lnTo>
                    <a:pt x="1712" y="1853"/>
                  </a:lnTo>
                  <a:lnTo>
                    <a:pt x="1316" y="1980"/>
                  </a:lnTo>
                  <a:lnTo>
                    <a:pt x="946" y="2108"/>
                  </a:lnTo>
                  <a:lnTo>
                    <a:pt x="601" y="2236"/>
                  </a:lnTo>
                  <a:lnTo>
                    <a:pt x="282" y="2376"/>
                  </a:lnTo>
                  <a:lnTo>
                    <a:pt x="1" y="2504"/>
                  </a:lnTo>
                  <a:lnTo>
                    <a:pt x="716" y="2300"/>
                  </a:lnTo>
                  <a:lnTo>
                    <a:pt x="1508" y="2095"/>
                  </a:lnTo>
                  <a:lnTo>
                    <a:pt x="2364" y="1904"/>
                  </a:lnTo>
                  <a:lnTo>
                    <a:pt x="3296" y="1712"/>
                  </a:lnTo>
                  <a:lnTo>
                    <a:pt x="4292" y="1546"/>
                  </a:lnTo>
                  <a:lnTo>
                    <a:pt x="5352" y="1380"/>
                  </a:lnTo>
                  <a:lnTo>
                    <a:pt x="6463" y="1240"/>
                  </a:lnTo>
                  <a:lnTo>
                    <a:pt x="7625" y="1099"/>
                  </a:lnTo>
                  <a:lnTo>
                    <a:pt x="8851" y="972"/>
                  </a:lnTo>
                  <a:lnTo>
                    <a:pt x="10116" y="869"/>
                  </a:lnTo>
                  <a:lnTo>
                    <a:pt x="11431" y="780"/>
                  </a:lnTo>
                  <a:lnTo>
                    <a:pt x="12772" y="703"/>
                  </a:lnTo>
                  <a:lnTo>
                    <a:pt x="14164" y="639"/>
                  </a:lnTo>
                  <a:lnTo>
                    <a:pt x="15595" y="601"/>
                  </a:lnTo>
                  <a:lnTo>
                    <a:pt x="17050" y="563"/>
                  </a:lnTo>
                  <a:lnTo>
                    <a:pt x="19617" y="563"/>
                  </a:lnTo>
                  <a:lnTo>
                    <a:pt x="20690" y="576"/>
                  </a:lnTo>
                  <a:lnTo>
                    <a:pt x="21750" y="601"/>
                  </a:lnTo>
                  <a:lnTo>
                    <a:pt x="22797" y="639"/>
                  </a:lnTo>
                  <a:lnTo>
                    <a:pt x="23819" y="678"/>
                  </a:lnTo>
                  <a:lnTo>
                    <a:pt x="24828" y="729"/>
                  </a:lnTo>
                  <a:lnTo>
                    <a:pt x="25811" y="793"/>
                  </a:lnTo>
                  <a:lnTo>
                    <a:pt x="26782" y="857"/>
                  </a:lnTo>
                  <a:lnTo>
                    <a:pt x="27714" y="933"/>
                  </a:lnTo>
                  <a:lnTo>
                    <a:pt x="28634" y="1023"/>
                  </a:lnTo>
                  <a:lnTo>
                    <a:pt x="29515" y="1112"/>
                  </a:lnTo>
                  <a:lnTo>
                    <a:pt x="30371" y="1201"/>
                  </a:lnTo>
                  <a:lnTo>
                    <a:pt x="31214" y="1316"/>
                  </a:lnTo>
                  <a:lnTo>
                    <a:pt x="32005" y="1431"/>
                  </a:lnTo>
                  <a:lnTo>
                    <a:pt x="32772" y="1546"/>
                  </a:lnTo>
                  <a:lnTo>
                    <a:pt x="33512" y="1674"/>
                  </a:lnTo>
                  <a:lnTo>
                    <a:pt x="34215" y="1802"/>
                  </a:lnTo>
                  <a:lnTo>
                    <a:pt x="34879" y="1942"/>
                  </a:lnTo>
                  <a:lnTo>
                    <a:pt x="35505" y="2083"/>
                  </a:lnTo>
                  <a:lnTo>
                    <a:pt x="36105" y="2236"/>
                  </a:lnTo>
                  <a:lnTo>
                    <a:pt x="36654" y="2389"/>
                  </a:lnTo>
                  <a:lnTo>
                    <a:pt x="37165" y="2542"/>
                  </a:lnTo>
                  <a:lnTo>
                    <a:pt x="37638" y="2708"/>
                  </a:lnTo>
                  <a:lnTo>
                    <a:pt x="38059" y="2874"/>
                  </a:lnTo>
                  <a:lnTo>
                    <a:pt x="38429" y="3040"/>
                  </a:lnTo>
                  <a:lnTo>
                    <a:pt x="38774" y="3219"/>
                  </a:lnTo>
                  <a:lnTo>
                    <a:pt x="39055" y="3398"/>
                  </a:lnTo>
                  <a:lnTo>
                    <a:pt x="39183" y="3500"/>
                  </a:lnTo>
                  <a:lnTo>
                    <a:pt x="39285" y="3590"/>
                  </a:lnTo>
                  <a:lnTo>
                    <a:pt x="39387" y="3679"/>
                  </a:lnTo>
                  <a:lnTo>
                    <a:pt x="39477" y="3768"/>
                  </a:lnTo>
                  <a:lnTo>
                    <a:pt x="39553" y="3871"/>
                  </a:lnTo>
                  <a:lnTo>
                    <a:pt x="39617" y="3960"/>
                  </a:lnTo>
                  <a:lnTo>
                    <a:pt x="39655" y="4062"/>
                  </a:lnTo>
                  <a:lnTo>
                    <a:pt x="39694" y="4152"/>
                  </a:lnTo>
                  <a:lnTo>
                    <a:pt x="39719" y="4254"/>
                  </a:lnTo>
                  <a:lnTo>
                    <a:pt x="39719" y="4356"/>
                  </a:lnTo>
                  <a:lnTo>
                    <a:pt x="39719" y="4433"/>
                  </a:lnTo>
                  <a:lnTo>
                    <a:pt x="39706" y="4522"/>
                  </a:lnTo>
                  <a:lnTo>
                    <a:pt x="39681" y="4599"/>
                  </a:lnTo>
                  <a:lnTo>
                    <a:pt x="39643" y="4688"/>
                  </a:lnTo>
                  <a:lnTo>
                    <a:pt x="39592" y="4765"/>
                  </a:lnTo>
                  <a:lnTo>
                    <a:pt x="39540" y="4841"/>
                  </a:lnTo>
                  <a:lnTo>
                    <a:pt x="39400" y="5007"/>
                  </a:lnTo>
                  <a:lnTo>
                    <a:pt x="39221" y="5173"/>
                  </a:lnTo>
                  <a:lnTo>
                    <a:pt x="39017" y="5327"/>
                  </a:lnTo>
                  <a:lnTo>
                    <a:pt x="38761" y="5480"/>
                  </a:lnTo>
                  <a:lnTo>
                    <a:pt x="38480" y="5633"/>
                  </a:lnTo>
                  <a:lnTo>
                    <a:pt x="39081" y="5429"/>
                  </a:lnTo>
                  <a:lnTo>
                    <a:pt x="39349" y="5314"/>
                  </a:lnTo>
                  <a:lnTo>
                    <a:pt x="39604" y="5212"/>
                  </a:lnTo>
                  <a:lnTo>
                    <a:pt x="39847" y="5097"/>
                  </a:lnTo>
                  <a:lnTo>
                    <a:pt x="40064" y="4982"/>
                  </a:lnTo>
                  <a:lnTo>
                    <a:pt x="40268" y="4867"/>
                  </a:lnTo>
                  <a:lnTo>
                    <a:pt x="40447" y="4752"/>
                  </a:lnTo>
                  <a:lnTo>
                    <a:pt x="40600" y="4637"/>
                  </a:lnTo>
                  <a:lnTo>
                    <a:pt x="40741" y="4522"/>
                  </a:lnTo>
                  <a:lnTo>
                    <a:pt x="40869" y="4407"/>
                  </a:lnTo>
                  <a:lnTo>
                    <a:pt x="40971" y="4279"/>
                  </a:lnTo>
                  <a:lnTo>
                    <a:pt x="41047" y="4164"/>
                  </a:lnTo>
                  <a:lnTo>
                    <a:pt x="41099" y="4037"/>
                  </a:lnTo>
                  <a:lnTo>
                    <a:pt x="41137" y="3922"/>
                  </a:lnTo>
                  <a:lnTo>
                    <a:pt x="41137" y="3794"/>
                  </a:lnTo>
                  <a:lnTo>
                    <a:pt x="41137" y="3692"/>
                  </a:lnTo>
                  <a:lnTo>
                    <a:pt x="41111" y="3590"/>
                  </a:lnTo>
                  <a:lnTo>
                    <a:pt x="41086" y="3500"/>
                  </a:lnTo>
                  <a:lnTo>
                    <a:pt x="41035" y="3398"/>
                  </a:lnTo>
                  <a:lnTo>
                    <a:pt x="40971" y="3309"/>
                  </a:lnTo>
                  <a:lnTo>
                    <a:pt x="40894" y="3219"/>
                  </a:lnTo>
                  <a:lnTo>
                    <a:pt x="40818" y="3117"/>
                  </a:lnTo>
                  <a:lnTo>
                    <a:pt x="40715" y="3028"/>
                  </a:lnTo>
                  <a:lnTo>
                    <a:pt x="40600" y="2938"/>
                  </a:lnTo>
                  <a:lnTo>
                    <a:pt x="40473" y="2849"/>
                  </a:lnTo>
                  <a:lnTo>
                    <a:pt x="40192" y="2670"/>
                  </a:lnTo>
                  <a:lnTo>
                    <a:pt x="39860" y="2491"/>
                  </a:lnTo>
                  <a:lnTo>
                    <a:pt x="39477" y="2313"/>
                  </a:lnTo>
                  <a:lnTo>
                    <a:pt x="39055" y="2146"/>
                  </a:lnTo>
                  <a:lnTo>
                    <a:pt x="38583" y="1980"/>
                  </a:lnTo>
                  <a:lnTo>
                    <a:pt x="38072" y="1827"/>
                  </a:lnTo>
                  <a:lnTo>
                    <a:pt x="37523" y="1674"/>
                  </a:lnTo>
                  <a:lnTo>
                    <a:pt x="36935" y="1521"/>
                  </a:lnTo>
                  <a:lnTo>
                    <a:pt x="36297" y="1380"/>
                  </a:lnTo>
                  <a:lnTo>
                    <a:pt x="35632" y="1240"/>
                  </a:lnTo>
                  <a:lnTo>
                    <a:pt x="34930" y="1112"/>
                  </a:lnTo>
                  <a:lnTo>
                    <a:pt x="34202" y="984"/>
                  </a:lnTo>
                  <a:lnTo>
                    <a:pt x="33423" y="869"/>
                  </a:lnTo>
                  <a:lnTo>
                    <a:pt x="32631" y="754"/>
                  </a:lnTo>
                  <a:lnTo>
                    <a:pt x="31801" y="652"/>
                  </a:lnTo>
                  <a:lnTo>
                    <a:pt x="30933" y="550"/>
                  </a:lnTo>
                  <a:lnTo>
                    <a:pt x="30051" y="461"/>
                  </a:lnTo>
                  <a:lnTo>
                    <a:pt x="29132" y="371"/>
                  </a:lnTo>
                  <a:lnTo>
                    <a:pt x="28200" y="295"/>
                  </a:lnTo>
                  <a:lnTo>
                    <a:pt x="27229" y="231"/>
                  </a:lnTo>
                  <a:lnTo>
                    <a:pt x="26246" y="167"/>
                  </a:lnTo>
                  <a:lnTo>
                    <a:pt x="25250" y="116"/>
                  </a:lnTo>
                  <a:lnTo>
                    <a:pt x="24215" y="78"/>
                  </a:lnTo>
                  <a:lnTo>
                    <a:pt x="23181" y="39"/>
                  </a:lnTo>
                  <a:lnTo>
                    <a:pt x="22121" y="26"/>
                  </a:lnTo>
                  <a:lnTo>
                    <a:pt x="21035" y="1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4094191" y="2873894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0" y="0"/>
                  </a:moveTo>
                  <a:lnTo>
                    <a:pt x="0" y="384"/>
                  </a:lnTo>
                  <a:lnTo>
                    <a:pt x="3346" y="384"/>
                  </a:lnTo>
                  <a:lnTo>
                    <a:pt x="4253" y="409"/>
                  </a:lnTo>
                  <a:lnTo>
                    <a:pt x="5058" y="447"/>
                  </a:lnTo>
                  <a:lnTo>
                    <a:pt x="5747" y="511"/>
                  </a:lnTo>
                  <a:lnTo>
                    <a:pt x="6322" y="575"/>
                  </a:lnTo>
                  <a:lnTo>
                    <a:pt x="6565" y="613"/>
                  </a:lnTo>
                  <a:lnTo>
                    <a:pt x="6795" y="665"/>
                  </a:lnTo>
                  <a:lnTo>
                    <a:pt x="6973" y="716"/>
                  </a:lnTo>
                  <a:lnTo>
                    <a:pt x="7139" y="767"/>
                  </a:lnTo>
                  <a:lnTo>
                    <a:pt x="7267" y="831"/>
                  </a:lnTo>
                  <a:lnTo>
                    <a:pt x="7369" y="882"/>
                  </a:lnTo>
                  <a:lnTo>
                    <a:pt x="0" y="882"/>
                  </a:lnTo>
                  <a:lnTo>
                    <a:pt x="0" y="1175"/>
                  </a:lnTo>
                  <a:lnTo>
                    <a:pt x="7471" y="1175"/>
                  </a:lnTo>
                  <a:lnTo>
                    <a:pt x="7446" y="1214"/>
                  </a:lnTo>
                  <a:lnTo>
                    <a:pt x="7408" y="1252"/>
                  </a:lnTo>
                  <a:lnTo>
                    <a:pt x="7305" y="1329"/>
                  </a:lnTo>
                  <a:lnTo>
                    <a:pt x="7165" y="1392"/>
                  </a:lnTo>
                  <a:lnTo>
                    <a:pt x="6986" y="1456"/>
                  </a:lnTo>
                  <a:lnTo>
                    <a:pt x="6769" y="1520"/>
                  </a:lnTo>
                  <a:lnTo>
                    <a:pt x="6514" y="1571"/>
                  </a:lnTo>
                  <a:lnTo>
                    <a:pt x="6207" y="1622"/>
                  </a:lnTo>
                  <a:lnTo>
                    <a:pt x="5875" y="1661"/>
                  </a:lnTo>
                  <a:lnTo>
                    <a:pt x="5505" y="1712"/>
                  </a:lnTo>
                  <a:lnTo>
                    <a:pt x="5096" y="1737"/>
                  </a:lnTo>
                  <a:lnTo>
                    <a:pt x="4636" y="1776"/>
                  </a:lnTo>
                  <a:lnTo>
                    <a:pt x="4151" y="1801"/>
                  </a:lnTo>
                  <a:lnTo>
                    <a:pt x="3053" y="1839"/>
                  </a:lnTo>
                  <a:lnTo>
                    <a:pt x="1801" y="1852"/>
                  </a:lnTo>
                  <a:lnTo>
                    <a:pt x="0" y="1852"/>
                  </a:lnTo>
                  <a:lnTo>
                    <a:pt x="0" y="2210"/>
                  </a:lnTo>
                  <a:lnTo>
                    <a:pt x="2197" y="2631"/>
                  </a:lnTo>
                  <a:lnTo>
                    <a:pt x="4215" y="3040"/>
                  </a:lnTo>
                  <a:lnTo>
                    <a:pt x="6130" y="3449"/>
                  </a:lnTo>
                  <a:lnTo>
                    <a:pt x="8021" y="3857"/>
                  </a:lnTo>
                  <a:lnTo>
                    <a:pt x="11162" y="3857"/>
                  </a:lnTo>
                  <a:lnTo>
                    <a:pt x="9106" y="3410"/>
                  </a:lnTo>
                  <a:lnTo>
                    <a:pt x="7050" y="2976"/>
                  </a:lnTo>
                  <a:lnTo>
                    <a:pt x="5032" y="2555"/>
                  </a:lnTo>
                  <a:lnTo>
                    <a:pt x="3078" y="2184"/>
                  </a:lnTo>
                  <a:lnTo>
                    <a:pt x="3844" y="2172"/>
                  </a:lnTo>
                  <a:lnTo>
                    <a:pt x="4572" y="2159"/>
                  </a:lnTo>
                  <a:lnTo>
                    <a:pt x="5275" y="2133"/>
                  </a:lnTo>
                  <a:lnTo>
                    <a:pt x="5926" y="2095"/>
                  </a:lnTo>
                  <a:lnTo>
                    <a:pt x="6539" y="2057"/>
                  </a:lnTo>
                  <a:lnTo>
                    <a:pt x="7101" y="2005"/>
                  </a:lnTo>
                  <a:lnTo>
                    <a:pt x="7637" y="1954"/>
                  </a:lnTo>
                  <a:lnTo>
                    <a:pt x="8110" y="1891"/>
                  </a:lnTo>
                  <a:lnTo>
                    <a:pt x="8557" y="1827"/>
                  </a:lnTo>
                  <a:lnTo>
                    <a:pt x="8940" y="1750"/>
                  </a:lnTo>
                  <a:lnTo>
                    <a:pt x="9285" y="1673"/>
                  </a:lnTo>
                  <a:lnTo>
                    <a:pt x="9579" y="1584"/>
                  </a:lnTo>
                  <a:lnTo>
                    <a:pt x="9821" y="1495"/>
                  </a:lnTo>
                  <a:lnTo>
                    <a:pt x="10026" y="1392"/>
                  </a:lnTo>
                  <a:lnTo>
                    <a:pt x="10102" y="1341"/>
                  </a:lnTo>
                  <a:lnTo>
                    <a:pt x="10166" y="1290"/>
                  </a:lnTo>
                  <a:lnTo>
                    <a:pt x="10217" y="1239"/>
                  </a:lnTo>
                  <a:lnTo>
                    <a:pt x="10256" y="1175"/>
                  </a:lnTo>
                  <a:lnTo>
                    <a:pt x="13780" y="1175"/>
                  </a:lnTo>
                  <a:lnTo>
                    <a:pt x="13780" y="882"/>
                  </a:lnTo>
                  <a:lnTo>
                    <a:pt x="10217" y="882"/>
                  </a:lnTo>
                  <a:lnTo>
                    <a:pt x="10179" y="843"/>
                  </a:lnTo>
                  <a:lnTo>
                    <a:pt x="10115" y="792"/>
                  </a:lnTo>
                  <a:lnTo>
                    <a:pt x="9987" y="703"/>
                  </a:lnTo>
                  <a:lnTo>
                    <a:pt x="9796" y="613"/>
                  </a:lnTo>
                  <a:lnTo>
                    <a:pt x="9579" y="537"/>
                  </a:lnTo>
                  <a:lnTo>
                    <a:pt x="9323" y="473"/>
                  </a:lnTo>
                  <a:lnTo>
                    <a:pt x="9042" y="409"/>
                  </a:lnTo>
                  <a:lnTo>
                    <a:pt x="8723" y="345"/>
                  </a:lnTo>
                  <a:lnTo>
                    <a:pt x="8378" y="294"/>
                  </a:lnTo>
                  <a:lnTo>
                    <a:pt x="13780" y="294"/>
                  </a:lnTo>
                  <a:lnTo>
                    <a:pt x="13780" y="0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3807921" y="2802993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1" y="0"/>
                  </a:moveTo>
                  <a:lnTo>
                    <a:pt x="1" y="5390"/>
                  </a:lnTo>
                  <a:lnTo>
                    <a:pt x="1" y="5530"/>
                  </a:lnTo>
                  <a:lnTo>
                    <a:pt x="26" y="5671"/>
                  </a:lnTo>
                  <a:lnTo>
                    <a:pt x="77" y="5811"/>
                  </a:lnTo>
                  <a:lnTo>
                    <a:pt x="128" y="5939"/>
                  </a:lnTo>
                  <a:lnTo>
                    <a:pt x="205" y="6079"/>
                  </a:lnTo>
                  <a:lnTo>
                    <a:pt x="294" y="6207"/>
                  </a:lnTo>
                  <a:lnTo>
                    <a:pt x="397" y="6347"/>
                  </a:lnTo>
                  <a:lnTo>
                    <a:pt x="524" y="6475"/>
                  </a:lnTo>
                  <a:lnTo>
                    <a:pt x="665" y="6603"/>
                  </a:lnTo>
                  <a:lnTo>
                    <a:pt x="805" y="6743"/>
                  </a:lnTo>
                  <a:lnTo>
                    <a:pt x="971" y="6871"/>
                  </a:lnTo>
                  <a:lnTo>
                    <a:pt x="1163" y="6999"/>
                  </a:lnTo>
                  <a:lnTo>
                    <a:pt x="1354" y="7127"/>
                  </a:lnTo>
                  <a:lnTo>
                    <a:pt x="1559" y="7241"/>
                  </a:lnTo>
                  <a:lnTo>
                    <a:pt x="1789" y="7369"/>
                  </a:lnTo>
                  <a:lnTo>
                    <a:pt x="2031" y="7484"/>
                  </a:lnTo>
                  <a:lnTo>
                    <a:pt x="2542" y="7727"/>
                  </a:lnTo>
                  <a:lnTo>
                    <a:pt x="3117" y="7957"/>
                  </a:lnTo>
                  <a:lnTo>
                    <a:pt x="3730" y="8187"/>
                  </a:lnTo>
                  <a:lnTo>
                    <a:pt x="4407" y="8404"/>
                  </a:lnTo>
                  <a:lnTo>
                    <a:pt x="5122" y="8621"/>
                  </a:lnTo>
                  <a:lnTo>
                    <a:pt x="5888" y="8825"/>
                  </a:lnTo>
                  <a:lnTo>
                    <a:pt x="6706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388" y="9553"/>
                  </a:lnTo>
                  <a:lnTo>
                    <a:pt x="10358" y="9706"/>
                  </a:lnTo>
                  <a:lnTo>
                    <a:pt x="11380" y="9860"/>
                  </a:lnTo>
                  <a:lnTo>
                    <a:pt x="12427" y="10000"/>
                  </a:lnTo>
                  <a:lnTo>
                    <a:pt x="13500" y="10128"/>
                  </a:lnTo>
                  <a:lnTo>
                    <a:pt x="14611" y="10255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36"/>
                  </a:lnTo>
                  <a:lnTo>
                    <a:pt x="19362" y="10613"/>
                  </a:lnTo>
                  <a:lnTo>
                    <a:pt x="20601" y="10677"/>
                  </a:lnTo>
                  <a:lnTo>
                    <a:pt x="21878" y="10728"/>
                  </a:lnTo>
                  <a:lnTo>
                    <a:pt x="23168" y="10754"/>
                  </a:lnTo>
                  <a:lnTo>
                    <a:pt x="24483" y="10779"/>
                  </a:lnTo>
                  <a:lnTo>
                    <a:pt x="27139" y="10779"/>
                  </a:lnTo>
                  <a:lnTo>
                    <a:pt x="28442" y="10754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1" y="10613"/>
                  </a:lnTo>
                  <a:lnTo>
                    <a:pt x="33474" y="10536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9" y="10255"/>
                  </a:lnTo>
                  <a:lnTo>
                    <a:pt x="38110" y="10128"/>
                  </a:lnTo>
                  <a:lnTo>
                    <a:pt x="39183" y="10000"/>
                  </a:lnTo>
                  <a:lnTo>
                    <a:pt x="40230" y="9860"/>
                  </a:lnTo>
                  <a:lnTo>
                    <a:pt x="41252" y="9706"/>
                  </a:lnTo>
                  <a:lnTo>
                    <a:pt x="42222" y="9553"/>
                  </a:lnTo>
                  <a:lnTo>
                    <a:pt x="43154" y="9387"/>
                  </a:lnTo>
                  <a:lnTo>
                    <a:pt x="44048" y="9208"/>
                  </a:lnTo>
                  <a:lnTo>
                    <a:pt x="44904" y="9017"/>
                  </a:lnTo>
                  <a:lnTo>
                    <a:pt x="45722" y="8825"/>
                  </a:lnTo>
                  <a:lnTo>
                    <a:pt x="46488" y="8621"/>
                  </a:lnTo>
                  <a:lnTo>
                    <a:pt x="47203" y="8404"/>
                  </a:lnTo>
                  <a:lnTo>
                    <a:pt x="47880" y="8187"/>
                  </a:lnTo>
                  <a:lnTo>
                    <a:pt x="48493" y="7957"/>
                  </a:lnTo>
                  <a:lnTo>
                    <a:pt x="49068" y="7727"/>
                  </a:lnTo>
                  <a:lnTo>
                    <a:pt x="49578" y="7484"/>
                  </a:lnTo>
                  <a:lnTo>
                    <a:pt x="49821" y="7369"/>
                  </a:lnTo>
                  <a:lnTo>
                    <a:pt x="50051" y="7241"/>
                  </a:lnTo>
                  <a:lnTo>
                    <a:pt x="50255" y="7127"/>
                  </a:lnTo>
                  <a:lnTo>
                    <a:pt x="50447" y="6999"/>
                  </a:lnTo>
                  <a:lnTo>
                    <a:pt x="50638" y="6871"/>
                  </a:lnTo>
                  <a:lnTo>
                    <a:pt x="50804" y="6743"/>
                  </a:lnTo>
                  <a:lnTo>
                    <a:pt x="50958" y="6603"/>
                  </a:lnTo>
                  <a:lnTo>
                    <a:pt x="51085" y="6475"/>
                  </a:lnTo>
                  <a:lnTo>
                    <a:pt x="51213" y="6347"/>
                  </a:lnTo>
                  <a:lnTo>
                    <a:pt x="51315" y="6207"/>
                  </a:lnTo>
                  <a:lnTo>
                    <a:pt x="51405" y="6079"/>
                  </a:lnTo>
                  <a:lnTo>
                    <a:pt x="51481" y="5939"/>
                  </a:lnTo>
                  <a:lnTo>
                    <a:pt x="51532" y="5811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09" y="5390"/>
                  </a:lnTo>
                  <a:lnTo>
                    <a:pt x="51609" y="0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3807921" y="2723194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24483" y="1"/>
                  </a:moveTo>
                  <a:lnTo>
                    <a:pt x="23168" y="26"/>
                  </a:lnTo>
                  <a:lnTo>
                    <a:pt x="21878" y="52"/>
                  </a:lnTo>
                  <a:lnTo>
                    <a:pt x="20601" y="103"/>
                  </a:lnTo>
                  <a:lnTo>
                    <a:pt x="19362" y="167"/>
                  </a:lnTo>
                  <a:lnTo>
                    <a:pt x="18136" y="243"/>
                  </a:lnTo>
                  <a:lnTo>
                    <a:pt x="16935" y="320"/>
                  </a:lnTo>
                  <a:lnTo>
                    <a:pt x="15760" y="422"/>
                  </a:lnTo>
                  <a:lnTo>
                    <a:pt x="14611" y="524"/>
                  </a:lnTo>
                  <a:lnTo>
                    <a:pt x="13500" y="652"/>
                  </a:lnTo>
                  <a:lnTo>
                    <a:pt x="12427" y="780"/>
                  </a:lnTo>
                  <a:lnTo>
                    <a:pt x="11380" y="920"/>
                  </a:lnTo>
                  <a:lnTo>
                    <a:pt x="10358" y="1074"/>
                  </a:lnTo>
                  <a:lnTo>
                    <a:pt x="9388" y="1227"/>
                  </a:lnTo>
                  <a:lnTo>
                    <a:pt x="8455" y="1393"/>
                  </a:lnTo>
                  <a:lnTo>
                    <a:pt x="7561" y="1572"/>
                  </a:lnTo>
                  <a:lnTo>
                    <a:pt x="6706" y="1763"/>
                  </a:lnTo>
                  <a:lnTo>
                    <a:pt x="5888" y="1955"/>
                  </a:lnTo>
                  <a:lnTo>
                    <a:pt x="5122" y="2159"/>
                  </a:lnTo>
                  <a:lnTo>
                    <a:pt x="4407" y="2376"/>
                  </a:lnTo>
                  <a:lnTo>
                    <a:pt x="3730" y="2593"/>
                  </a:lnTo>
                  <a:lnTo>
                    <a:pt x="3117" y="2823"/>
                  </a:lnTo>
                  <a:lnTo>
                    <a:pt x="2542" y="3053"/>
                  </a:lnTo>
                  <a:lnTo>
                    <a:pt x="2031" y="3296"/>
                  </a:lnTo>
                  <a:lnTo>
                    <a:pt x="1789" y="3411"/>
                  </a:lnTo>
                  <a:lnTo>
                    <a:pt x="1559" y="3538"/>
                  </a:lnTo>
                  <a:lnTo>
                    <a:pt x="1354" y="3653"/>
                  </a:lnTo>
                  <a:lnTo>
                    <a:pt x="1163" y="3781"/>
                  </a:lnTo>
                  <a:lnTo>
                    <a:pt x="971" y="3909"/>
                  </a:lnTo>
                  <a:lnTo>
                    <a:pt x="805" y="4036"/>
                  </a:lnTo>
                  <a:lnTo>
                    <a:pt x="665" y="4177"/>
                  </a:lnTo>
                  <a:lnTo>
                    <a:pt x="524" y="4305"/>
                  </a:lnTo>
                  <a:lnTo>
                    <a:pt x="397" y="4432"/>
                  </a:lnTo>
                  <a:lnTo>
                    <a:pt x="294" y="4573"/>
                  </a:lnTo>
                  <a:lnTo>
                    <a:pt x="205" y="4701"/>
                  </a:lnTo>
                  <a:lnTo>
                    <a:pt x="128" y="4841"/>
                  </a:lnTo>
                  <a:lnTo>
                    <a:pt x="77" y="4969"/>
                  </a:lnTo>
                  <a:lnTo>
                    <a:pt x="26" y="5109"/>
                  </a:lnTo>
                  <a:lnTo>
                    <a:pt x="1" y="5250"/>
                  </a:lnTo>
                  <a:lnTo>
                    <a:pt x="1" y="5390"/>
                  </a:lnTo>
                  <a:lnTo>
                    <a:pt x="1" y="5531"/>
                  </a:lnTo>
                  <a:lnTo>
                    <a:pt x="26" y="5671"/>
                  </a:lnTo>
                  <a:lnTo>
                    <a:pt x="77" y="5799"/>
                  </a:lnTo>
                  <a:lnTo>
                    <a:pt x="128" y="5939"/>
                  </a:lnTo>
                  <a:lnTo>
                    <a:pt x="205" y="6080"/>
                  </a:lnTo>
                  <a:lnTo>
                    <a:pt x="294" y="6208"/>
                  </a:lnTo>
                  <a:lnTo>
                    <a:pt x="397" y="6348"/>
                  </a:lnTo>
                  <a:lnTo>
                    <a:pt x="524" y="6476"/>
                  </a:lnTo>
                  <a:lnTo>
                    <a:pt x="665" y="6603"/>
                  </a:lnTo>
                  <a:lnTo>
                    <a:pt x="805" y="6731"/>
                  </a:lnTo>
                  <a:lnTo>
                    <a:pt x="971" y="6859"/>
                  </a:lnTo>
                  <a:lnTo>
                    <a:pt x="1163" y="6987"/>
                  </a:lnTo>
                  <a:lnTo>
                    <a:pt x="1354" y="7114"/>
                  </a:lnTo>
                  <a:lnTo>
                    <a:pt x="1559" y="7242"/>
                  </a:lnTo>
                  <a:lnTo>
                    <a:pt x="1789" y="7370"/>
                  </a:lnTo>
                  <a:lnTo>
                    <a:pt x="2031" y="7485"/>
                  </a:lnTo>
                  <a:lnTo>
                    <a:pt x="2542" y="7727"/>
                  </a:lnTo>
                  <a:lnTo>
                    <a:pt x="3117" y="7957"/>
                  </a:lnTo>
                  <a:lnTo>
                    <a:pt x="3730" y="8187"/>
                  </a:lnTo>
                  <a:lnTo>
                    <a:pt x="4407" y="8404"/>
                  </a:lnTo>
                  <a:lnTo>
                    <a:pt x="5122" y="8621"/>
                  </a:lnTo>
                  <a:lnTo>
                    <a:pt x="5888" y="8813"/>
                  </a:lnTo>
                  <a:lnTo>
                    <a:pt x="6706" y="9017"/>
                  </a:lnTo>
                  <a:lnTo>
                    <a:pt x="7561" y="9196"/>
                  </a:lnTo>
                  <a:lnTo>
                    <a:pt x="8455" y="9375"/>
                  </a:lnTo>
                  <a:lnTo>
                    <a:pt x="9388" y="9554"/>
                  </a:lnTo>
                  <a:lnTo>
                    <a:pt x="10358" y="9707"/>
                  </a:lnTo>
                  <a:lnTo>
                    <a:pt x="11380" y="9860"/>
                  </a:lnTo>
                  <a:lnTo>
                    <a:pt x="12427" y="10001"/>
                  </a:lnTo>
                  <a:lnTo>
                    <a:pt x="13500" y="10128"/>
                  </a:lnTo>
                  <a:lnTo>
                    <a:pt x="14611" y="10243"/>
                  </a:lnTo>
                  <a:lnTo>
                    <a:pt x="15760" y="10358"/>
                  </a:lnTo>
                  <a:lnTo>
                    <a:pt x="16935" y="10448"/>
                  </a:lnTo>
                  <a:lnTo>
                    <a:pt x="18136" y="10537"/>
                  </a:lnTo>
                  <a:lnTo>
                    <a:pt x="19362" y="10614"/>
                  </a:lnTo>
                  <a:lnTo>
                    <a:pt x="20601" y="10677"/>
                  </a:lnTo>
                  <a:lnTo>
                    <a:pt x="21878" y="10716"/>
                  </a:lnTo>
                  <a:lnTo>
                    <a:pt x="23168" y="10754"/>
                  </a:lnTo>
                  <a:lnTo>
                    <a:pt x="24483" y="10780"/>
                  </a:lnTo>
                  <a:lnTo>
                    <a:pt x="27139" y="10780"/>
                  </a:lnTo>
                  <a:lnTo>
                    <a:pt x="28442" y="10754"/>
                  </a:lnTo>
                  <a:lnTo>
                    <a:pt x="29732" y="10716"/>
                  </a:lnTo>
                  <a:lnTo>
                    <a:pt x="31009" y="10677"/>
                  </a:lnTo>
                  <a:lnTo>
                    <a:pt x="32261" y="10614"/>
                  </a:lnTo>
                  <a:lnTo>
                    <a:pt x="33474" y="10537"/>
                  </a:lnTo>
                  <a:lnTo>
                    <a:pt x="34674" y="10448"/>
                  </a:lnTo>
                  <a:lnTo>
                    <a:pt x="35849" y="10358"/>
                  </a:lnTo>
                  <a:lnTo>
                    <a:pt x="36999" y="10243"/>
                  </a:lnTo>
                  <a:lnTo>
                    <a:pt x="38110" y="10128"/>
                  </a:lnTo>
                  <a:lnTo>
                    <a:pt x="39183" y="10001"/>
                  </a:lnTo>
                  <a:lnTo>
                    <a:pt x="40230" y="9860"/>
                  </a:lnTo>
                  <a:lnTo>
                    <a:pt x="41252" y="9707"/>
                  </a:lnTo>
                  <a:lnTo>
                    <a:pt x="42222" y="9554"/>
                  </a:lnTo>
                  <a:lnTo>
                    <a:pt x="43154" y="9375"/>
                  </a:lnTo>
                  <a:lnTo>
                    <a:pt x="44048" y="9196"/>
                  </a:lnTo>
                  <a:lnTo>
                    <a:pt x="44904" y="9017"/>
                  </a:lnTo>
                  <a:lnTo>
                    <a:pt x="45722" y="8813"/>
                  </a:lnTo>
                  <a:lnTo>
                    <a:pt x="46488" y="8621"/>
                  </a:lnTo>
                  <a:lnTo>
                    <a:pt x="47203" y="8404"/>
                  </a:lnTo>
                  <a:lnTo>
                    <a:pt x="47880" y="8187"/>
                  </a:lnTo>
                  <a:lnTo>
                    <a:pt x="48493" y="7957"/>
                  </a:lnTo>
                  <a:lnTo>
                    <a:pt x="49068" y="7727"/>
                  </a:lnTo>
                  <a:lnTo>
                    <a:pt x="49578" y="7485"/>
                  </a:lnTo>
                  <a:lnTo>
                    <a:pt x="49821" y="7370"/>
                  </a:lnTo>
                  <a:lnTo>
                    <a:pt x="50051" y="7242"/>
                  </a:lnTo>
                  <a:lnTo>
                    <a:pt x="50255" y="7114"/>
                  </a:lnTo>
                  <a:lnTo>
                    <a:pt x="50447" y="6987"/>
                  </a:lnTo>
                  <a:lnTo>
                    <a:pt x="50638" y="6859"/>
                  </a:lnTo>
                  <a:lnTo>
                    <a:pt x="50804" y="6731"/>
                  </a:lnTo>
                  <a:lnTo>
                    <a:pt x="50958" y="6603"/>
                  </a:lnTo>
                  <a:lnTo>
                    <a:pt x="51085" y="6476"/>
                  </a:lnTo>
                  <a:lnTo>
                    <a:pt x="51213" y="6348"/>
                  </a:lnTo>
                  <a:lnTo>
                    <a:pt x="51315" y="6208"/>
                  </a:lnTo>
                  <a:lnTo>
                    <a:pt x="51405" y="6080"/>
                  </a:lnTo>
                  <a:lnTo>
                    <a:pt x="51481" y="5939"/>
                  </a:lnTo>
                  <a:lnTo>
                    <a:pt x="51532" y="5799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09" y="5390"/>
                  </a:lnTo>
                  <a:lnTo>
                    <a:pt x="51609" y="5250"/>
                  </a:lnTo>
                  <a:lnTo>
                    <a:pt x="51583" y="5109"/>
                  </a:lnTo>
                  <a:lnTo>
                    <a:pt x="51532" y="4969"/>
                  </a:lnTo>
                  <a:lnTo>
                    <a:pt x="51481" y="4841"/>
                  </a:lnTo>
                  <a:lnTo>
                    <a:pt x="51405" y="4701"/>
                  </a:lnTo>
                  <a:lnTo>
                    <a:pt x="51315" y="4573"/>
                  </a:lnTo>
                  <a:lnTo>
                    <a:pt x="51213" y="4432"/>
                  </a:lnTo>
                  <a:lnTo>
                    <a:pt x="51085" y="4305"/>
                  </a:lnTo>
                  <a:lnTo>
                    <a:pt x="50958" y="4177"/>
                  </a:lnTo>
                  <a:lnTo>
                    <a:pt x="50804" y="4036"/>
                  </a:lnTo>
                  <a:lnTo>
                    <a:pt x="50638" y="3909"/>
                  </a:lnTo>
                  <a:lnTo>
                    <a:pt x="50447" y="3781"/>
                  </a:lnTo>
                  <a:lnTo>
                    <a:pt x="50255" y="3653"/>
                  </a:lnTo>
                  <a:lnTo>
                    <a:pt x="50051" y="3538"/>
                  </a:lnTo>
                  <a:lnTo>
                    <a:pt x="49821" y="3411"/>
                  </a:lnTo>
                  <a:lnTo>
                    <a:pt x="49578" y="3296"/>
                  </a:lnTo>
                  <a:lnTo>
                    <a:pt x="49068" y="3053"/>
                  </a:lnTo>
                  <a:lnTo>
                    <a:pt x="48493" y="2823"/>
                  </a:lnTo>
                  <a:lnTo>
                    <a:pt x="47880" y="2593"/>
                  </a:lnTo>
                  <a:lnTo>
                    <a:pt x="47203" y="2376"/>
                  </a:lnTo>
                  <a:lnTo>
                    <a:pt x="46488" y="2159"/>
                  </a:lnTo>
                  <a:lnTo>
                    <a:pt x="45722" y="1955"/>
                  </a:lnTo>
                  <a:lnTo>
                    <a:pt x="44904" y="1763"/>
                  </a:lnTo>
                  <a:lnTo>
                    <a:pt x="44048" y="1572"/>
                  </a:lnTo>
                  <a:lnTo>
                    <a:pt x="43154" y="1393"/>
                  </a:lnTo>
                  <a:lnTo>
                    <a:pt x="42222" y="1227"/>
                  </a:lnTo>
                  <a:lnTo>
                    <a:pt x="41252" y="1074"/>
                  </a:lnTo>
                  <a:lnTo>
                    <a:pt x="40230" y="920"/>
                  </a:lnTo>
                  <a:lnTo>
                    <a:pt x="39183" y="780"/>
                  </a:lnTo>
                  <a:lnTo>
                    <a:pt x="38110" y="652"/>
                  </a:lnTo>
                  <a:lnTo>
                    <a:pt x="36999" y="524"/>
                  </a:lnTo>
                  <a:lnTo>
                    <a:pt x="35849" y="422"/>
                  </a:lnTo>
                  <a:lnTo>
                    <a:pt x="34674" y="320"/>
                  </a:lnTo>
                  <a:lnTo>
                    <a:pt x="33474" y="243"/>
                  </a:lnTo>
                  <a:lnTo>
                    <a:pt x="32261" y="167"/>
                  </a:lnTo>
                  <a:lnTo>
                    <a:pt x="31009" y="103"/>
                  </a:lnTo>
                  <a:lnTo>
                    <a:pt x="29732" y="52"/>
                  </a:lnTo>
                  <a:lnTo>
                    <a:pt x="28442" y="26"/>
                  </a:lnTo>
                  <a:lnTo>
                    <a:pt x="27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3876187" y="2737377"/>
              <a:ext cx="627554" cy="112326"/>
            </a:xfrm>
            <a:custGeom>
              <a:avLst/>
              <a:gdLst/>
              <a:ahLst/>
              <a:cxnLst/>
              <a:rect l="l" t="t" r="r" b="b"/>
              <a:pathLst>
                <a:path w="42388" h="7587" extrusionOk="0">
                  <a:moveTo>
                    <a:pt x="20102" y="1"/>
                  </a:moveTo>
                  <a:lnTo>
                    <a:pt x="19029" y="26"/>
                  </a:lnTo>
                  <a:lnTo>
                    <a:pt x="17969" y="52"/>
                  </a:lnTo>
                  <a:lnTo>
                    <a:pt x="16922" y="77"/>
                  </a:lnTo>
                  <a:lnTo>
                    <a:pt x="15900" y="116"/>
                  </a:lnTo>
                  <a:lnTo>
                    <a:pt x="14891" y="167"/>
                  </a:lnTo>
                  <a:lnTo>
                    <a:pt x="13908" y="230"/>
                  </a:lnTo>
                  <a:lnTo>
                    <a:pt x="12950" y="294"/>
                  </a:lnTo>
                  <a:lnTo>
                    <a:pt x="12005" y="371"/>
                  </a:lnTo>
                  <a:lnTo>
                    <a:pt x="11085" y="460"/>
                  </a:lnTo>
                  <a:lnTo>
                    <a:pt x="10204" y="550"/>
                  </a:lnTo>
                  <a:lnTo>
                    <a:pt x="9349" y="652"/>
                  </a:lnTo>
                  <a:lnTo>
                    <a:pt x="8518" y="754"/>
                  </a:lnTo>
                  <a:lnTo>
                    <a:pt x="7714" y="869"/>
                  </a:lnTo>
                  <a:lnTo>
                    <a:pt x="6948" y="984"/>
                  </a:lnTo>
                  <a:lnTo>
                    <a:pt x="6207" y="1112"/>
                  </a:lnTo>
                  <a:lnTo>
                    <a:pt x="5504" y="1239"/>
                  </a:lnTo>
                  <a:lnTo>
                    <a:pt x="4840" y="1380"/>
                  </a:lnTo>
                  <a:lnTo>
                    <a:pt x="4215" y="1520"/>
                  </a:lnTo>
                  <a:lnTo>
                    <a:pt x="3614" y="1674"/>
                  </a:lnTo>
                  <a:lnTo>
                    <a:pt x="3065" y="1827"/>
                  </a:lnTo>
                  <a:lnTo>
                    <a:pt x="2554" y="1980"/>
                  </a:lnTo>
                  <a:lnTo>
                    <a:pt x="2095" y="2146"/>
                  </a:lnTo>
                  <a:lnTo>
                    <a:pt x="1660" y="2312"/>
                  </a:lnTo>
                  <a:lnTo>
                    <a:pt x="1290" y="2491"/>
                  </a:lnTo>
                  <a:lnTo>
                    <a:pt x="958" y="2670"/>
                  </a:lnTo>
                  <a:lnTo>
                    <a:pt x="664" y="2849"/>
                  </a:lnTo>
                  <a:lnTo>
                    <a:pt x="537" y="2938"/>
                  </a:lnTo>
                  <a:lnTo>
                    <a:pt x="434" y="3027"/>
                  </a:lnTo>
                  <a:lnTo>
                    <a:pt x="332" y="3117"/>
                  </a:lnTo>
                  <a:lnTo>
                    <a:pt x="243" y="3219"/>
                  </a:lnTo>
                  <a:lnTo>
                    <a:pt x="166" y="3308"/>
                  </a:lnTo>
                  <a:lnTo>
                    <a:pt x="102" y="3410"/>
                  </a:lnTo>
                  <a:lnTo>
                    <a:pt x="64" y="3500"/>
                  </a:lnTo>
                  <a:lnTo>
                    <a:pt x="26" y="3602"/>
                  </a:lnTo>
                  <a:lnTo>
                    <a:pt x="0" y="3691"/>
                  </a:lnTo>
                  <a:lnTo>
                    <a:pt x="0" y="3794"/>
                  </a:lnTo>
                  <a:lnTo>
                    <a:pt x="0" y="3896"/>
                  </a:lnTo>
                  <a:lnTo>
                    <a:pt x="26" y="3985"/>
                  </a:lnTo>
                  <a:lnTo>
                    <a:pt x="64" y="4087"/>
                  </a:lnTo>
                  <a:lnTo>
                    <a:pt x="102" y="4177"/>
                  </a:lnTo>
                  <a:lnTo>
                    <a:pt x="166" y="4279"/>
                  </a:lnTo>
                  <a:lnTo>
                    <a:pt x="243" y="4368"/>
                  </a:lnTo>
                  <a:lnTo>
                    <a:pt x="332" y="4458"/>
                  </a:lnTo>
                  <a:lnTo>
                    <a:pt x="434" y="4560"/>
                  </a:lnTo>
                  <a:lnTo>
                    <a:pt x="537" y="4649"/>
                  </a:lnTo>
                  <a:lnTo>
                    <a:pt x="664" y="4739"/>
                  </a:lnTo>
                  <a:lnTo>
                    <a:pt x="958" y="4917"/>
                  </a:lnTo>
                  <a:lnTo>
                    <a:pt x="1290" y="5096"/>
                  </a:lnTo>
                  <a:lnTo>
                    <a:pt x="1660" y="5262"/>
                  </a:lnTo>
                  <a:lnTo>
                    <a:pt x="2095" y="5441"/>
                  </a:lnTo>
                  <a:lnTo>
                    <a:pt x="2554" y="5594"/>
                  </a:lnTo>
                  <a:lnTo>
                    <a:pt x="3065" y="5760"/>
                  </a:lnTo>
                  <a:lnTo>
                    <a:pt x="3614" y="5914"/>
                  </a:lnTo>
                  <a:lnTo>
                    <a:pt x="4215" y="6054"/>
                  </a:lnTo>
                  <a:lnTo>
                    <a:pt x="4840" y="6207"/>
                  </a:lnTo>
                  <a:lnTo>
                    <a:pt x="5504" y="6335"/>
                  </a:lnTo>
                  <a:lnTo>
                    <a:pt x="6207" y="6476"/>
                  </a:lnTo>
                  <a:lnTo>
                    <a:pt x="6948" y="6603"/>
                  </a:lnTo>
                  <a:lnTo>
                    <a:pt x="7714" y="6718"/>
                  </a:lnTo>
                  <a:lnTo>
                    <a:pt x="8518" y="6833"/>
                  </a:lnTo>
                  <a:lnTo>
                    <a:pt x="9349" y="6935"/>
                  </a:lnTo>
                  <a:lnTo>
                    <a:pt x="10204" y="7038"/>
                  </a:lnTo>
                  <a:lnTo>
                    <a:pt x="11085" y="7127"/>
                  </a:lnTo>
                  <a:lnTo>
                    <a:pt x="12005" y="7204"/>
                  </a:lnTo>
                  <a:lnTo>
                    <a:pt x="12950" y="7280"/>
                  </a:lnTo>
                  <a:lnTo>
                    <a:pt x="13908" y="7357"/>
                  </a:lnTo>
                  <a:lnTo>
                    <a:pt x="14891" y="7408"/>
                  </a:lnTo>
                  <a:lnTo>
                    <a:pt x="15900" y="7459"/>
                  </a:lnTo>
                  <a:lnTo>
                    <a:pt x="16922" y="7510"/>
                  </a:lnTo>
                  <a:lnTo>
                    <a:pt x="17969" y="7536"/>
                  </a:lnTo>
                  <a:lnTo>
                    <a:pt x="19029" y="7561"/>
                  </a:lnTo>
                  <a:lnTo>
                    <a:pt x="20102" y="7574"/>
                  </a:lnTo>
                  <a:lnTo>
                    <a:pt x="21200" y="7587"/>
                  </a:lnTo>
                  <a:lnTo>
                    <a:pt x="22286" y="7574"/>
                  </a:lnTo>
                  <a:lnTo>
                    <a:pt x="23359" y="7561"/>
                  </a:lnTo>
                  <a:lnTo>
                    <a:pt x="24419" y="7536"/>
                  </a:lnTo>
                  <a:lnTo>
                    <a:pt x="25466" y="7510"/>
                  </a:lnTo>
                  <a:lnTo>
                    <a:pt x="26488" y="7459"/>
                  </a:lnTo>
                  <a:lnTo>
                    <a:pt x="27496" y="7408"/>
                  </a:lnTo>
                  <a:lnTo>
                    <a:pt x="28480" y="7357"/>
                  </a:lnTo>
                  <a:lnTo>
                    <a:pt x="29450" y="7280"/>
                  </a:lnTo>
                  <a:lnTo>
                    <a:pt x="30383" y="7204"/>
                  </a:lnTo>
                  <a:lnTo>
                    <a:pt x="31302" y="7127"/>
                  </a:lnTo>
                  <a:lnTo>
                    <a:pt x="32183" y="7038"/>
                  </a:lnTo>
                  <a:lnTo>
                    <a:pt x="33039" y="6935"/>
                  </a:lnTo>
                  <a:lnTo>
                    <a:pt x="33869" y="6833"/>
                  </a:lnTo>
                  <a:lnTo>
                    <a:pt x="34674" y="6718"/>
                  </a:lnTo>
                  <a:lnTo>
                    <a:pt x="35440" y="6603"/>
                  </a:lnTo>
                  <a:lnTo>
                    <a:pt x="36181" y="6476"/>
                  </a:lnTo>
                  <a:lnTo>
                    <a:pt x="36883" y="6335"/>
                  </a:lnTo>
                  <a:lnTo>
                    <a:pt x="37547" y="6207"/>
                  </a:lnTo>
                  <a:lnTo>
                    <a:pt x="38173" y="6054"/>
                  </a:lnTo>
                  <a:lnTo>
                    <a:pt x="38773" y="5914"/>
                  </a:lnTo>
                  <a:lnTo>
                    <a:pt x="39323" y="5760"/>
                  </a:lnTo>
                  <a:lnTo>
                    <a:pt x="39833" y="5594"/>
                  </a:lnTo>
                  <a:lnTo>
                    <a:pt x="40293" y="5441"/>
                  </a:lnTo>
                  <a:lnTo>
                    <a:pt x="40727" y="5262"/>
                  </a:lnTo>
                  <a:lnTo>
                    <a:pt x="41098" y="5096"/>
                  </a:lnTo>
                  <a:lnTo>
                    <a:pt x="41443" y="4917"/>
                  </a:lnTo>
                  <a:lnTo>
                    <a:pt x="41724" y="4739"/>
                  </a:lnTo>
                  <a:lnTo>
                    <a:pt x="41851" y="4649"/>
                  </a:lnTo>
                  <a:lnTo>
                    <a:pt x="41953" y="4560"/>
                  </a:lnTo>
                  <a:lnTo>
                    <a:pt x="42056" y="4458"/>
                  </a:lnTo>
                  <a:lnTo>
                    <a:pt x="42145" y="4368"/>
                  </a:lnTo>
                  <a:lnTo>
                    <a:pt x="42222" y="4279"/>
                  </a:lnTo>
                  <a:lnTo>
                    <a:pt x="42285" y="4177"/>
                  </a:lnTo>
                  <a:lnTo>
                    <a:pt x="42324" y="4087"/>
                  </a:lnTo>
                  <a:lnTo>
                    <a:pt x="42362" y="3985"/>
                  </a:lnTo>
                  <a:lnTo>
                    <a:pt x="42388" y="3896"/>
                  </a:lnTo>
                  <a:lnTo>
                    <a:pt x="42388" y="3794"/>
                  </a:lnTo>
                  <a:lnTo>
                    <a:pt x="42388" y="3691"/>
                  </a:lnTo>
                  <a:lnTo>
                    <a:pt x="42362" y="3602"/>
                  </a:lnTo>
                  <a:lnTo>
                    <a:pt x="42324" y="3500"/>
                  </a:lnTo>
                  <a:lnTo>
                    <a:pt x="42285" y="3410"/>
                  </a:lnTo>
                  <a:lnTo>
                    <a:pt x="42222" y="3308"/>
                  </a:lnTo>
                  <a:lnTo>
                    <a:pt x="42145" y="3219"/>
                  </a:lnTo>
                  <a:lnTo>
                    <a:pt x="42056" y="3117"/>
                  </a:lnTo>
                  <a:lnTo>
                    <a:pt x="41953" y="3027"/>
                  </a:lnTo>
                  <a:lnTo>
                    <a:pt x="41851" y="2938"/>
                  </a:lnTo>
                  <a:lnTo>
                    <a:pt x="41724" y="2849"/>
                  </a:lnTo>
                  <a:lnTo>
                    <a:pt x="41443" y="2670"/>
                  </a:lnTo>
                  <a:lnTo>
                    <a:pt x="41098" y="2491"/>
                  </a:lnTo>
                  <a:lnTo>
                    <a:pt x="40727" y="2312"/>
                  </a:lnTo>
                  <a:lnTo>
                    <a:pt x="40293" y="2146"/>
                  </a:lnTo>
                  <a:lnTo>
                    <a:pt x="39833" y="1980"/>
                  </a:lnTo>
                  <a:lnTo>
                    <a:pt x="39323" y="1827"/>
                  </a:lnTo>
                  <a:lnTo>
                    <a:pt x="38773" y="1674"/>
                  </a:lnTo>
                  <a:lnTo>
                    <a:pt x="38173" y="1520"/>
                  </a:lnTo>
                  <a:lnTo>
                    <a:pt x="37547" y="1380"/>
                  </a:lnTo>
                  <a:lnTo>
                    <a:pt x="36883" y="1239"/>
                  </a:lnTo>
                  <a:lnTo>
                    <a:pt x="36181" y="1112"/>
                  </a:lnTo>
                  <a:lnTo>
                    <a:pt x="35440" y="984"/>
                  </a:lnTo>
                  <a:lnTo>
                    <a:pt x="34674" y="869"/>
                  </a:lnTo>
                  <a:lnTo>
                    <a:pt x="33869" y="754"/>
                  </a:lnTo>
                  <a:lnTo>
                    <a:pt x="33039" y="652"/>
                  </a:lnTo>
                  <a:lnTo>
                    <a:pt x="32183" y="550"/>
                  </a:lnTo>
                  <a:lnTo>
                    <a:pt x="31302" y="460"/>
                  </a:lnTo>
                  <a:lnTo>
                    <a:pt x="30383" y="371"/>
                  </a:lnTo>
                  <a:lnTo>
                    <a:pt x="29450" y="294"/>
                  </a:lnTo>
                  <a:lnTo>
                    <a:pt x="28480" y="230"/>
                  </a:lnTo>
                  <a:lnTo>
                    <a:pt x="27496" y="167"/>
                  </a:lnTo>
                  <a:lnTo>
                    <a:pt x="26488" y="116"/>
                  </a:lnTo>
                  <a:lnTo>
                    <a:pt x="25466" y="77"/>
                  </a:lnTo>
                  <a:lnTo>
                    <a:pt x="24419" y="52"/>
                  </a:lnTo>
                  <a:lnTo>
                    <a:pt x="23359" y="26"/>
                  </a:lnTo>
                  <a:lnTo>
                    <a:pt x="22286" y="1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3885440" y="2737377"/>
              <a:ext cx="609033" cy="83397"/>
            </a:xfrm>
            <a:custGeom>
              <a:avLst/>
              <a:gdLst/>
              <a:ahLst/>
              <a:cxnLst/>
              <a:rect l="l" t="t" r="r" b="b"/>
              <a:pathLst>
                <a:path w="41137" h="5633" extrusionOk="0">
                  <a:moveTo>
                    <a:pt x="19949" y="1"/>
                  </a:moveTo>
                  <a:lnTo>
                    <a:pt x="18238" y="13"/>
                  </a:lnTo>
                  <a:lnTo>
                    <a:pt x="16565" y="52"/>
                  </a:lnTo>
                  <a:lnTo>
                    <a:pt x="14943" y="103"/>
                  </a:lnTo>
                  <a:lnTo>
                    <a:pt x="13360" y="192"/>
                  </a:lnTo>
                  <a:lnTo>
                    <a:pt x="11840" y="294"/>
                  </a:lnTo>
                  <a:lnTo>
                    <a:pt x="10371" y="409"/>
                  </a:lnTo>
                  <a:lnTo>
                    <a:pt x="8966" y="550"/>
                  </a:lnTo>
                  <a:lnTo>
                    <a:pt x="7625" y="703"/>
                  </a:lnTo>
                  <a:lnTo>
                    <a:pt x="6361" y="882"/>
                  </a:lnTo>
                  <a:lnTo>
                    <a:pt x="5173" y="1073"/>
                  </a:lnTo>
                  <a:lnTo>
                    <a:pt x="4075" y="1278"/>
                  </a:lnTo>
                  <a:lnTo>
                    <a:pt x="3551" y="1393"/>
                  </a:lnTo>
                  <a:lnTo>
                    <a:pt x="3066" y="1508"/>
                  </a:lnTo>
                  <a:lnTo>
                    <a:pt x="2593" y="1623"/>
                  </a:lnTo>
                  <a:lnTo>
                    <a:pt x="2134" y="1737"/>
                  </a:lnTo>
                  <a:lnTo>
                    <a:pt x="1712" y="1852"/>
                  </a:lnTo>
                  <a:lnTo>
                    <a:pt x="1316" y="1980"/>
                  </a:lnTo>
                  <a:lnTo>
                    <a:pt x="946" y="2108"/>
                  </a:lnTo>
                  <a:lnTo>
                    <a:pt x="601" y="2236"/>
                  </a:lnTo>
                  <a:lnTo>
                    <a:pt x="282" y="2376"/>
                  </a:lnTo>
                  <a:lnTo>
                    <a:pt x="1" y="2517"/>
                  </a:lnTo>
                  <a:lnTo>
                    <a:pt x="716" y="2299"/>
                  </a:lnTo>
                  <a:lnTo>
                    <a:pt x="1508" y="2095"/>
                  </a:lnTo>
                  <a:lnTo>
                    <a:pt x="2364" y="1903"/>
                  </a:lnTo>
                  <a:lnTo>
                    <a:pt x="3296" y="1712"/>
                  </a:lnTo>
                  <a:lnTo>
                    <a:pt x="4292" y="1546"/>
                  </a:lnTo>
                  <a:lnTo>
                    <a:pt x="5352" y="1380"/>
                  </a:lnTo>
                  <a:lnTo>
                    <a:pt x="6463" y="1239"/>
                  </a:lnTo>
                  <a:lnTo>
                    <a:pt x="7625" y="1099"/>
                  </a:lnTo>
                  <a:lnTo>
                    <a:pt x="8851" y="984"/>
                  </a:lnTo>
                  <a:lnTo>
                    <a:pt x="10116" y="869"/>
                  </a:lnTo>
                  <a:lnTo>
                    <a:pt x="11431" y="780"/>
                  </a:lnTo>
                  <a:lnTo>
                    <a:pt x="12772" y="703"/>
                  </a:lnTo>
                  <a:lnTo>
                    <a:pt x="14164" y="639"/>
                  </a:lnTo>
                  <a:lnTo>
                    <a:pt x="15595" y="601"/>
                  </a:lnTo>
                  <a:lnTo>
                    <a:pt x="17050" y="575"/>
                  </a:lnTo>
                  <a:lnTo>
                    <a:pt x="18532" y="563"/>
                  </a:lnTo>
                  <a:lnTo>
                    <a:pt x="19617" y="563"/>
                  </a:lnTo>
                  <a:lnTo>
                    <a:pt x="20690" y="575"/>
                  </a:lnTo>
                  <a:lnTo>
                    <a:pt x="21750" y="601"/>
                  </a:lnTo>
                  <a:lnTo>
                    <a:pt x="22797" y="639"/>
                  </a:lnTo>
                  <a:lnTo>
                    <a:pt x="23819" y="677"/>
                  </a:lnTo>
                  <a:lnTo>
                    <a:pt x="24828" y="729"/>
                  </a:lnTo>
                  <a:lnTo>
                    <a:pt x="25811" y="792"/>
                  </a:lnTo>
                  <a:lnTo>
                    <a:pt x="26782" y="856"/>
                  </a:lnTo>
                  <a:lnTo>
                    <a:pt x="27714" y="933"/>
                  </a:lnTo>
                  <a:lnTo>
                    <a:pt x="28634" y="1022"/>
                  </a:lnTo>
                  <a:lnTo>
                    <a:pt x="29515" y="1112"/>
                  </a:lnTo>
                  <a:lnTo>
                    <a:pt x="30371" y="1214"/>
                  </a:lnTo>
                  <a:lnTo>
                    <a:pt x="31214" y="1316"/>
                  </a:lnTo>
                  <a:lnTo>
                    <a:pt x="32005" y="1431"/>
                  </a:lnTo>
                  <a:lnTo>
                    <a:pt x="32772" y="1546"/>
                  </a:lnTo>
                  <a:lnTo>
                    <a:pt x="33512" y="1674"/>
                  </a:lnTo>
                  <a:lnTo>
                    <a:pt x="34215" y="1801"/>
                  </a:lnTo>
                  <a:lnTo>
                    <a:pt x="34879" y="1942"/>
                  </a:lnTo>
                  <a:lnTo>
                    <a:pt x="35505" y="2082"/>
                  </a:lnTo>
                  <a:lnTo>
                    <a:pt x="36105" y="2236"/>
                  </a:lnTo>
                  <a:lnTo>
                    <a:pt x="36654" y="2389"/>
                  </a:lnTo>
                  <a:lnTo>
                    <a:pt x="37165" y="2542"/>
                  </a:lnTo>
                  <a:lnTo>
                    <a:pt x="37638" y="2708"/>
                  </a:lnTo>
                  <a:lnTo>
                    <a:pt x="38059" y="2874"/>
                  </a:lnTo>
                  <a:lnTo>
                    <a:pt x="38429" y="3053"/>
                  </a:lnTo>
                  <a:lnTo>
                    <a:pt x="38774" y="3219"/>
                  </a:lnTo>
                  <a:lnTo>
                    <a:pt x="39055" y="3398"/>
                  </a:lnTo>
                  <a:lnTo>
                    <a:pt x="39183" y="3500"/>
                  </a:lnTo>
                  <a:lnTo>
                    <a:pt x="39285" y="3589"/>
                  </a:lnTo>
                  <a:lnTo>
                    <a:pt x="39387" y="3679"/>
                  </a:lnTo>
                  <a:lnTo>
                    <a:pt x="39477" y="3768"/>
                  </a:lnTo>
                  <a:lnTo>
                    <a:pt x="39553" y="3870"/>
                  </a:lnTo>
                  <a:lnTo>
                    <a:pt x="39617" y="3960"/>
                  </a:lnTo>
                  <a:lnTo>
                    <a:pt x="39655" y="4062"/>
                  </a:lnTo>
                  <a:lnTo>
                    <a:pt x="39694" y="4151"/>
                  </a:lnTo>
                  <a:lnTo>
                    <a:pt x="39719" y="4253"/>
                  </a:lnTo>
                  <a:lnTo>
                    <a:pt x="39719" y="4356"/>
                  </a:lnTo>
                  <a:lnTo>
                    <a:pt x="39719" y="4432"/>
                  </a:lnTo>
                  <a:lnTo>
                    <a:pt x="39706" y="4522"/>
                  </a:lnTo>
                  <a:lnTo>
                    <a:pt x="39681" y="4598"/>
                  </a:lnTo>
                  <a:lnTo>
                    <a:pt x="39643" y="4688"/>
                  </a:lnTo>
                  <a:lnTo>
                    <a:pt x="39592" y="4764"/>
                  </a:lnTo>
                  <a:lnTo>
                    <a:pt x="39540" y="4854"/>
                  </a:lnTo>
                  <a:lnTo>
                    <a:pt x="39400" y="5007"/>
                  </a:lnTo>
                  <a:lnTo>
                    <a:pt x="39221" y="5173"/>
                  </a:lnTo>
                  <a:lnTo>
                    <a:pt x="39017" y="5326"/>
                  </a:lnTo>
                  <a:lnTo>
                    <a:pt x="38761" y="5479"/>
                  </a:lnTo>
                  <a:lnTo>
                    <a:pt x="38480" y="5633"/>
                  </a:lnTo>
                  <a:lnTo>
                    <a:pt x="38480" y="5633"/>
                  </a:lnTo>
                  <a:lnTo>
                    <a:pt x="39081" y="5428"/>
                  </a:lnTo>
                  <a:lnTo>
                    <a:pt x="39349" y="5313"/>
                  </a:lnTo>
                  <a:lnTo>
                    <a:pt x="39604" y="5211"/>
                  </a:lnTo>
                  <a:lnTo>
                    <a:pt x="39847" y="5096"/>
                  </a:lnTo>
                  <a:lnTo>
                    <a:pt x="40064" y="4981"/>
                  </a:lnTo>
                  <a:lnTo>
                    <a:pt x="40268" y="4866"/>
                  </a:lnTo>
                  <a:lnTo>
                    <a:pt x="40447" y="4751"/>
                  </a:lnTo>
                  <a:lnTo>
                    <a:pt x="40600" y="4637"/>
                  </a:lnTo>
                  <a:lnTo>
                    <a:pt x="40741" y="4522"/>
                  </a:lnTo>
                  <a:lnTo>
                    <a:pt x="40869" y="4407"/>
                  </a:lnTo>
                  <a:lnTo>
                    <a:pt x="40971" y="4279"/>
                  </a:lnTo>
                  <a:lnTo>
                    <a:pt x="41047" y="4164"/>
                  </a:lnTo>
                  <a:lnTo>
                    <a:pt x="41099" y="4036"/>
                  </a:lnTo>
                  <a:lnTo>
                    <a:pt x="41137" y="3921"/>
                  </a:lnTo>
                  <a:lnTo>
                    <a:pt x="41137" y="3794"/>
                  </a:lnTo>
                  <a:lnTo>
                    <a:pt x="41137" y="3691"/>
                  </a:lnTo>
                  <a:lnTo>
                    <a:pt x="41111" y="3602"/>
                  </a:lnTo>
                  <a:lnTo>
                    <a:pt x="41086" y="3500"/>
                  </a:lnTo>
                  <a:lnTo>
                    <a:pt x="41035" y="3410"/>
                  </a:lnTo>
                  <a:lnTo>
                    <a:pt x="40971" y="3308"/>
                  </a:lnTo>
                  <a:lnTo>
                    <a:pt x="40894" y="3219"/>
                  </a:lnTo>
                  <a:lnTo>
                    <a:pt x="40818" y="3117"/>
                  </a:lnTo>
                  <a:lnTo>
                    <a:pt x="40715" y="3027"/>
                  </a:lnTo>
                  <a:lnTo>
                    <a:pt x="40600" y="2938"/>
                  </a:lnTo>
                  <a:lnTo>
                    <a:pt x="40473" y="2849"/>
                  </a:lnTo>
                  <a:lnTo>
                    <a:pt x="40192" y="2670"/>
                  </a:lnTo>
                  <a:lnTo>
                    <a:pt x="39860" y="2491"/>
                  </a:lnTo>
                  <a:lnTo>
                    <a:pt x="39477" y="2312"/>
                  </a:lnTo>
                  <a:lnTo>
                    <a:pt x="39055" y="2146"/>
                  </a:lnTo>
                  <a:lnTo>
                    <a:pt x="38583" y="1980"/>
                  </a:lnTo>
                  <a:lnTo>
                    <a:pt x="38072" y="1827"/>
                  </a:lnTo>
                  <a:lnTo>
                    <a:pt x="37523" y="1674"/>
                  </a:lnTo>
                  <a:lnTo>
                    <a:pt x="36935" y="1520"/>
                  </a:lnTo>
                  <a:lnTo>
                    <a:pt x="36297" y="1380"/>
                  </a:lnTo>
                  <a:lnTo>
                    <a:pt x="35632" y="1239"/>
                  </a:lnTo>
                  <a:lnTo>
                    <a:pt x="34930" y="1112"/>
                  </a:lnTo>
                  <a:lnTo>
                    <a:pt x="34202" y="984"/>
                  </a:lnTo>
                  <a:lnTo>
                    <a:pt x="33423" y="869"/>
                  </a:lnTo>
                  <a:lnTo>
                    <a:pt x="32631" y="754"/>
                  </a:lnTo>
                  <a:lnTo>
                    <a:pt x="31801" y="652"/>
                  </a:lnTo>
                  <a:lnTo>
                    <a:pt x="30933" y="550"/>
                  </a:lnTo>
                  <a:lnTo>
                    <a:pt x="30051" y="460"/>
                  </a:lnTo>
                  <a:lnTo>
                    <a:pt x="29132" y="371"/>
                  </a:lnTo>
                  <a:lnTo>
                    <a:pt x="28200" y="294"/>
                  </a:lnTo>
                  <a:lnTo>
                    <a:pt x="27229" y="230"/>
                  </a:lnTo>
                  <a:lnTo>
                    <a:pt x="26246" y="167"/>
                  </a:lnTo>
                  <a:lnTo>
                    <a:pt x="25250" y="116"/>
                  </a:lnTo>
                  <a:lnTo>
                    <a:pt x="24215" y="77"/>
                  </a:lnTo>
                  <a:lnTo>
                    <a:pt x="23181" y="52"/>
                  </a:lnTo>
                  <a:lnTo>
                    <a:pt x="22121" y="26"/>
                  </a:lnTo>
                  <a:lnTo>
                    <a:pt x="21035" y="1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4094191" y="2768394"/>
              <a:ext cx="204028" cy="57103"/>
            </a:xfrm>
            <a:custGeom>
              <a:avLst/>
              <a:gdLst/>
              <a:ahLst/>
              <a:cxnLst/>
              <a:rect l="l" t="t" r="r" b="b"/>
              <a:pathLst>
                <a:path w="13781" h="3857" extrusionOk="0">
                  <a:moveTo>
                    <a:pt x="0" y="0"/>
                  </a:moveTo>
                  <a:lnTo>
                    <a:pt x="0" y="383"/>
                  </a:lnTo>
                  <a:lnTo>
                    <a:pt x="3346" y="383"/>
                  </a:lnTo>
                  <a:lnTo>
                    <a:pt x="4253" y="409"/>
                  </a:lnTo>
                  <a:lnTo>
                    <a:pt x="5058" y="447"/>
                  </a:lnTo>
                  <a:lnTo>
                    <a:pt x="5747" y="511"/>
                  </a:lnTo>
                  <a:lnTo>
                    <a:pt x="6322" y="575"/>
                  </a:lnTo>
                  <a:lnTo>
                    <a:pt x="6565" y="626"/>
                  </a:lnTo>
                  <a:lnTo>
                    <a:pt x="6795" y="664"/>
                  </a:lnTo>
                  <a:lnTo>
                    <a:pt x="6973" y="715"/>
                  </a:lnTo>
                  <a:lnTo>
                    <a:pt x="7139" y="766"/>
                  </a:lnTo>
                  <a:lnTo>
                    <a:pt x="7267" y="830"/>
                  </a:lnTo>
                  <a:lnTo>
                    <a:pt x="7369" y="894"/>
                  </a:lnTo>
                  <a:lnTo>
                    <a:pt x="0" y="894"/>
                  </a:lnTo>
                  <a:lnTo>
                    <a:pt x="0" y="1175"/>
                  </a:lnTo>
                  <a:lnTo>
                    <a:pt x="7471" y="1175"/>
                  </a:lnTo>
                  <a:lnTo>
                    <a:pt x="7446" y="1213"/>
                  </a:lnTo>
                  <a:lnTo>
                    <a:pt x="7408" y="1252"/>
                  </a:lnTo>
                  <a:lnTo>
                    <a:pt x="7305" y="1328"/>
                  </a:lnTo>
                  <a:lnTo>
                    <a:pt x="7165" y="1392"/>
                  </a:lnTo>
                  <a:lnTo>
                    <a:pt x="6986" y="1456"/>
                  </a:lnTo>
                  <a:lnTo>
                    <a:pt x="6769" y="1520"/>
                  </a:lnTo>
                  <a:lnTo>
                    <a:pt x="6514" y="1571"/>
                  </a:lnTo>
                  <a:lnTo>
                    <a:pt x="6207" y="1622"/>
                  </a:lnTo>
                  <a:lnTo>
                    <a:pt x="5875" y="1660"/>
                  </a:lnTo>
                  <a:lnTo>
                    <a:pt x="5505" y="1711"/>
                  </a:lnTo>
                  <a:lnTo>
                    <a:pt x="5096" y="1750"/>
                  </a:lnTo>
                  <a:lnTo>
                    <a:pt x="4636" y="1775"/>
                  </a:lnTo>
                  <a:lnTo>
                    <a:pt x="4151" y="1801"/>
                  </a:lnTo>
                  <a:lnTo>
                    <a:pt x="3053" y="1839"/>
                  </a:lnTo>
                  <a:lnTo>
                    <a:pt x="1801" y="1852"/>
                  </a:lnTo>
                  <a:lnTo>
                    <a:pt x="0" y="1852"/>
                  </a:lnTo>
                  <a:lnTo>
                    <a:pt x="0" y="2209"/>
                  </a:lnTo>
                  <a:lnTo>
                    <a:pt x="2197" y="2644"/>
                  </a:lnTo>
                  <a:lnTo>
                    <a:pt x="4215" y="3052"/>
                  </a:lnTo>
                  <a:lnTo>
                    <a:pt x="6130" y="3448"/>
                  </a:lnTo>
                  <a:lnTo>
                    <a:pt x="8021" y="3857"/>
                  </a:lnTo>
                  <a:lnTo>
                    <a:pt x="11162" y="3857"/>
                  </a:lnTo>
                  <a:lnTo>
                    <a:pt x="9106" y="3410"/>
                  </a:lnTo>
                  <a:lnTo>
                    <a:pt x="7050" y="2976"/>
                  </a:lnTo>
                  <a:lnTo>
                    <a:pt x="5032" y="2554"/>
                  </a:lnTo>
                  <a:lnTo>
                    <a:pt x="3078" y="2184"/>
                  </a:lnTo>
                  <a:lnTo>
                    <a:pt x="3844" y="2171"/>
                  </a:lnTo>
                  <a:lnTo>
                    <a:pt x="4572" y="2158"/>
                  </a:lnTo>
                  <a:lnTo>
                    <a:pt x="5275" y="2133"/>
                  </a:lnTo>
                  <a:lnTo>
                    <a:pt x="5926" y="2095"/>
                  </a:lnTo>
                  <a:lnTo>
                    <a:pt x="6539" y="2056"/>
                  </a:lnTo>
                  <a:lnTo>
                    <a:pt x="7101" y="2018"/>
                  </a:lnTo>
                  <a:lnTo>
                    <a:pt x="7637" y="1954"/>
                  </a:lnTo>
                  <a:lnTo>
                    <a:pt x="8110" y="1903"/>
                  </a:lnTo>
                  <a:lnTo>
                    <a:pt x="8557" y="1826"/>
                  </a:lnTo>
                  <a:lnTo>
                    <a:pt x="8940" y="1750"/>
                  </a:lnTo>
                  <a:lnTo>
                    <a:pt x="9285" y="1673"/>
                  </a:lnTo>
                  <a:lnTo>
                    <a:pt x="9579" y="1584"/>
                  </a:lnTo>
                  <a:lnTo>
                    <a:pt x="9821" y="1494"/>
                  </a:lnTo>
                  <a:lnTo>
                    <a:pt x="10026" y="1392"/>
                  </a:lnTo>
                  <a:lnTo>
                    <a:pt x="10102" y="1341"/>
                  </a:lnTo>
                  <a:lnTo>
                    <a:pt x="10166" y="1290"/>
                  </a:lnTo>
                  <a:lnTo>
                    <a:pt x="10217" y="1239"/>
                  </a:lnTo>
                  <a:lnTo>
                    <a:pt x="10256" y="1175"/>
                  </a:lnTo>
                  <a:lnTo>
                    <a:pt x="13780" y="1175"/>
                  </a:lnTo>
                  <a:lnTo>
                    <a:pt x="13780" y="894"/>
                  </a:lnTo>
                  <a:lnTo>
                    <a:pt x="10217" y="894"/>
                  </a:lnTo>
                  <a:lnTo>
                    <a:pt x="10179" y="843"/>
                  </a:lnTo>
                  <a:lnTo>
                    <a:pt x="10115" y="792"/>
                  </a:lnTo>
                  <a:lnTo>
                    <a:pt x="9987" y="702"/>
                  </a:lnTo>
                  <a:lnTo>
                    <a:pt x="9796" y="613"/>
                  </a:lnTo>
                  <a:lnTo>
                    <a:pt x="9579" y="536"/>
                  </a:lnTo>
                  <a:lnTo>
                    <a:pt x="9323" y="473"/>
                  </a:lnTo>
                  <a:lnTo>
                    <a:pt x="9042" y="409"/>
                  </a:lnTo>
                  <a:lnTo>
                    <a:pt x="8723" y="345"/>
                  </a:lnTo>
                  <a:lnTo>
                    <a:pt x="8378" y="294"/>
                  </a:lnTo>
                  <a:lnTo>
                    <a:pt x="13780" y="294"/>
                  </a:lnTo>
                  <a:lnTo>
                    <a:pt x="13780" y="0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3807921" y="2697478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1" y="1"/>
                  </a:moveTo>
                  <a:lnTo>
                    <a:pt x="1" y="5390"/>
                  </a:lnTo>
                  <a:lnTo>
                    <a:pt x="1" y="5531"/>
                  </a:lnTo>
                  <a:lnTo>
                    <a:pt x="26" y="5671"/>
                  </a:lnTo>
                  <a:lnTo>
                    <a:pt x="77" y="5812"/>
                  </a:lnTo>
                  <a:lnTo>
                    <a:pt x="128" y="5939"/>
                  </a:lnTo>
                  <a:lnTo>
                    <a:pt x="205" y="6080"/>
                  </a:lnTo>
                  <a:lnTo>
                    <a:pt x="294" y="6220"/>
                  </a:lnTo>
                  <a:lnTo>
                    <a:pt x="397" y="6348"/>
                  </a:lnTo>
                  <a:lnTo>
                    <a:pt x="524" y="6476"/>
                  </a:lnTo>
                  <a:lnTo>
                    <a:pt x="665" y="6616"/>
                  </a:lnTo>
                  <a:lnTo>
                    <a:pt x="805" y="6744"/>
                  </a:lnTo>
                  <a:lnTo>
                    <a:pt x="971" y="6872"/>
                  </a:lnTo>
                  <a:lnTo>
                    <a:pt x="1163" y="6999"/>
                  </a:lnTo>
                  <a:lnTo>
                    <a:pt x="1354" y="7127"/>
                  </a:lnTo>
                  <a:lnTo>
                    <a:pt x="1559" y="7242"/>
                  </a:lnTo>
                  <a:lnTo>
                    <a:pt x="1789" y="7370"/>
                  </a:lnTo>
                  <a:lnTo>
                    <a:pt x="2031" y="7498"/>
                  </a:lnTo>
                  <a:lnTo>
                    <a:pt x="2542" y="7727"/>
                  </a:lnTo>
                  <a:lnTo>
                    <a:pt x="3117" y="7957"/>
                  </a:lnTo>
                  <a:lnTo>
                    <a:pt x="3730" y="8187"/>
                  </a:lnTo>
                  <a:lnTo>
                    <a:pt x="4407" y="8404"/>
                  </a:lnTo>
                  <a:lnTo>
                    <a:pt x="5122" y="8621"/>
                  </a:lnTo>
                  <a:lnTo>
                    <a:pt x="5888" y="8826"/>
                  </a:lnTo>
                  <a:lnTo>
                    <a:pt x="6706" y="9017"/>
                  </a:lnTo>
                  <a:lnTo>
                    <a:pt x="7561" y="9209"/>
                  </a:lnTo>
                  <a:lnTo>
                    <a:pt x="8455" y="9388"/>
                  </a:lnTo>
                  <a:lnTo>
                    <a:pt x="9388" y="9554"/>
                  </a:lnTo>
                  <a:lnTo>
                    <a:pt x="10358" y="9720"/>
                  </a:lnTo>
                  <a:lnTo>
                    <a:pt x="11380" y="9860"/>
                  </a:lnTo>
                  <a:lnTo>
                    <a:pt x="12427" y="10001"/>
                  </a:lnTo>
                  <a:lnTo>
                    <a:pt x="13500" y="10128"/>
                  </a:lnTo>
                  <a:lnTo>
                    <a:pt x="14611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37"/>
                  </a:lnTo>
                  <a:lnTo>
                    <a:pt x="19362" y="10614"/>
                  </a:lnTo>
                  <a:lnTo>
                    <a:pt x="20601" y="10678"/>
                  </a:lnTo>
                  <a:lnTo>
                    <a:pt x="21878" y="10729"/>
                  </a:lnTo>
                  <a:lnTo>
                    <a:pt x="23168" y="10754"/>
                  </a:lnTo>
                  <a:lnTo>
                    <a:pt x="24483" y="10780"/>
                  </a:lnTo>
                  <a:lnTo>
                    <a:pt x="27139" y="10780"/>
                  </a:lnTo>
                  <a:lnTo>
                    <a:pt x="28442" y="10754"/>
                  </a:lnTo>
                  <a:lnTo>
                    <a:pt x="29732" y="10729"/>
                  </a:lnTo>
                  <a:lnTo>
                    <a:pt x="31009" y="10678"/>
                  </a:lnTo>
                  <a:lnTo>
                    <a:pt x="32261" y="10614"/>
                  </a:lnTo>
                  <a:lnTo>
                    <a:pt x="33474" y="10537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9" y="10256"/>
                  </a:lnTo>
                  <a:lnTo>
                    <a:pt x="38110" y="10128"/>
                  </a:lnTo>
                  <a:lnTo>
                    <a:pt x="39183" y="10001"/>
                  </a:lnTo>
                  <a:lnTo>
                    <a:pt x="40230" y="9860"/>
                  </a:lnTo>
                  <a:lnTo>
                    <a:pt x="41252" y="9720"/>
                  </a:lnTo>
                  <a:lnTo>
                    <a:pt x="42222" y="9554"/>
                  </a:lnTo>
                  <a:lnTo>
                    <a:pt x="43154" y="9388"/>
                  </a:lnTo>
                  <a:lnTo>
                    <a:pt x="44048" y="9209"/>
                  </a:lnTo>
                  <a:lnTo>
                    <a:pt x="44904" y="9017"/>
                  </a:lnTo>
                  <a:lnTo>
                    <a:pt x="45722" y="8826"/>
                  </a:lnTo>
                  <a:lnTo>
                    <a:pt x="46488" y="8621"/>
                  </a:lnTo>
                  <a:lnTo>
                    <a:pt x="47203" y="8404"/>
                  </a:lnTo>
                  <a:lnTo>
                    <a:pt x="47880" y="8187"/>
                  </a:lnTo>
                  <a:lnTo>
                    <a:pt x="48493" y="7957"/>
                  </a:lnTo>
                  <a:lnTo>
                    <a:pt x="49068" y="7727"/>
                  </a:lnTo>
                  <a:lnTo>
                    <a:pt x="49578" y="7498"/>
                  </a:lnTo>
                  <a:lnTo>
                    <a:pt x="49821" y="7370"/>
                  </a:lnTo>
                  <a:lnTo>
                    <a:pt x="50051" y="7242"/>
                  </a:lnTo>
                  <a:lnTo>
                    <a:pt x="50255" y="7127"/>
                  </a:lnTo>
                  <a:lnTo>
                    <a:pt x="50447" y="6999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8" y="6616"/>
                  </a:lnTo>
                  <a:lnTo>
                    <a:pt x="51085" y="6476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5" y="6080"/>
                  </a:lnTo>
                  <a:lnTo>
                    <a:pt x="51481" y="5939"/>
                  </a:lnTo>
                  <a:lnTo>
                    <a:pt x="51532" y="5812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09" y="5390"/>
                  </a:lnTo>
                  <a:lnTo>
                    <a:pt x="51609" y="1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3807921" y="2617693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24483" y="0"/>
                  </a:moveTo>
                  <a:lnTo>
                    <a:pt x="23168" y="26"/>
                  </a:lnTo>
                  <a:lnTo>
                    <a:pt x="21878" y="64"/>
                  </a:lnTo>
                  <a:lnTo>
                    <a:pt x="20601" y="103"/>
                  </a:lnTo>
                  <a:lnTo>
                    <a:pt x="19362" y="166"/>
                  </a:lnTo>
                  <a:lnTo>
                    <a:pt x="18136" y="243"/>
                  </a:lnTo>
                  <a:lnTo>
                    <a:pt x="16935" y="320"/>
                  </a:lnTo>
                  <a:lnTo>
                    <a:pt x="15760" y="422"/>
                  </a:lnTo>
                  <a:lnTo>
                    <a:pt x="14611" y="524"/>
                  </a:lnTo>
                  <a:lnTo>
                    <a:pt x="13500" y="652"/>
                  </a:lnTo>
                  <a:lnTo>
                    <a:pt x="12427" y="779"/>
                  </a:lnTo>
                  <a:lnTo>
                    <a:pt x="11380" y="920"/>
                  </a:lnTo>
                  <a:lnTo>
                    <a:pt x="10358" y="1073"/>
                  </a:lnTo>
                  <a:lnTo>
                    <a:pt x="9388" y="1226"/>
                  </a:lnTo>
                  <a:lnTo>
                    <a:pt x="8455" y="1392"/>
                  </a:lnTo>
                  <a:lnTo>
                    <a:pt x="7561" y="1571"/>
                  </a:lnTo>
                  <a:lnTo>
                    <a:pt x="6706" y="1763"/>
                  </a:lnTo>
                  <a:lnTo>
                    <a:pt x="5888" y="1954"/>
                  </a:lnTo>
                  <a:lnTo>
                    <a:pt x="5122" y="2159"/>
                  </a:lnTo>
                  <a:lnTo>
                    <a:pt x="4407" y="2376"/>
                  </a:lnTo>
                  <a:lnTo>
                    <a:pt x="3730" y="2593"/>
                  </a:lnTo>
                  <a:lnTo>
                    <a:pt x="3117" y="2823"/>
                  </a:lnTo>
                  <a:lnTo>
                    <a:pt x="2542" y="3053"/>
                  </a:lnTo>
                  <a:lnTo>
                    <a:pt x="2031" y="3295"/>
                  </a:lnTo>
                  <a:lnTo>
                    <a:pt x="1789" y="3410"/>
                  </a:lnTo>
                  <a:lnTo>
                    <a:pt x="1559" y="3538"/>
                  </a:lnTo>
                  <a:lnTo>
                    <a:pt x="1354" y="3666"/>
                  </a:lnTo>
                  <a:lnTo>
                    <a:pt x="1163" y="3781"/>
                  </a:lnTo>
                  <a:lnTo>
                    <a:pt x="971" y="3908"/>
                  </a:lnTo>
                  <a:lnTo>
                    <a:pt x="805" y="4036"/>
                  </a:lnTo>
                  <a:lnTo>
                    <a:pt x="665" y="4177"/>
                  </a:lnTo>
                  <a:lnTo>
                    <a:pt x="524" y="4304"/>
                  </a:lnTo>
                  <a:lnTo>
                    <a:pt x="397" y="4432"/>
                  </a:lnTo>
                  <a:lnTo>
                    <a:pt x="294" y="4573"/>
                  </a:lnTo>
                  <a:lnTo>
                    <a:pt x="205" y="4700"/>
                  </a:lnTo>
                  <a:lnTo>
                    <a:pt x="128" y="4841"/>
                  </a:lnTo>
                  <a:lnTo>
                    <a:pt x="77" y="4968"/>
                  </a:lnTo>
                  <a:lnTo>
                    <a:pt x="26" y="5109"/>
                  </a:lnTo>
                  <a:lnTo>
                    <a:pt x="1" y="5249"/>
                  </a:lnTo>
                  <a:lnTo>
                    <a:pt x="1" y="5390"/>
                  </a:lnTo>
                  <a:lnTo>
                    <a:pt x="1" y="5530"/>
                  </a:lnTo>
                  <a:lnTo>
                    <a:pt x="26" y="5671"/>
                  </a:lnTo>
                  <a:lnTo>
                    <a:pt x="77" y="5799"/>
                  </a:lnTo>
                  <a:lnTo>
                    <a:pt x="128" y="5939"/>
                  </a:lnTo>
                  <a:lnTo>
                    <a:pt x="205" y="6080"/>
                  </a:lnTo>
                  <a:lnTo>
                    <a:pt x="294" y="6207"/>
                  </a:lnTo>
                  <a:lnTo>
                    <a:pt x="397" y="6348"/>
                  </a:lnTo>
                  <a:lnTo>
                    <a:pt x="524" y="6475"/>
                  </a:lnTo>
                  <a:lnTo>
                    <a:pt x="665" y="6603"/>
                  </a:lnTo>
                  <a:lnTo>
                    <a:pt x="805" y="6731"/>
                  </a:lnTo>
                  <a:lnTo>
                    <a:pt x="971" y="6871"/>
                  </a:lnTo>
                  <a:lnTo>
                    <a:pt x="1163" y="6999"/>
                  </a:lnTo>
                  <a:lnTo>
                    <a:pt x="1354" y="7114"/>
                  </a:lnTo>
                  <a:lnTo>
                    <a:pt x="1559" y="7242"/>
                  </a:lnTo>
                  <a:lnTo>
                    <a:pt x="1789" y="7369"/>
                  </a:lnTo>
                  <a:lnTo>
                    <a:pt x="2031" y="7484"/>
                  </a:lnTo>
                  <a:lnTo>
                    <a:pt x="2542" y="7727"/>
                  </a:lnTo>
                  <a:lnTo>
                    <a:pt x="3117" y="7957"/>
                  </a:lnTo>
                  <a:lnTo>
                    <a:pt x="3730" y="8187"/>
                  </a:lnTo>
                  <a:lnTo>
                    <a:pt x="4407" y="8404"/>
                  </a:lnTo>
                  <a:lnTo>
                    <a:pt x="5122" y="8621"/>
                  </a:lnTo>
                  <a:lnTo>
                    <a:pt x="5888" y="8825"/>
                  </a:lnTo>
                  <a:lnTo>
                    <a:pt x="6706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388" y="9553"/>
                  </a:lnTo>
                  <a:lnTo>
                    <a:pt x="10358" y="9707"/>
                  </a:lnTo>
                  <a:lnTo>
                    <a:pt x="11380" y="9860"/>
                  </a:lnTo>
                  <a:lnTo>
                    <a:pt x="12427" y="10000"/>
                  </a:lnTo>
                  <a:lnTo>
                    <a:pt x="13500" y="10128"/>
                  </a:lnTo>
                  <a:lnTo>
                    <a:pt x="14611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37"/>
                  </a:lnTo>
                  <a:lnTo>
                    <a:pt x="19362" y="10613"/>
                  </a:lnTo>
                  <a:lnTo>
                    <a:pt x="20601" y="10677"/>
                  </a:lnTo>
                  <a:lnTo>
                    <a:pt x="21878" y="10715"/>
                  </a:lnTo>
                  <a:lnTo>
                    <a:pt x="23168" y="10754"/>
                  </a:lnTo>
                  <a:lnTo>
                    <a:pt x="24483" y="10779"/>
                  </a:lnTo>
                  <a:lnTo>
                    <a:pt x="27139" y="10779"/>
                  </a:lnTo>
                  <a:lnTo>
                    <a:pt x="28442" y="10754"/>
                  </a:lnTo>
                  <a:lnTo>
                    <a:pt x="29732" y="10715"/>
                  </a:lnTo>
                  <a:lnTo>
                    <a:pt x="31009" y="10677"/>
                  </a:lnTo>
                  <a:lnTo>
                    <a:pt x="32261" y="10613"/>
                  </a:lnTo>
                  <a:lnTo>
                    <a:pt x="33474" y="10537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9" y="10256"/>
                  </a:lnTo>
                  <a:lnTo>
                    <a:pt x="38110" y="10128"/>
                  </a:lnTo>
                  <a:lnTo>
                    <a:pt x="39183" y="10000"/>
                  </a:lnTo>
                  <a:lnTo>
                    <a:pt x="40230" y="9860"/>
                  </a:lnTo>
                  <a:lnTo>
                    <a:pt x="41252" y="9707"/>
                  </a:lnTo>
                  <a:lnTo>
                    <a:pt x="42222" y="9553"/>
                  </a:lnTo>
                  <a:lnTo>
                    <a:pt x="43154" y="9387"/>
                  </a:lnTo>
                  <a:lnTo>
                    <a:pt x="44048" y="9208"/>
                  </a:lnTo>
                  <a:lnTo>
                    <a:pt x="44904" y="9017"/>
                  </a:lnTo>
                  <a:lnTo>
                    <a:pt x="45722" y="8825"/>
                  </a:lnTo>
                  <a:lnTo>
                    <a:pt x="46488" y="8621"/>
                  </a:lnTo>
                  <a:lnTo>
                    <a:pt x="47203" y="8404"/>
                  </a:lnTo>
                  <a:lnTo>
                    <a:pt x="47880" y="8187"/>
                  </a:lnTo>
                  <a:lnTo>
                    <a:pt x="48493" y="7957"/>
                  </a:lnTo>
                  <a:lnTo>
                    <a:pt x="49068" y="7727"/>
                  </a:lnTo>
                  <a:lnTo>
                    <a:pt x="49578" y="7484"/>
                  </a:lnTo>
                  <a:lnTo>
                    <a:pt x="49821" y="7369"/>
                  </a:lnTo>
                  <a:lnTo>
                    <a:pt x="50051" y="7242"/>
                  </a:lnTo>
                  <a:lnTo>
                    <a:pt x="50255" y="7114"/>
                  </a:lnTo>
                  <a:lnTo>
                    <a:pt x="50447" y="6999"/>
                  </a:lnTo>
                  <a:lnTo>
                    <a:pt x="50638" y="6871"/>
                  </a:lnTo>
                  <a:lnTo>
                    <a:pt x="50804" y="6731"/>
                  </a:lnTo>
                  <a:lnTo>
                    <a:pt x="50958" y="6603"/>
                  </a:lnTo>
                  <a:lnTo>
                    <a:pt x="51085" y="6475"/>
                  </a:lnTo>
                  <a:lnTo>
                    <a:pt x="51213" y="6348"/>
                  </a:lnTo>
                  <a:lnTo>
                    <a:pt x="51315" y="6207"/>
                  </a:lnTo>
                  <a:lnTo>
                    <a:pt x="51405" y="6080"/>
                  </a:lnTo>
                  <a:lnTo>
                    <a:pt x="51481" y="5939"/>
                  </a:lnTo>
                  <a:lnTo>
                    <a:pt x="51532" y="5799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09" y="5390"/>
                  </a:lnTo>
                  <a:lnTo>
                    <a:pt x="51609" y="5249"/>
                  </a:lnTo>
                  <a:lnTo>
                    <a:pt x="51583" y="5109"/>
                  </a:lnTo>
                  <a:lnTo>
                    <a:pt x="51532" y="4968"/>
                  </a:lnTo>
                  <a:lnTo>
                    <a:pt x="51481" y="4841"/>
                  </a:lnTo>
                  <a:lnTo>
                    <a:pt x="51405" y="4700"/>
                  </a:lnTo>
                  <a:lnTo>
                    <a:pt x="51315" y="4573"/>
                  </a:lnTo>
                  <a:lnTo>
                    <a:pt x="51213" y="4432"/>
                  </a:lnTo>
                  <a:lnTo>
                    <a:pt x="51085" y="4304"/>
                  </a:lnTo>
                  <a:lnTo>
                    <a:pt x="50958" y="4177"/>
                  </a:lnTo>
                  <a:lnTo>
                    <a:pt x="50804" y="4036"/>
                  </a:lnTo>
                  <a:lnTo>
                    <a:pt x="50638" y="3908"/>
                  </a:lnTo>
                  <a:lnTo>
                    <a:pt x="50447" y="3781"/>
                  </a:lnTo>
                  <a:lnTo>
                    <a:pt x="50255" y="3666"/>
                  </a:lnTo>
                  <a:lnTo>
                    <a:pt x="50051" y="3538"/>
                  </a:lnTo>
                  <a:lnTo>
                    <a:pt x="49821" y="3410"/>
                  </a:lnTo>
                  <a:lnTo>
                    <a:pt x="49578" y="3295"/>
                  </a:lnTo>
                  <a:lnTo>
                    <a:pt x="49068" y="3053"/>
                  </a:lnTo>
                  <a:lnTo>
                    <a:pt x="48493" y="2823"/>
                  </a:lnTo>
                  <a:lnTo>
                    <a:pt x="47880" y="2593"/>
                  </a:lnTo>
                  <a:lnTo>
                    <a:pt x="47203" y="2376"/>
                  </a:lnTo>
                  <a:lnTo>
                    <a:pt x="46488" y="2159"/>
                  </a:lnTo>
                  <a:lnTo>
                    <a:pt x="45722" y="1954"/>
                  </a:lnTo>
                  <a:lnTo>
                    <a:pt x="44904" y="1763"/>
                  </a:lnTo>
                  <a:lnTo>
                    <a:pt x="44048" y="1571"/>
                  </a:lnTo>
                  <a:lnTo>
                    <a:pt x="43154" y="1392"/>
                  </a:lnTo>
                  <a:lnTo>
                    <a:pt x="42222" y="1226"/>
                  </a:lnTo>
                  <a:lnTo>
                    <a:pt x="41252" y="1073"/>
                  </a:lnTo>
                  <a:lnTo>
                    <a:pt x="40230" y="920"/>
                  </a:lnTo>
                  <a:lnTo>
                    <a:pt x="39183" y="779"/>
                  </a:lnTo>
                  <a:lnTo>
                    <a:pt x="38110" y="652"/>
                  </a:lnTo>
                  <a:lnTo>
                    <a:pt x="36999" y="524"/>
                  </a:lnTo>
                  <a:lnTo>
                    <a:pt x="35849" y="422"/>
                  </a:lnTo>
                  <a:lnTo>
                    <a:pt x="34674" y="320"/>
                  </a:lnTo>
                  <a:lnTo>
                    <a:pt x="33474" y="243"/>
                  </a:lnTo>
                  <a:lnTo>
                    <a:pt x="32261" y="166"/>
                  </a:lnTo>
                  <a:lnTo>
                    <a:pt x="31009" y="103"/>
                  </a:lnTo>
                  <a:lnTo>
                    <a:pt x="29732" y="64"/>
                  </a:lnTo>
                  <a:lnTo>
                    <a:pt x="28442" y="26"/>
                  </a:lnTo>
                  <a:lnTo>
                    <a:pt x="271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3876187" y="2631877"/>
              <a:ext cx="627554" cy="112326"/>
            </a:xfrm>
            <a:custGeom>
              <a:avLst/>
              <a:gdLst/>
              <a:ahLst/>
              <a:cxnLst/>
              <a:rect l="l" t="t" r="r" b="b"/>
              <a:pathLst>
                <a:path w="42388" h="7587" extrusionOk="0">
                  <a:moveTo>
                    <a:pt x="21200" y="0"/>
                  </a:moveTo>
                  <a:lnTo>
                    <a:pt x="20102" y="13"/>
                  </a:lnTo>
                  <a:lnTo>
                    <a:pt x="19029" y="26"/>
                  </a:lnTo>
                  <a:lnTo>
                    <a:pt x="17969" y="51"/>
                  </a:lnTo>
                  <a:lnTo>
                    <a:pt x="16922" y="77"/>
                  </a:lnTo>
                  <a:lnTo>
                    <a:pt x="15900" y="128"/>
                  </a:lnTo>
                  <a:lnTo>
                    <a:pt x="14891" y="179"/>
                  </a:lnTo>
                  <a:lnTo>
                    <a:pt x="13908" y="230"/>
                  </a:lnTo>
                  <a:lnTo>
                    <a:pt x="12950" y="294"/>
                  </a:lnTo>
                  <a:lnTo>
                    <a:pt x="12005" y="371"/>
                  </a:lnTo>
                  <a:lnTo>
                    <a:pt x="11085" y="460"/>
                  </a:lnTo>
                  <a:lnTo>
                    <a:pt x="10204" y="549"/>
                  </a:lnTo>
                  <a:lnTo>
                    <a:pt x="9349" y="652"/>
                  </a:lnTo>
                  <a:lnTo>
                    <a:pt x="8518" y="754"/>
                  </a:lnTo>
                  <a:lnTo>
                    <a:pt x="7714" y="869"/>
                  </a:lnTo>
                  <a:lnTo>
                    <a:pt x="6948" y="984"/>
                  </a:lnTo>
                  <a:lnTo>
                    <a:pt x="6207" y="1111"/>
                  </a:lnTo>
                  <a:lnTo>
                    <a:pt x="5504" y="1239"/>
                  </a:lnTo>
                  <a:lnTo>
                    <a:pt x="4840" y="1380"/>
                  </a:lnTo>
                  <a:lnTo>
                    <a:pt x="4215" y="1520"/>
                  </a:lnTo>
                  <a:lnTo>
                    <a:pt x="3614" y="1673"/>
                  </a:lnTo>
                  <a:lnTo>
                    <a:pt x="3065" y="1827"/>
                  </a:lnTo>
                  <a:lnTo>
                    <a:pt x="2554" y="1980"/>
                  </a:lnTo>
                  <a:lnTo>
                    <a:pt x="2095" y="2146"/>
                  </a:lnTo>
                  <a:lnTo>
                    <a:pt x="1660" y="2312"/>
                  </a:lnTo>
                  <a:lnTo>
                    <a:pt x="1290" y="2491"/>
                  </a:lnTo>
                  <a:lnTo>
                    <a:pt x="958" y="2669"/>
                  </a:lnTo>
                  <a:lnTo>
                    <a:pt x="664" y="2848"/>
                  </a:lnTo>
                  <a:lnTo>
                    <a:pt x="537" y="2938"/>
                  </a:lnTo>
                  <a:lnTo>
                    <a:pt x="434" y="3027"/>
                  </a:lnTo>
                  <a:lnTo>
                    <a:pt x="332" y="3116"/>
                  </a:lnTo>
                  <a:lnTo>
                    <a:pt x="243" y="3219"/>
                  </a:lnTo>
                  <a:lnTo>
                    <a:pt x="166" y="3308"/>
                  </a:lnTo>
                  <a:lnTo>
                    <a:pt x="102" y="3410"/>
                  </a:lnTo>
                  <a:lnTo>
                    <a:pt x="64" y="3500"/>
                  </a:lnTo>
                  <a:lnTo>
                    <a:pt x="26" y="3602"/>
                  </a:lnTo>
                  <a:lnTo>
                    <a:pt x="0" y="3691"/>
                  </a:lnTo>
                  <a:lnTo>
                    <a:pt x="0" y="3793"/>
                  </a:lnTo>
                  <a:lnTo>
                    <a:pt x="0" y="3895"/>
                  </a:lnTo>
                  <a:lnTo>
                    <a:pt x="26" y="3985"/>
                  </a:lnTo>
                  <a:lnTo>
                    <a:pt x="64" y="4087"/>
                  </a:lnTo>
                  <a:lnTo>
                    <a:pt x="102" y="4176"/>
                  </a:lnTo>
                  <a:lnTo>
                    <a:pt x="166" y="4279"/>
                  </a:lnTo>
                  <a:lnTo>
                    <a:pt x="243" y="4368"/>
                  </a:lnTo>
                  <a:lnTo>
                    <a:pt x="332" y="4457"/>
                  </a:lnTo>
                  <a:lnTo>
                    <a:pt x="434" y="4560"/>
                  </a:lnTo>
                  <a:lnTo>
                    <a:pt x="537" y="4649"/>
                  </a:lnTo>
                  <a:lnTo>
                    <a:pt x="664" y="4738"/>
                  </a:lnTo>
                  <a:lnTo>
                    <a:pt x="958" y="4917"/>
                  </a:lnTo>
                  <a:lnTo>
                    <a:pt x="1290" y="5096"/>
                  </a:lnTo>
                  <a:lnTo>
                    <a:pt x="1660" y="5262"/>
                  </a:lnTo>
                  <a:lnTo>
                    <a:pt x="2095" y="5441"/>
                  </a:lnTo>
                  <a:lnTo>
                    <a:pt x="2554" y="5594"/>
                  </a:lnTo>
                  <a:lnTo>
                    <a:pt x="3065" y="5760"/>
                  </a:lnTo>
                  <a:lnTo>
                    <a:pt x="3614" y="5913"/>
                  </a:lnTo>
                  <a:lnTo>
                    <a:pt x="4215" y="6054"/>
                  </a:lnTo>
                  <a:lnTo>
                    <a:pt x="4840" y="6207"/>
                  </a:lnTo>
                  <a:lnTo>
                    <a:pt x="5504" y="6335"/>
                  </a:lnTo>
                  <a:lnTo>
                    <a:pt x="6207" y="6475"/>
                  </a:lnTo>
                  <a:lnTo>
                    <a:pt x="6948" y="6603"/>
                  </a:lnTo>
                  <a:lnTo>
                    <a:pt x="7714" y="6718"/>
                  </a:lnTo>
                  <a:lnTo>
                    <a:pt x="8518" y="6833"/>
                  </a:lnTo>
                  <a:lnTo>
                    <a:pt x="9349" y="6935"/>
                  </a:lnTo>
                  <a:lnTo>
                    <a:pt x="10204" y="7037"/>
                  </a:lnTo>
                  <a:lnTo>
                    <a:pt x="11085" y="7127"/>
                  </a:lnTo>
                  <a:lnTo>
                    <a:pt x="12005" y="7203"/>
                  </a:lnTo>
                  <a:lnTo>
                    <a:pt x="12950" y="7280"/>
                  </a:lnTo>
                  <a:lnTo>
                    <a:pt x="13908" y="7356"/>
                  </a:lnTo>
                  <a:lnTo>
                    <a:pt x="14891" y="7408"/>
                  </a:lnTo>
                  <a:lnTo>
                    <a:pt x="15900" y="7459"/>
                  </a:lnTo>
                  <a:lnTo>
                    <a:pt x="16922" y="7510"/>
                  </a:lnTo>
                  <a:lnTo>
                    <a:pt x="17969" y="7535"/>
                  </a:lnTo>
                  <a:lnTo>
                    <a:pt x="19029" y="7561"/>
                  </a:lnTo>
                  <a:lnTo>
                    <a:pt x="20102" y="7574"/>
                  </a:lnTo>
                  <a:lnTo>
                    <a:pt x="21200" y="7586"/>
                  </a:lnTo>
                  <a:lnTo>
                    <a:pt x="22286" y="7574"/>
                  </a:lnTo>
                  <a:lnTo>
                    <a:pt x="23359" y="7561"/>
                  </a:lnTo>
                  <a:lnTo>
                    <a:pt x="24419" y="7535"/>
                  </a:lnTo>
                  <a:lnTo>
                    <a:pt x="25466" y="7510"/>
                  </a:lnTo>
                  <a:lnTo>
                    <a:pt x="26488" y="7459"/>
                  </a:lnTo>
                  <a:lnTo>
                    <a:pt x="27496" y="7408"/>
                  </a:lnTo>
                  <a:lnTo>
                    <a:pt x="28480" y="7356"/>
                  </a:lnTo>
                  <a:lnTo>
                    <a:pt x="29450" y="7280"/>
                  </a:lnTo>
                  <a:lnTo>
                    <a:pt x="30383" y="7203"/>
                  </a:lnTo>
                  <a:lnTo>
                    <a:pt x="31302" y="7127"/>
                  </a:lnTo>
                  <a:lnTo>
                    <a:pt x="32183" y="7037"/>
                  </a:lnTo>
                  <a:lnTo>
                    <a:pt x="33039" y="6935"/>
                  </a:lnTo>
                  <a:lnTo>
                    <a:pt x="33869" y="6833"/>
                  </a:lnTo>
                  <a:lnTo>
                    <a:pt x="34674" y="6718"/>
                  </a:lnTo>
                  <a:lnTo>
                    <a:pt x="35440" y="6603"/>
                  </a:lnTo>
                  <a:lnTo>
                    <a:pt x="36181" y="6475"/>
                  </a:lnTo>
                  <a:lnTo>
                    <a:pt x="36883" y="6335"/>
                  </a:lnTo>
                  <a:lnTo>
                    <a:pt x="37547" y="6207"/>
                  </a:lnTo>
                  <a:lnTo>
                    <a:pt x="38173" y="6054"/>
                  </a:lnTo>
                  <a:lnTo>
                    <a:pt x="38773" y="5913"/>
                  </a:lnTo>
                  <a:lnTo>
                    <a:pt x="39323" y="5760"/>
                  </a:lnTo>
                  <a:lnTo>
                    <a:pt x="39833" y="5594"/>
                  </a:lnTo>
                  <a:lnTo>
                    <a:pt x="40293" y="5441"/>
                  </a:lnTo>
                  <a:lnTo>
                    <a:pt x="40727" y="5262"/>
                  </a:lnTo>
                  <a:lnTo>
                    <a:pt x="41098" y="5096"/>
                  </a:lnTo>
                  <a:lnTo>
                    <a:pt x="41443" y="4917"/>
                  </a:lnTo>
                  <a:lnTo>
                    <a:pt x="41724" y="4738"/>
                  </a:lnTo>
                  <a:lnTo>
                    <a:pt x="41851" y="4649"/>
                  </a:lnTo>
                  <a:lnTo>
                    <a:pt x="41953" y="4560"/>
                  </a:lnTo>
                  <a:lnTo>
                    <a:pt x="42056" y="4457"/>
                  </a:lnTo>
                  <a:lnTo>
                    <a:pt x="42145" y="4368"/>
                  </a:lnTo>
                  <a:lnTo>
                    <a:pt x="42222" y="4279"/>
                  </a:lnTo>
                  <a:lnTo>
                    <a:pt x="42285" y="4176"/>
                  </a:lnTo>
                  <a:lnTo>
                    <a:pt x="42324" y="4087"/>
                  </a:lnTo>
                  <a:lnTo>
                    <a:pt x="42362" y="3985"/>
                  </a:lnTo>
                  <a:lnTo>
                    <a:pt x="42388" y="3895"/>
                  </a:lnTo>
                  <a:lnTo>
                    <a:pt x="42388" y="3793"/>
                  </a:lnTo>
                  <a:lnTo>
                    <a:pt x="42388" y="3691"/>
                  </a:lnTo>
                  <a:lnTo>
                    <a:pt x="42362" y="3602"/>
                  </a:lnTo>
                  <a:lnTo>
                    <a:pt x="42324" y="3500"/>
                  </a:lnTo>
                  <a:lnTo>
                    <a:pt x="42285" y="3410"/>
                  </a:lnTo>
                  <a:lnTo>
                    <a:pt x="42222" y="3308"/>
                  </a:lnTo>
                  <a:lnTo>
                    <a:pt x="42145" y="3219"/>
                  </a:lnTo>
                  <a:lnTo>
                    <a:pt x="42056" y="3116"/>
                  </a:lnTo>
                  <a:lnTo>
                    <a:pt x="41953" y="3027"/>
                  </a:lnTo>
                  <a:lnTo>
                    <a:pt x="41851" y="2938"/>
                  </a:lnTo>
                  <a:lnTo>
                    <a:pt x="41724" y="2848"/>
                  </a:lnTo>
                  <a:lnTo>
                    <a:pt x="41443" y="2669"/>
                  </a:lnTo>
                  <a:lnTo>
                    <a:pt x="41098" y="2491"/>
                  </a:lnTo>
                  <a:lnTo>
                    <a:pt x="40727" y="2312"/>
                  </a:lnTo>
                  <a:lnTo>
                    <a:pt x="40293" y="2146"/>
                  </a:lnTo>
                  <a:lnTo>
                    <a:pt x="39833" y="1980"/>
                  </a:lnTo>
                  <a:lnTo>
                    <a:pt x="39323" y="1827"/>
                  </a:lnTo>
                  <a:lnTo>
                    <a:pt x="38773" y="1673"/>
                  </a:lnTo>
                  <a:lnTo>
                    <a:pt x="38173" y="1520"/>
                  </a:lnTo>
                  <a:lnTo>
                    <a:pt x="37547" y="1380"/>
                  </a:lnTo>
                  <a:lnTo>
                    <a:pt x="36883" y="1239"/>
                  </a:lnTo>
                  <a:lnTo>
                    <a:pt x="36181" y="1111"/>
                  </a:lnTo>
                  <a:lnTo>
                    <a:pt x="35440" y="984"/>
                  </a:lnTo>
                  <a:lnTo>
                    <a:pt x="34674" y="869"/>
                  </a:lnTo>
                  <a:lnTo>
                    <a:pt x="33869" y="754"/>
                  </a:lnTo>
                  <a:lnTo>
                    <a:pt x="33039" y="652"/>
                  </a:lnTo>
                  <a:lnTo>
                    <a:pt x="32183" y="549"/>
                  </a:lnTo>
                  <a:lnTo>
                    <a:pt x="31302" y="460"/>
                  </a:lnTo>
                  <a:lnTo>
                    <a:pt x="30383" y="371"/>
                  </a:lnTo>
                  <a:lnTo>
                    <a:pt x="29450" y="294"/>
                  </a:lnTo>
                  <a:lnTo>
                    <a:pt x="28480" y="230"/>
                  </a:lnTo>
                  <a:lnTo>
                    <a:pt x="27496" y="179"/>
                  </a:lnTo>
                  <a:lnTo>
                    <a:pt x="26488" y="128"/>
                  </a:lnTo>
                  <a:lnTo>
                    <a:pt x="25466" y="77"/>
                  </a:lnTo>
                  <a:lnTo>
                    <a:pt x="24419" y="51"/>
                  </a:lnTo>
                  <a:lnTo>
                    <a:pt x="23359" y="26"/>
                  </a:lnTo>
                  <a:lnTo>
                    <a:pt x="22286" y="13"/>
                  </a:lnTo>
                  <a:lnTo>
                    <a:pt x="21200" y="0"/>
                  </a:lnTo>
                  <a:close/>
                </a:path>
              </a:pathLst>
            </a:custGeom>
            <a:solidFill>
              <a:srgbClr val="FFBB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3893953" y="2631877"/>
              <a:ext cx="609226" cy="83397"/>
            </a:xfrm>
            <a:custGeom>
              <a:avLst/>
              <a:gdLst/>
              <a:ahLst/>
              <a:cxnLst/>
              <a:rect l="l" t="t" r="r" b="b"/>
              <a:pathLst>
                <a:path w="41150" h="5633" extrusionOk="0">
                  <a:moveTo>
                    <a:pt x="19949" y="0"/>
                  </a:moveTo>
                  <a:lnTo>
                    <a:pt x="18238" y="13"/>
                  </a:lnTo>
                  <a:lnTo>
                    <a:pt x="16578" y="51"/>
                  </a:lnTo>
                  <a:lnTo>
                    <a:pt x="14943" y="102"/>
                  </a:lnTo>
                  <a:lnTo>
                    <a:pt x="13372" y="192"/>
                  </a:lnTo>
                  <a:lnTo>
                    <a:pt x="11839" y="294"/>
                  </a:lnTo>
                  <a:lnTo>
                    <a:pt x="10371" y="409"/>
                  </a:lnTo>
                  <a:lnTo>
                    <a:pt x="8966" y="549"/>
                  </a:lnTo>
                  <a:lnTo>
                    <a:pt x="7625" y="703"/>
                  </a:lnTo>
                  <a:lnTo>
                    <a:pt x="6361" y="881"/>
                  </a:lnTo>
                  <a:lnTo>
                    <a:pt x="5173" y="1073"/>
                  </a:lnTo>
                  <a:lnTo>
                    <a:pt x="4075" y="1277"/>
                  </a:lnTo>
                  <a:lnTo>
                    <a:pt x="3551" y="1392"/>
                  </a:lnTo>
                  <a:lnTo>
                    <a:pt x="3066" y="1507"/>
                  </a:lnTo>
                  <a:lnTo>
                    <a:pt x="2593" y="1622"/>
                  </a:lnTo>
                  <a:lnTo>
                    <a:pt x="2146" y="1737"/>
                  </a:lnTo>
                  <a:lnTo>
                    <a:pt x="1712" y="1865"/>
                  </a:lnTo>
                  <a:lnTo>
                    <a:pt x="1316" y="1980"/>
                  </a:lnTo>
                  <a:lnTo>
                    <a:pt x="946" y="2107"/>
                  </a:lnTo>
                  <a:lnTo>
                    <a:pt x="601" y="2248"/>
                  </a:lnTo>
                  <a:lnTo>
                    <a:pt x="282" y="2376"/>
                  </a:lnTo>
                  <a:lnTo>
                    <a:pt x="1" y="2516"/>
                  </a:lnTo>
                  <a:lnTo>
                    <a:pt x="716" y="2299"/>
                  </a:lnTo>
                  <a:lnTo>
                    <a:pt x="1508" y="2095"/>
                  </a:lnTo>
                  <a:lnTo>
                    <a:pt x="2363" y="1903"/>
                  </a:lnTo>
                  <a:lnTo>
                    <a:pt x="3296" y="1712"/>
                  </a:lnTo>
                  <a:lnTo>
                    <a:pt x="4292" y="1546"/>
                  </a:lnTo>
                  <a:lnTo>
                    <a:pt x="5352" y="1380"/>
                  </a:lnTo>
                  <a:lnTo>
                    <a:pt x="6463" y="1239"/>
                  </a:lnTo>
                  <a:lnTo>
                    <a:pt x="7625" y="1099"/>
                  </a:lnTo>
                  <a:lnTo>
                    <a:pt x="8851" y="984"/>
                  </a:lnTo>
                  <a:lnTo>
                    <a:pt x="10115" y="869"/>
                  </a:lnTo>
                  <a:lnTo>
                    <a:pt x="11431" y="779"/>
                  </a:lnTo>
                  <a:lnTo>
                    <a:pt x="12785" y="703"/>
                  </a:lnTo>
                  <a:lnTo>
                    <a:pt x="14164" y="639"/>
                  </a:lnTo>
                  <a:lnTo>
                    <a:pt x="15594" y="600"/>
                  </a:lnTo>
                  <a:lnTo>
                    <a:pt x="17050" y="575"/>
                  </a:lnTo>
                  <a:lnTo>
                    <a:pt x="18532" y="562"/>
                  </a:lnTo>
                  <a:lnTo>
                    <a:pt x="19617" y="562"/>
                  </a:lnTo>
                  <a:lnTo>
                    <a:pt x="20690" y="575"/>
                  </a:lnTo>
                  <a:lnTo>
                    <a:pt x="21750" y="600"/>
                  </a:lnTo>
                  <a:lnTo>
                    <a:pt x="22797" y="639"/>
                  </a:lnTo>
                  <a:lnTo>
                    <a:pt x="23819" y="677"/>
                  </a:lnTo>
                  <a:lnTo>
                    <a:pt x="24828" y="728"/>
                  </a:lnTo>
                  <a:lnTo>
                    <a:pt x="25811" y="792"/>
                  </a:lnTo>
                  <a:lnTo>
                    <a:pt x="26782" y="856"/>
                  </a:lnTo>
                  <a:lnTo>
                    <a:pt x="27714" y="933"/>
                  </a:lnTo>
                  <a:lnTo>
                    <a:pt x="28634" y="1022"/>
                  </a:lnTo>
                  <a:lnTo>
                    <a:pt x="29515" y="1111"/>
                  </a:lnTo>
                  <a:lnTo>
                    <a:pt x="30383" y="1214"/>
                  </a:lnTo>
                  <a:lnTo>
                    <a:pt x="31213" y="1316"/>
                  </a:lnTo>
                  <a:lnTo>
                    <a:pt x="32005" y="1431"/>
                  </a:lnTo>
                  <a:lnTo>
                    <a:pt x="32784" y="1546"/>
                  </a:lnTo>
                  <a:lnTo>
                    <a:pt x="33512" y="1673"/>
                  </a:lnTo>
                  <a:lnTo>
                    <a:pt x="34215" y="1801"/>
                  </a:lnTo>
                  <a:lnTo>
                    <a:pt x="34879" y="1941"/>
                  </a:lnTo>
                  <a:lnTo>
                    <a:pt x="35517" y="2082"/>
                  </a:lnTo>
                  <a:lnTo>
                    <a:pt x="36105" y="2235"/>
                  </a:lnTo>
                  <a:lnTo>
                    <a:pt x="36654" y="2388"/>
                  </a:lnTo>
                  <a:lnTo>
                    <a:pt x="37165" y="2542"/>
                  </a:lnTo>
                  <a:lnTo>
                    <a:pt x="37637" y="2708"/>
                  </a:lnTo>
                  <a:lnTo>
                    <a:pt x="38059" y="2874"/>
                  </a:lnTo>
                  <a:lnTo>
                    <a:pt x="38442" y="3053"/>
                  </a:lnTo>
                  <a:lnTo>
                    <a:pt x="38774" y="3219"/>
                  </a:lnTo>
                  <a:lnTo>
                    <a:pt x="39055" y="3410"/>
                  </a:lnTo>
                  <a:lnTo>
                    <a:pt x="39183" y="3500"/>
                  </a:lnTo>
                  <a:lnTo>
                    <a:pt x="39297" y="3589"/>
                  </a:lnTo>
                  <a:lnTo>
                    <a:pt x="39387" y="3678"/>
                  </a:lnTo>
                  <a:lnTo>
                    <a:pt x="39476" y="3781"/>
                  </a:lnTo>
                  <a:lnTo>
                    <a:pt x="39553" y="3870"/>
                  </a:lnTo>
                  <a:lnTo>
                    <a:pt x="39617" y="3959"/>
                  </a:lnTo>
                  <a:lnTo>
                    <a:pt x="39655" y="4061"/>
                  </a:lnTo>
                  <a:lnTo>
                    <a:pt x="39693" y="4151"/>
                  </a:lnTo>
                  <a:lnTo>
                    <a:pt x="39719" y="4253"/>
                  </a:lnTo>
                  <a:lnTo>
                    <a:pt x="39719" y="4355"/>
                  </a:lnTo>
                  <a:lnTo>
                    <a:pt x="39719" y="4432"/>
                  </a:lnTo>
                  <a:lnTo>
                    <a:pt x="39706" y="4521"/>
                  </a:lnTo>
                  <a:lnTo>
                    <a:pt x="39681" y="4598"/>
                  </a:lnTo>
                  <a:lnTo>
                    <a:pt x="39642" y="4687"/>
                  </a:lnTo>
                  <a:lnTo>
                    <a:pt x="39591" y="4764"/>
                  </a:lnTo>
                  <a:lnTo>
                    <a:pt x="39540" y="4853"/>
                  </a:lnTo>
                  <a:lnTo>
                    <a:pt x="39400" y="5007"/>
                  </a:lnTo>
                  <a:lnTo>
                    <a:pt x="39221" y="5173"/>
                  </a:lnTo>
                  <a:lnTo>
                    <a:pt x="39017" y="5326"/>
                  </a:lnTo>
                  <a:lnTo>
                    <a:pt x="38761" y="5479"/>
                  </a:lnTo>
                  <a:lnTo>
                    <a:pt x="38480" y="5632"/>
                  </a:lnTo>
                  <a:lnTo>
                    <a:pt x="39080" y="5428"/>
                  </a:lnTo>
                  <a:lnTo>
                    <a:pt x="39349" y="5313"/>
                  </a:lnTo>
                  <a:lnTo>
                    <a:pt x="39617" y="5211"/>
                  </a:lnTo>
                  <a:lnTo>
                    <a:pt x="39847" y="5096"/>
                  </a:lnTo>
                  <a:lnTo>
                    <a:pt x="40064" y="4981"/>
                  </a:lnTo>
                  <a:lnTo>
                    <a:pt x="40268" y="4879"/>
                  </a:lnTo>
                  <a:lnTo>
                    <a:pt x="40447" y="4764"/>
                  </a:lnTo>
                  <a:lnTo>
                    <a:pt x="40613" y="4636"/>
                  </a:lnTo>
                  <a:lnTo>
                    <a:pt x="40753" y="4521"/>
                  </a:lnTo>
                  <a:lnTo>
                    <a:pt x="40868" y="4406"/>
                  </a:lnTo>
                  <a:lnTo>
                    <a:pt x="40971" y="4279"/>
                  </a:lnTo>
                  <a:lnTo>
                    <a:pt x="41047" y="4164"/>
                  </a:lnTo>
                  <a:lnTo>
                    <a:pt x="41098" y="4036"/>
                  </a:lnTo>
                  <a:lnTo>
                    <a:pt x="41137" y="3921"/>
                  </a:lnTo>
                  <a:lnTo>
                    <a:pt x="41149" y="3793"/>
                  </a:lnTo>
                  <a:lnTo>
                    <a:pt x="41137" y="3691"/>
                  </a:lnTo>
                  <a:lnTo>
                    <a:pt x="41111" y="3602"/>
                  </a:lnTo>
                  <a:lnTo>
                    <a:pt x="41085" y="3500"/>
                  </a:lnTo>
                  <a:lnTo>
                    <a:pt x="41034" y="3410"/>
                  </a:lnTo>
                  <a:lnTo>
                    <a:pt x="40971" y="3308"/>
                  </a:lnTo>
                  <a:lnTo>
                    <a:pt x="40894" y="3219"/>
                  </a:lnTo>
                  <a:lnTo>
                    <a:pt x="40817" y="3116"/>
                  </a:lnTo>
                  <a:lnTo>
                    <a:pt x="40715" y="3027"/>
                  </a:lnTo>
                  <a:lnTo>
                    <a:pt x="40600" y="2938"/>
                  </a:lnTo>
                  <a:lnTo>
                    <a:pt x="40472" y="2848"/>
                  </a:lnTo>
                  <a:lnTo>
                    <a:pt x="40191" y="2669"/>
                  </a:lnTo>
                  <a:lnTo>
                    <a:pt x="39859" y="2491"/>
                  </a:lnTo>
                  <a:lnTo>
                    <a:pt x="39476" y="2312"/>
                  </a:lnTo>
                  <a:lnTo>
                    <a:pt x="39055" y="2146"/>
                  </a:lnTo>
                  <a:lnTo>
                    <a:pt x="38582" y="1980"/>
                  </a:lnTo>
                  <a:lnTo>
                    <a:pt x="38071" y="1827"/>
                  </a:lnTo>
                  <a:lnTo>
                    <a:pt x="37522" y="1673"/>
                  </a:lnTo>
                  <a:lnTo>
                    <a:pt x="36935" y="1520"/>
                  </a:lnTo>
                  <a:lnTo>
                    <a:pt x="36309" y="1380"/>
                  </a:lnTo>
                  <a:lnTo>
                    <a:pt x="35632" y="1239"/>
                  </a:lnTo>
                  <a:lnTo>
                    <a:pt x="34930" y="1111"/>
                  </a:lnTo>
                  <a:lnTo>
                    <a:pt x="34202" y="984"/>
                  </a:lnTo>
                  <a:lnTo>
                    <a:pt x="33436" y="869"/>
                  </a:lnTo>
                  <a:lnTo>
                    <a:pt x="32631" y="754"/>
                  </a:lnTo>
                  <a:lnTo>
                    <a:pt x="31801" y="652"/>
                  </a:lnTo>
                  <a:lnTo>
                    <a:pt x="30945" y="549"/>
                  </a:lnTo>
                  <a:lnTo>
                    <a:pt x="30051" y="460"/>
                  </a:lnTo>
                  <a:lnTo>
                    <a:pt x="29132" y="371"/>
                  </a:lnTo>
                  <a:lnTo>
                    <a:pt x="28199" y="294"/>
                  </a:lnTo>
                  <a:lnTo>
                    <a:pt x="27242" y="230"/>
                  </a:lnTo>
                  <a:lnTo>
                    <a:pt x="26245" y="179"/>
                  </a:lnTo>
                  <a:lnTo>
                    <a:pt x="25249" y="128"/>
                  </a:lnTo>
                  <a:lnTo>
                    <a:pt x="24215" y="77"/>
                  </a:lnTo>
                  <a:lnTo>
                    <a:pt x="23180" y="51"/>
                  </a:lnTo>
                  <a:lnTo>
                    <a:pt x="22120" y="26"/>
                  </a:lnTo>
                  <a:lnTo>
                    <a:pt x="21035" y="13"/>
                  </a:lnTo>
                  <a:lnTo>
                    <a:pt x="19949" y="0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2629221" y="3963364"/>
              <a:ext cx="764071" cy="159583"/>
            </a:xfrm>
            <a:custGeom>
              <a:avLst/>
              <a:gdLst/>
              <a:ahLst/>
              <a:cxnLst/>
              <a:rect l="l" t="t" r="r" b="b"/>
              <a:pathLst>
                <a:path w="51609" h="10779" extrusionOk="0">
                  <a:moveTo>
                    <a:pt x="0" y="0"/>
                  </a:moveTo>
                  <a:lnTo>
                    <a:pt x="0" y="5390"/>
                  </a:lnTo>
                  <a:lnTo>
                    <a:pt x="13" y="5530"/>
                  </a:lnTo>
                  <a:lnTo>
                    <a:pt x="39" y="5671"/>
                  </a:lnTo>
                  <a:lnTo>
                    <a:pt x="77" y="5811"/>
                  </a:lnTo>
                  <a:lnTo>
                    <a:pt x="128" y="5939"/>
                  </a:lnTo>
                  <a:lnTo>
                    <a:pt x="205" y="6079"/>
                  </a:lnTo>
                  <a:lnTo>
                    <a:pt x="294" y="6207"/>
                  </a:lnTo>
                  <a:lnTo>
                    <a:pt x="396" y="6347"/>
                  </a:lnTo>
                  <a:lnTo>
                    <a:pt x="524" y="6475"/>
                  </a:lnTo>
                  <a:lnTo>
                    <a:pt x="664" y="6603"/>
                  </a:lnTo>
                  <a:lnTo>
                    <a:pt x="818" y="6743"/>
                  </a:lnTo>
                  <a:lnTo>
                    <a:pt x="984" y="6871"/>
                  </a:lnTo>
                  <a:lnTo>
                    <a:pt x="1162" y="6999"/>
                  </a:lnTo>
                  <a:lnTo>
                    <a:pt x="1354" y="7126"/>
                  </a:lnTo>
                  <a:lnTo>
                    <a:pt x="1571" y="7241"/>
                  </a:lnTo>
                  <a:lnTo>
                    <a:pt x="1788" y="7369"/>
                  </a:lnTo>
                  <a:lnTo>
                    <a:pt x="2031" y="7484"/>
                  </a:lnTo>
                  <a:lnTo>
                    <a:pt x="2542" y="7727"/>
                  </a:lnTo>
                  <a:lnTo>
                    <a:pt x="3116" y="7957"/>
                  </a:lnTo>
                  <a:lnTo>
                    <a:pt x="3729" y="8186"/>
                  </a:lnTo>
                  <a:lnTo>
                    <a:pt x="4406" y="8404"/>
                  </a:lnTo>
                  <a:lnTo>
                    <a:pt x="5122" y="8621"/>
                  </a:lnTo>
                  <a:lnTo>
                    <a:pt x="5888" y="8825"/>
                  </a:lnTo>
                  <a:lnTo>
                    <a:pt x="6705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387" y="9553"/>
                  </a:lnTo>
                  <a:lnTo>
                    <a:pt x="10370" y="9706"/>
                  </a:lnTo>
                  <a:lnTo>
                    <a:pt x="11379" y="9859"/>
                  </a:lnTo>
                  <a:lnTo>
                    <a:pt x="12427" y="10000"/>
                  </a:lnTo>
                  <a:lnTo>
                    <a:pt x="13499" y="10128"/>
                  </a:lnTo>
                  <a:lnTo>
                    <a:pt x="14623" y="10255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5" y="10536"/>
                  </a:lnTo>
                  <a:lnTo>
                    <a:pt x="19361" y="10613"/>
                  </a:lnTo>
                  <a:lnTo>
                    <a:pt x="20600" y="10677"/>
                  </a:lnTo>
                  <a:lnTo>
                    <a:pt x="21877" y="10728"/>
                  </a:lnTo>
                  <a:lnTo>
                    <a:pt x="23167" y="10753"/>
                  </a:lnTo>
                  <a:lnTo>
                    <a:pt x="24483" y="10779"/>
                  </a:lnTo>
                  <a:lnTo>
                    <a:pt x="27139" y="10779"/>
                  </a:lnTo>
                  <a:lnTo>
                    <a:pt x="28442" y="10753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0" y="10613"/>
                  </a:lnTo>
                  <a:lnTo>
                    <a:pt x="33486" y="10536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8" y="10255"/>
                  </a:lnTo>
                  <a:lnTo>
                    <a:pt x="38109" y="10128"/>
                  </a:lnTo>
                  <a:lnTo>
                    <a:pt x="39182" y="10000"/>
                  </a:lnTo>
                  <a:lnTo>
                    <a:pt x="40229" y="9859"/>
                  </a:lnTo>
                  <a:lnTo>
                    <a:pt x="41251" y="9706"/>
                  </a:lnTo>
                  <a:lnTo>
                    <a:pt x="42222" y="9553"/>
                  </a:lnTo>
                  <a:lnTo>
                    <a:pt x="43154" y="9387"/>
                  </a:lnTo>
                  <a:lnTo>
                    <a:pt x="44061" y="9208"/>
                  </a:lnTo>
                  <a:lnTo>
                    <a:pt x="44904" y="9017"/>
                  </a:lnTo>
                  <a:lnTo>
                    <a:pt x="45721" y="8825"/>
                  </a:lnTo>
                  <a:lnTo>
                    <a:pt x="46487" y="8621"/>
                  </a:lnTo>
                  <a:lnTo>
                    <a:pt x="47203" y="8404"/>
                  </a:lnTo>
                  <a:lnTo>
                    <a:pt x="47879" y="8186"/>
                  </a:lnTo>
                  <a:lnTo>
                    <a:pt x="48505" y="7957"/>
                  </a:lnTo>
                  <a:lnTo>
                    <a:pt x="49067" y="7727"/>
                  </a:lnTo>
                  <a:lnTo>
                    <a:pt x="49591" y="7484"/>
                  </a:lnTo>
                  <a:lnTo>
                    <a:pt x="49821" y="7369"/>
                  </a:lnTo>
                  <a:lnTo>
                    <a:pt x="50050" y="7241"/>
                  </a:lnTo>
                  <a:lnTo>
                    <a:pt x="50255" y="7126"/>
                  </a:lnTo>
                  <a:lnTo>
                    <a:pt x="50459" y="6999"/>
                  </a:lnTo>
                  <a:lnTo>
                    <a:pt x="50638" y="6871"/>
                  </a:lnTo>
                  <a:lnTo>
                    <a:pt x="50804" y="6743"/>
                  </a:lnTo>
                  <a:lnTo>
                    <a:pt x="50957" y="6603"/>
                  </a:lnTo>
                  <a:lnTo>
                    <a:pt x="51085" y="6475"/>
                  </a:lnTo>
                  <a:lnTo>
                    <a:pt x="51213" y="6347"/>
                  </a:lnTo>
                  <a:lnTo>
                    <a:pt x="51315" y="6207"/>
                  </a:lnTo>
                  <a:lnTo>
                    <a:pt x="51404" y="6079"/>
                  </a:lnTo>
                  <a:lnTo>
                    <a:pt x="51481" y="5939"/>
                  </a:lnTo>
                  <a:lnTo>
                    <a:pt x="51545" y="5811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09" y="5390"/>
                  </a:lnTo>
                  <a:lnTo>
                    <a:pt x="51609" y="0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2629221" y="3883565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24483" y="1"/>
                  </a:moveTo>
                  <a:lnTo>
                    <a:pt x="23167" y="26"/>
                  </a:lnTo>
                  <a:lnTo>
                    <a:pt x="21877" y="65"/>
                  </a:lnTo>
                  <a:lnTo>
                    <a:pt x="20600" y="103"/>
                  </a:lnTo>
                  <a:lnTo>
                    <a:pt x="19361" y="167"/>
                  </a:lnTo>
                  <a:lnTo>
                    <a:pt x="18135" y="243"/>
                  </a:lnTo>
                  <a:lnTo>
                    <a:pt x="16935" y="320"/>
                  </a:lnTo>
                  <a:lnTo>
                    <a:pt x="15760" y="422"/>
                  </a:lnTo>
                  <a:lnTo>
                    <a:pt x="14623" y="524"/>
                  </a:lnTo>
                  <a:lnTo>
                    <a:pt x="13499" y="652"/>
                  </a:lnTo>
                  <a:lnTo>
                    <a:pt x="12427" y="780"/>
                  </a:lnTo>
                  <a:lnTo>
                    <a:pt x="11379" y="920"/>
                  </a:lnTo>
                  <a:lnTo>
                    <a:pt x="10370" y="1073"/>
                  </a:lnTo>
                  <a:lnTo>
                    <a:pt x="9387" y="1227"/>
                  </a:lnTo>
                  <a:lnTo>
                    <a:pt x="8455" y="1393"/>
                  </a:lnTo>
                  <a:lnTo>
                    <a:pt x="7561" y="1572"/>
                  </a:lnTo>
                  <a:lnTo>
                    <a:pt x="6705" y="1763"/>
                  </a:lnTo>
                  <a:lnTo>
                    <a:pt x="5888" y="1955"/>
                  </a:lnTo>
                  <a:lnTo>
                    <a:pt x="5122" y="2159"/>
                  </a:lnTo>
                  <a:lnTo>
                    <a:pt x="4406" y="2376"/>
                  </a:lnTo>
                  <a:lnTo>
                    <a:pt x="3729" y="2593"/>
                  </a:lnTo>
                  <a:lnTo>
                    <a:pt x="3116" y="2823"/>
                  </a:lnTo>
                  <a:lnTo>
                    <a:pt x="2542" y="3053"/>
                  </a:lnTo>
                  <a:lnTo>
                    <a:pt x="2031" y="3296"/>
                  </a:lnTo>
                  <a:lnTo>
                    <a:pt x="1788" y="3411"/>
                  </a:lnTo>
                  <a:lnTo>
                    <a:pt x="1571" y="3538"/>
                  </a:lnTo>
                  <a:lnTo>
                    <a:pt x="1354" y="3653"/>
                  </a:lnTo>
                  <a:lnTo>
                    <a:pt x="1162" y="3781"/>
                  </a:lnTo>
                  <a:lnTo>
                    <a:pt x="984" y="3909"/>
                  </a:lnTo>
                  <a:lnTo>
                    <a:pt x="818" y="4036"/>
                  </a:lnTo>
                  <a:lnTo>
                    <a:pt x="664" y="4177"/>
                  </a:lnTo>
                  <a:lnTo>
                    <a:pt x="524" y="4305"/>
                  </a:lnTo>
                  <a:lnTo>
                    <a:pt x="396" y="4432"/>
                  </a:lnTo>
                  <a:lnTo>
                    <a:pt x="294" y="4573"/>
                  </a:lnTo>
                  <a:lnTo>
                    <a:pt x="205" y="4700"/>
                  </a:lnTo>
                  <a:lnTo>
                    <a:pt x="128" y="4841"/>
                  </a:lnTo>
                  <a:lnTo>
                    <a:pt x="77" y="4969"/>
                  </a:lnTo>
                  <a:lnTo>
                    <a:pt x="39" y="5109"/>
                  </a:lnTo>
                  <a:lnTo>
                    <a:pt x="13" y="5250"/>
                  </a:lnTo>
                  <a:lnTo>
                    <a:pt x="0" y="5390"/>
                  </a:lnTo>
                  <a:lnTo>
                    <a:pt x="13" y="5531"/>
                  </a:lnTo>
                  <a:lnTo>
                    <a:pt x="39" y="5671"/>
                  </a:lnTo>
                  <a:lnTo>
                    <a:pt x="77" y="5799"/>
                  </a:lnTo>
                  <a:lnTo>
                    <a:pt x="128" y="5939"/>
                  </a:lnTo>
                  <a:lnTo>
                    <a:pt x="205" y="6080"/>
                  </a:lnTo>
                  <a:lnTo>
                    <a:pt x="294" y="6207"/>
                  </a:lnTo>
                  <a:lnTo>
                    <a:pt x="396" y="6348"/>
                  </a:lnTo>
                  <a:lnTo>
                    <a:pt x="524" y="6476"/>
                  </a:lnTo>
                  <a:lnTo>
                    <a:pt x="664" y="6603"/>
                  </a:lnTo>
                  <a:lnTo>
                    <a:pt x="818" y="6731"/>
                  </a:lnTo>
                  <a:lnTo>
                    <a:pt x="984" y="6859"/>
                  </a:lnTo>
                  <a:lnTo>
                    <a:pt x="1162" y="6987"/>
                  </a:lnTo>
                  <a:lnTo>
                    <a:pt x="1354" y="7114"/>
                  </a:lnTo>
                  <a:lnTo>
                    <a:pt x="1571" y="7242"/>
                  </a:lnTo>
                  <a:lnTo>
                    <a:pt x="1788" y="7370"/>
                  </a:lnTo>
                  <a:lnTo>
                    <a:pt x="2031" y="7485"/>
                  </a:lnTo>
                  <a:lnTo>
                    <a:pt x="2542" y="7727"/>
                  </a:lnTo>
                  <a:lnTo>
                    <a:pt x="3116" y="7957"/>
                  </a:lnTo>
                  <a:lnTo>
                    <a:pt x="3729" y="8187"/>
                  </a:lnTo>
                  <a:lnTo>
                    <a:pt x="4406" y="8404"/>
                  </a:lnTo>
                  <a:lnTo>
                    <a:pt x="5122" y="8621"/>
                  </a:lnTo>
                  <a:lnTo>
                    <a:pt x="5888" y="8813"/>
                  </a:lnTo>
                  <a:lnTo>
                    <a:pt x="6705" y="9017"/>
                  </a:lnTo>
                  <a:lnTo>
                    <a:pt x="7561" y="9196"/>
                  </a:lnTo>
                  <a:lnTo>
                    <a:pt x="8455" y="9375"/>
                  </a:lnTo>
                  <a:lnTo>
                    <a:pt x="9387" y="9554"/>
                  </a:lnTo>
                  <a:lnTo>
                    <a:pt x="10370" y="9707"/>
                  </a:lnTo>
                  <a:lnTo>
                    <a:pt x="11379" y="9860"/>
                  </a:lnTo>
                  <a:lnTo>
                    <a:pt x="12427" y="10001"/>
                  </a:lnTo>
                  <a:lnTo>
                    <a:pt x="13499" y="10128"/>
                  </a:lnTo>
                  <a:lnTo>
                    <a:pt x="14623" y="10243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5" y="10537"/>
                  </a:lnTo>
                  <a:lnTo>
                    <a:pt x="19361" y="10614"/>
                  </a:lnTo>
                  <a:lnTo>
                    <a:pt x="20600" y="10677"/>
                  </a:lnTo>
                  <a:lnTo>
                    <a:pt x="21877" y="10716"/>
                  </a:lnTo>
                  <a:lnTo>
                    <a:pt x="23167" y="10754"/>
                  </a:lnTo>
                  <a:lnTo>
                    <a:pt x="24483" y="10780"/>
                  </a:lnTo>
                  <a:lnTo>
                    <a:pt x="27139" y="10780"/>
                  </a:lnTo>
                  <a:lnTo>
                    <a:pt x="28442" y="10754"/>
                  </a:lnTo>
                  <a:lnTo>
                    <a:pt x="29732" y="10716"/>
                  </a:lnTo>
                  <a:lnTo>
                    <a:pt x="31009" y="10677"/>
                  </a:lnTo>
                  <a:lnTo>
                    <a:pt x="32260" y="10614"/>
                  </a:lnTo>
                  <a:lnTo>
                    <a:pt x="33486" y="10537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8" y="10243"/>
                  </a:lnTo>
                  <a:lnTo>
                    <a:pt x="38109" y="10128"/>
                  </a:lnTo>
                  <a:lnTo>
                    <a:pt x="39182" y="10001"/>
                  </a:lnTo>
                  <a:lnTo>
                    <a:pt x="40229" y="9860"/>
                  </a:lnTo>
                  <a:lnTo>
                    <a:pt x="41251" y="9707"/>
                  </a:lnTo>
                  <a:lnTo>
                    <a:pt x="42222" y="9554"/>
                  </a:lnTo>
                  <a:lnTo>
                    <a:pt x="43154" y="9375"/>
                  </a:lnTo>
                  <a:lnTo>
                    <a:pt x="44061" y="9196"/>
                  </a:lnTo>
                  <a:lnTo>
                    <a:pt x="44904" y="9017"/>
                  </a:lnTo>
                  <a:lnTo>
                    <a:pt x="45721" y="8813"/>
                  </a:lnTo>
                  <a:lnTo>
                    <a:pt x="46487" y="8621"/>
                  </a:lnTo>
                  <a:lnTo>
                    <a:pt x="47203" y="8404"/>
                  </a:lnTo>
                  <a:lnTo>
                    <a:pt x="47879" y="8187"/>
                  </a:lnTo>
                  <a:lnTo>
                    <a:pt x="48505" y="7957"/>
                  </a:lnTo>
                  <a:lnTo>
                    <a:pt x="49067" y="7727"/>
                  </a:lnTo>
                  <a:lnTo>
                    <a:pt x="49591" y="7485"/>
                  </a:lnTo>
                  <a:lnTo>
                    <a:pt x="49821" y="7370"/>
                  </a:lnTo>
                  <a:lnTo>
                    <a:pt x="50050" y="7242"/>
                  </a:lnTo>
                  <a:lnTo>
                    <a:pt x="50255" y="7114"/>
                  </a:lnTo>
                  <a:lnTo>
                    <a:pt x="50459" y="6987"/>
                  </a:lnTo>
                  <a:lnTo>
                    <a:pt x="50638" y="6859"/>
                  </a:lnTo>
                  <a:lnTo>
                    <a:pt x="50804" y="6731"/>
                  </a:lnTo>
                  <a:lnTo>
                    <a:pt x="50957" y="6603"/>
                  </a:lnTo>
                  <a:lnTo>
                    <a:pt x="51085" y="6476"/>
                  </a:lnTo>
                  <a:lnTo>
                    <a:pt x="51213" y="6348"/>
                  </a:lnTo>
                  <a:lnTo>
                    <a:pt x="51315" y="6207"/>
                  </a:lnTo>
                  <a:lnTo>
                    <a:pt x="51404" y="6080"/>
                  </a:lnTo>
                  <a:lnTo>
                    <a:pt x="51481" y="5939"/>
                  </a:lnTo>
                  <a:lnTo>
                    <a:pt x="51545" y="5799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09" y="5390"/>
                  </a:lnTo>
                  <a:lnTo>
                    <a:pt x="51609" y="5250"/>
                  </a:lnTo>
                  <a:lnTo>
                    <a:pt x="51583" y="5109"/>
                  </a:lnTo>
                  <a:lnTo>
                    <a:pt x="51545" y="4969"/>
                  </a:lnTo>
                  <a:lnTo>
                    <a:pt x="51481" y="4841"/>
                  </a:lnTo>
                  <a:lnTo>
                    <a:pt x="51404" y="4700"/>
                  </a:lnTo>
                  <a:lnTo>
                    <a:pt x="51315" y="4573"/>
                  </a:lnTo>
                  <a:lnTo>
                    <a:pt x="51213" y="4432"/>
                  </a:lnTo>
                  <a:lnTo>
                    <a:pt x="51085" y="4305"/>
                  </a:lnTo>
                  <a:lnTo>
                    <a:pt x="50957" y="4177"/>
                  </a:lnTo>
                  <a:lnTo>
                    <a:pt x="50804" y="4036"/>
                  </a:lnTo>
                  <a:lnTo>
                    <a:pt x="50638" y="3909"/>
                  </a:lnTo>
                  <a:lnTo>
                    <a:pt x="50459" y="3781"/>
                  </a:lnTo>
                  <a:lnTo>
                    <a:pt x="50255" y="3653"/>
                  </a:lnTo>
                  <a:lnTo>
                    <a:pt x="50050" y="3538"/>
                  </a:lnTo>
                  <a:lnTo>
                    <a:pt x="49821" y="3411"/>
                  </a:lnTo>
                  <a:lnTo>
                    <a:pt x="49591" y="3296"/>
                  </a:lnTo>
                  <a:lnTo>
                    <a:pt x="49067" y="3053"/>
                  </a:lnTo>
                  <a:lnTo>
                    <a:pt x="48505" y="2823"/>
                  </a:lnTo>
                  <a:lnTo>
                    <a:pt x="47879" y="2593"/>
                  </a:lnTo>
                  <a:lnTo>
                    <a:pt x="47203" y="2376"/>
                  </a:lnTo>
                  <a:lnTo>
                    <a:pt x="46487" y="2159"/>
                  </a:lnTo>
                  <a:lnTo>
                    <a:pt x="45721" y="1955"/>
                  </a:lnTo>
                  <a:lnTo>
                    <a:pt x="44904" y="1763"/>
                  </a:lnTo>
                  <a:lnTo>
                    <a:pt x="44061" y="1572"/>
                  </a:lnTo>
                  <a:lnTo>
                    <a:pt x="43154" y="1393"/>
                  </a:lnTo>
                  <a:lnTo>
                    <a:pt x="42222" y="1227"/>
                  </a:lnTo>
                  <a:lnTo>
                    <a:pt x="41251" y="1073"/>
                  </a:lnTo>
                  <a:lnTo>
                    <a:pt x="40229" y="920"/>
                  </a:lnTo>
                  <a:lnTo>
                    <a:pt x="39182" y="780"/>
                  </a:lnTo>
                  <a:lnTo>
                    <a:pt x="38109" y="652"/>
                  </a:lnTo>
                  <a:lnTo>
                    <a:pt x="36998" y="524"/>
                  </a:lnTo>
                  <a:lnTo>
                    <a:pt x="35849" y="422"/>
                  </a:lnTo>
                  <a:lnTo>
                    <a:pt x="34674" y="320"/>
                  </a:lnTo>
                  <a:lnTo>
                    <a:pt x="33486" y="243"/>
                  </a:lnTo>
                  <a:lnTo>
                    <a:pt x="32260" y="167"/>
                  </a:lnTo>
                  <a:lnTo>
                    <a:pt x="31009" y="103"/>
                  </a:lnTo>
                  <a:lnTo>
                    <a:pt x="29732" y="65"/>
                  </a:lnTo>
                  <a:lnTo>
                    <a:pt x="28442" y="26"/>
                  </a:lnTo>
                  <a:lnTo>
                    <a:pt x="27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2697472" y="3897749"/>
              <a:ext cx="627569" cy="112326"/>
            </a:xfrm>
            <a:custGeom>
              <a:avLst/>
              <a:gdLst/>
              <a:ahLst/>
              <a:cxnLst/>
              <a:rect l="l" t="t" r="r" b="b"/>
              <a:pathLst>
                <a:path w="42389" h="7587" extrusionOk="0">
                  <a:moveTo>
                    <a:pt x="20102" y="0"/>
                  </a:moveTo>
                  <a:lnTo>
                    <a:pt x="19030" y="26"/>
                  </a:lnTo>
                  <a:lnTo>
                    <a:pt x="17970" y="52"/>
                  </a:lnTo>
                  <a:lnTo>
                    <a:pt x="16922" y="77"/>
                  </a:lnTo>
                  <a:lnTo>
                    <a:pt x="15901" y="115"/>
                  </a:lnTo>
                  <a:lnTo>
                    <a:pt x="14892" y="167"/>
                  </a:lnTo>
                  <a:lnTo>
                    <a:pt x="13908" y="230"/>
                  </a:lnTo>
                  <a:lnTo>
                    <a:pt x="12951" y="294"/>
                  </a:lnTo>
                  <a:lnTo>
                    <a:pt x="12006" y="371"/>
                  </a:lnTo>
                  <a:lnTo>
                    <a:pt x="11099" y="460"/>
                  </a:lnTo>
                  <a:lnTo>
                    <a:pt x="10205" y="550"/>
                  </a:lnTo>
                  <a:lnTo>
                    <a:pt x="9349" y="652"/>
                  </a:lnTo>
                  <a:lnTo>
                    <a:pt x="8519" y="754"/>
                  </a:lnTo>
                  <a:lnTo>
                    <a:pt x="7714" y="869"/>
                  </a:lnTo>
                  <a:lnTo>
                    <a:pt x="6948" y="984"/>
                  </a:lnTo>
                  <a:lnTo>
                    <a:pt x="6207" y="1112"/>
                  </a:lnTo>
                  <a:lnTo>
                    <a:pt x="5505" y="1239"/>
                  </a:lnTo>
                  <a:lnTo>
                    <a:pt x="4841" y="1380"/>
                  </a:lnTo>
                  <a:lnTo>
                    <a:pt x="4215" y="1520"/>
                  </a:lnTo>
                  <a:lnTo>
                    <a:pt x="3615" y="1674"/>
                  </a:lnTo>
                  <a:lnTo>
                    <a:pt x="3066" y="1827"/>
                  </a:lnTo>
                  <a:lnTo>
                    <a:pt x="2555" y="1980"/>
                  </a:lnTo>
                  <a:lnTo>
                    <a:pt x="2095" y="2146"/>
                  </a:lnTo>
                  <a:lnTo>
                    <a:pt x="1661" y="2312"/>
                  </a:lnTo>
                  <a:lnTo>
                    <a:pt x="1291" y="2491"/>
                  </a:lnTo>
                  <a:lnTo>
                    <a:pt x="959" y="2670"/>
                  </a:lnTo>
                  <a:lnTo>
                    <a:pt x="665" y="2848"/>
                  </a:lnTo>
                  <a:lnTo>
                    <a:pt x="550" y="2938"/>
                  </a:lnTo>
                  <a:lnTo>
                    <a:pt x="435" y="3027"/>
                  </a:lnTo>
                  <a:lnTo>
                    <a:pt x="333" y="3117"/>
                  </a:lnTo>
                  <a:lnTo>
                    <a:pt x="243" y="3219"/>
                  </a:lnTo>
                  <a:lnTo>
                    <a:pt x="167" y="3308"/>
                  </a:lnTo>
                  <a:lnTo>
                    <a:pt x="116" y="3410"/>
                  </a:lnTo>
                  <a:lnTo>
                    <a:pt x="65" y="3500"/>
                  </a:lnTo>
                  <a:lnTo>
                    <a:pt x="26" y="3602"/>
                  </a:lnTo>
                  <a:lnTo>
                    <a:pt x="13" y="3691"/>
                  </a:lnTo>
                  <a:lnTo>
                    <a:pt x="1" y="3794"/>
                  </a:lnTo>
                  <a:lnTo>
                    <a:pt x="13" y="3896"/>
                  </a:lnTo>
                  <a:lnTo>
                    <a:pt x="26" y="3985"/>
                  </a:lnTo>
                  <a:lnTo>
                    <a:pt x="65" y="4087"/>
                  </a:lnTo>
                  <a:lnTo>
                    <a:pt x="116" y="4177"/>
                  </a:lnTo>
                  <a:lnTo>
                    <a:pt x="167" y="4279"/>
                  </a:lnTo>
                  <a:lnTo>
                    <a:pt x="243" y="4368"/>
                  </a:lnTo>
                  <a:lnTo>
                    <a:pt x="333" y="4458"/>
                  </a:lnTo>
                  <a:lnTo>
                    <a:pt x="435" y="4560"/>
                  </a:lnTo>
                  <a:lnTo>
                    <a:pt x="550" y="4649"/>
                  </a:lnTo>
                  <a:lnTo>
                    <a:pt x="665" y="4739"/>
                  </a:lnTo>
                  <a:lnTo>
                    <a:pt x="959" y="4917"/>
                  </a:lnTo>
                  <a:lnTo>
                    <a:pt x="1291" y="5096"/>
                  </a:lnTo>
                  <a:lnTo>
                    <a:pt x="1661" y="5262"/>
                  </a:lnTo>
                  <a:lnTo>
                    <a:pt x="2095" y="5441"/>
                  </a:lnTo>
                  <a:lnTo>
                    <a:pt x="2555" y="5594"/>
                  </a:lnTo>
                  <a:lnTo>
                    <a:pt x="3066" y="5760"/>
                  </a:lnTo>
                  <a:lnTo>
                    <a:pt x="3615" y="5914"/>
                  </a:lnTo>
                  <a:lnTo>
                    <a:pt x="4215" y="6054"/>
                  </a:lnTo>
                  <a:lnTo>
                    <a:pt x="4841" y="6207"/>
                  </a:lnTo>
                  <a:lnTo>
                    <a:pt x="5505" y="6335"/>
                  </a:lnTo>
                  <a:lnTo>
                    <a:pt x="6207" y="6476"/>
                  </a:lnTo>
                  <a:lnTo>
                    <a:pt x="6948" y="6603"/>
                  </a:lnTo>
                  <a:lnTo>
                    <a:pt x="7714" y="6718"/>
                  </a:lnTo>
                  <a:lnTo>
                    <a:pt x="8519" y="6833"/>
                  </a:lnTo>
                  <a:lnTo>
                    <a:pt x="9349" y="6935"/>
                  </a:lnTo>
                  <a:lnTo>
                    <a:pt x="10205" y="7037"/>
                  </a:lnTo>
                  <a:lnTo>
                    <a:pt x="11099" y="7127"/>
                  </a:lnTo>
                  <a:lnTo>
                    <a:pt x="12006" y="7203"/>
                  </a:lnTo>
                  <a:lnTo>
                    <a:pt x="12951" y="7280"/>
                  </a:lnTo>
                  <a:lnTo>
                    <a:pt x="13908" y="7357"/>
                  </a:lnTo>
                  <a:lnTo>
                    <a:pt x="14892" y="7408"/>
                  </a:lnTo>
                  <a:lnTo>
                    <a:pt x="15901" y="7459"/>
                  </a:lnTo>
                  <a:lnTo>
                    <a:pt x="16922" y="7510"/>
                  </a:lnTo>
                  <a:lnTo>
                    <a:pt x="17970" y="7536"/>
                  </a:lnTo>
                  <a:lnTo>
                    <a:pt x="19030" y="7561"/>
                  </a:lnTo>
                  <a:lnTo>
                    <a:pt x="20102" y="7574"/>
                  </a:lnTo>
                  <a:lnTo>
                    <a:pt x="21201" y="7587"/>
                  </a:lnTo>
                  <a:lnTo>
                    <a:pt x="22286" y="7574"/>
                  </a:lnTo>
                  <a:lnTo>
                    <a:pt x="23359" y="7561"/>
                  </a:lnTo>
                  <a:lnTo>
                    <a:pt x="24419" y="7536"/>
                  </a:lnTo>
                  <a:lnTo>
                    <a:pt x="25466" y="7510"/>
                  </a:lnTo>
                  <a:lnTo>
                    <a:pt x="26488" y="7459"/>
                  </a:lnTo>
                  <a:lnTo>
                    <a:pt x="27497" y="7408"/>
                  </a:lnTo>
                  <a:lnTo>
                    <a:pt x="28480" y="7357"/>
                  </a:lnTo>
                  <a:lnTo>
                    <a:pt x="29451" y="7280"/>
                  </a:lnTo>
                  <a:lnTo>
                    <a:pt x="30383" y="7203"/>
                  </a:lnTo>
                  <a:lnTo>
                    <a:pt x="31303" y="7127"/>
                  </a:lnTo>
                  <a:lnTo>
                    <a:pt x="32184" y="7037"/>
                  </a:lnTo>
                  <a:lnTo>
                    <a:pt x="33052" y="6935"/>
                  </a:lnTo>
                  <a:lnTo>
                    <a:pt x="33883" y="6833"/>
                  </a:lnTo>
                  <a:lnTo>
                    <a:pt x="34674" y="6718"/>
                  </a:lnTo>
                  <a:lnTo>
                    <a:pt x="35453" y="6603"/>
                  </a:lnTo>
                  <a:lnTo>
                    <a:pt x="36181" y="6476"/>
                  </a:lnTo>
                  <a:lnTo>
                    <a:pt x="36884" y="6335"/>
                  </a:lnTo>
                  <a:lnTo>
                    <a:pt x="37548" y="6207"/>
                  </a:lnTo>
                  <a:lnTo>
                    <a:pt x="38186" y="6054"/>
                  </a:lnTo>
                  <a:lnTo>
                    <a:pt x="38774" y="5914"/>
                  </a:lnTo>
                  <a:lnTo>
                    <a:pt x="39323" y="5760"/>
                  </a:lnTo>
                  <a:lnTo>
                    <a:pt x="39834" y="5594"/>
                  </a:lnTo>
                  <a:lnTo>
                    <a:pt x="40306" y="5441"/>
                  </a:lnTo>
                  <a:lnTo>
                    <a:pt x="40728" y="5262"/>
                  </a:lnTo>
                  <a:lnTo>
                    <a:pt x="41111" y="5096"/>
                  </a:lnTo>
                  <a:lnTo>
                    <a:pt x="41443" y="4917"/>
                  </a:lnTo>
                  <a:lnTo>
                    <a:pt x="41724" y="4739"/>
                  </a:lnTo>
                  <a:lnTo>
                    <a:pt x="41852" y="4649"/>
                  </a:lnTo>
                  <a:lnTo>
                    <a:pt x="41967" y="4560"/>
                  </a:lnTo>
                  <a:lnTo>
                    <a:pt x="42056" y="4458"/>
                  </a:lnTo>
                  <a:lnTo>
                    <a:pt x="42146" y="4368"/>
                  </a:lnTo>
                  <a:lnTo>
                    <a:pt x="42222" y="4279"/>
                  </a:lnTo>
                  <a:lnTo>
                    <a:pt x="42286" y="4177"/>
                  </a:lnTo>
                  <a:lnTo>
                    <a:pt x="42324" y="4087"/>
                  </a:lnTo>
                  <a:lnTo>
                    <a:pt x="42363" y="3985"/>
                  </a:lnTo>
                  <a:lnTo>
                    <a:pt x="42388" y="3896"/>
                  </a:lnTo>
                  <a:lnTo>
                    <a:pt x="42388" y="3794"/>
                  </a:lnTo>
                  <a:lnTo>
                    <a:pt x="42388" y="3691"/>
                  </a:lnTo>
                  <a:lnTo>
                    <a:pt x="42363" y="3602"/>
                  </a:lnTo>
                  <a:lnTo>
                    <a:pt x="42324" y="3500"/>
                  </a:lnTo>
                  <a:lnTo>
                    <a:pt x="42286" y="3410"/>
                  </a:lnTo>
                  <a:lnTo>
                    <a:pt x="42222" y="3308"/>
                  </a:lnTo>
                  <a:lnTo>
                    <a:pt x="42146" y="3219"/>
                  </a:lnTo>
                  <a:lnTo>
                    <a:pt x="42056" y="3117"/>
                  </a:lnTo>
                  <a:lnTo>
                    <a:pt x="41967" y="3027"/>
                  </a:lnTo>
                  <a:lnTo>
                    <a:pt x="41852" y="2938"/>
                  </a:lnTo>
                  <a:lnTo>
                    <a:pt x="41724" y="2848"/>
                  </a:lnTo>
                  <a:lnTo>
                    <a:pt x="41443" y="2670"/>
                  </a:lnTo>
                  <a:lnTo>
                    <a:pt x="41111" y="2491"/>
                  </a:lnTo>
                  <a:lnTo>
                    <a:pt x="40728" y="2312"/>
                  </a:lnTo>
                  <a:lnTo>
                    <a:pt x="40306" y="2146"/>
                  </a:lnTo>
                  <a:lnTo>
                    <a:pt x="39834" y="1980"/>
                  </a:lnTo>
                  <a:lnTo>
                    <a:pt x="39323" y="1827"/>
                  </a:lnTo>
                  <a:lnTo>
                    <a:pt x="38774" y="1674"/>
                  </a:lnTo>
                  <a:lnTo>
                    <a:pt x="38186" y="1520"/>
                  </a:lnTo>
                  <a:lnTo>
                    <a:pt x="37548" y="1380"/>
                  </a:lnTo>
                  <a:lnTo>
                    <a:pt x="36884" y="1239"/>
                  </a:lnTo>
                  <a:lnTo>
                    <a:pt x="36181" y="1112"/>
                  </a:lnTo>
                  <a:lnTo>
                    <a:pt x="35453" y="984"/>
                  </a:lnTo>
                  <a:lnTo>
                    <a:pt x="34674" y="869"/>
                  </a:lnTo>
                  <a:lnTo>
                    <a:pt x="33883" y="754"/>
                  </a:lnTo>
                  <a:lnTo>
                    <a:pt x="33052" y="652"/>
                  </a:lnTo>
                  <a:lnTo>
                    <a:pt x="32184" y="550"/>
                  </a:lnTo>
                  <a:lnTo>
                    <a:pt x="31303" y="460"/>
                  </a:lnTo>
                  <a:lnTo>
                    <a:pt x="30383" y="371"/>
                  </a:lnTo>
                  <a:lnTo>
                    <a:pt x="29451" y="294"/>
                  </a:lnTo>
                  <a:lnTo>
                    <a:pt x="28480" y="230"/>
                  </a:lnTo>
                  <a:lnTo>
                    <a:pt x="27497" y="167"/>
                  </a:lnTo>
                  <a:lnTo>
                    <a:pt x="26488" y="115"/>
                  </a:lnTo>
                  <a:lnTo>
                    <a:pt x="25466" y="77"/>
                  </a:lnTo>
                  <a:lnTo>
                    <a:pt x="24419" y="52"/>
                  </a:lnTo>
                  <a:lnTo>
                    <a:pt x="23359" y="26"/>
                  </a:lnTo>
                  <a:lnTo>
                    <a:pt x="22286" y="0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2706740" y="3897749"/>
              <a:ext cx="609226" cy="83397"/>
            </a:xfrm>
            <a:custGeom>
              <a:avLst/>
              <a:gdLst/>
              <a:ahLst/>
              <a:cxnLst/>
              <a:rect l="l" t="t" r="r" b="b"/>
              <a:pathLst>
                <a:path w="41150" h="5633" extrusionOk="0">
                  <a:moveTo>
                    <a:pt x="19949" y="0"/>
                  </a:moveTo>
                  <a:lnTo>
                    <a:pt x="18238" y="13"/>
                  </a:lnTo>
                  <a:lnTo>
                    <a:pt x="16577" y="52"/>
                  </a:lnTo>
                  <a:lnTo>
                    <a:pt x="14943" y="103"/>
                  </a:lnTo>
                  <a:lnTo>
                    <a:pt x="13372" y="192"/>
                  </a:lnTo>
                  <a:lnTo>
                    <a:pt x="11839" y="294"/>
                  </a:lnTo>
                  <a:lnTo>
                    <a:pt x="10371" y="409"/>
                  </a:lnTo>
                  <a:lnTo>
                    <a:pt x="8966" y="550"/>
                  </a:lnTo>
                  <a:lnTo>
                    <a:pt x="7625" y="703"/>
                  </a:lnTo>
                  <a:lnTo>
                    <a:pt x="6361" y="882"/>
                  </a:lnTo>
                  <a:lnTo>
                    <a:pt x="5173" y="1073"/>
                  </a:lnTo>
                  <a:lnTo>
                    <a:pt x="4074" y="1278"/>
                  </a:lnTo>
                  <a:lnTo>
                    <a:pt x="3551" y="1393"/>
                  </a:lnTo>
                  <a:lnTo>
                    <a:pt x="3066" y="1508"/>
                  </a:lnTo>
                  <a:lnTo>
                    <a:pt x="2593" y="1622"/>
                  </a:lnTo>
                  <a:lnTo>
                    <a:pt x="2146" y="1737"/>
                  </a:lnTo>
                  <a:lnTo>
                    <a:pt x="1725" y="1852"/>
                  </a:lnTo>
                  <a:lnTo>
                    <a:pt x="1316" y="1980"/>
                  </a:lnTo>
                  <a:lnTo>
                    <a:pt x="946" y="2108"/>
                  </a:lnTo>
                  <a:lnTo>
                    <a:pt x="601" y="2248"/>
                  </a:lnTo>
                  <a:lnTo>
                    <a:pt x="281" y="2376"/>
                  </a:lnTo>
                  <a:lnTo>
                    <a:pt x="0" y="2516"/>
                  </a:lnTo>
                  <a:lnTo>
                    <a:pt x="716" y="2299"/>
                  </a:lnTo>
                  <a:lnTo>
                    <a:pt x="1507" y="2095"/>
                  </a:lnTo>
                  <a:lnTo>
                    <a:pt x="2363" y="1903"/>
                  </a:lnTo>
                  <a:lnTo>
                    <a:pt x="3295" y="1712"/>
                  </a:lnTo>
                  <a:lnTo>
                    <a:pt x="4292" y="1546"/>
                  </a:lnTo>
                  <a:lnTo>
                    <a:pt x="5352" y="1380"/>
                  </a:lnTo>
                  <a:lnTo>
                    <a:pt x="6463" y="1239"/>
                  </a:lnTo>
                  <a:lnTo>
                    <a:pt x="7625" y="1099"/>
                  </a:lnTo>
                  <a:lnTo>
                    <a:pt x="8851" y="984"/>
                  </a:lnTo>
                  <a:lnTo>
                    <a:pt x="10115" y="869"/>
                  </a:lnTo>
                  <a:lnTo>
                    <a:pt x="11431" y="780"/>
                  </a:lnTo>
                  <a:lnTo>
                    <a:pt x="12784" y="703"/>
                  </a:lnTo>
                  <a:lnTo>
                    <a:pt x="14164" y="639"/>
                  </a:lnTo>
                  <a:lnTo>
                    <a:pt x="15594" y="601"/>
                  </a:lnTo>
                  <a:lnTo>
                    <a:pt x="17050" y="575"/>
                  </a:lnTo>
                  <a:lnTo>
                    <a:pt x="18531" y="562"/>
                  </a:lnTo>
                  <a:lnTo>
                    <a:pt x="19617" y="562"/>
                  </a:lnTo>
                  <a:lnTo>
                    <a:pt x="20690" y="575"/>
                  </a:lnTo>
                  <a:lnTo>
                    <a:pt x="21750" y="601"/>
                  </a:lnTo>
                  <a:lnTo>
                    <a:pt x="22797" y="639"/>
                  </a:lnTo>
                  <a:lnTo>
                    <a:pt x="23819" y="677"/>
                  </a:lnTo>
                  <a:lnTo>
                    <a:pt x="24828" y="728"/>
                  </a:lnTo>
                  <a:lnTo>
                    <a:pt x="25811" y="792"/>
                  </a:lnTo>
                  <a:lnTo>
                    <a:pt x="26782" y="856"/>
                  </a:lnTo>
                  <a:lnTo>
                    <a:pt x="27714" y="933"/>
                  </a:lnTo>
                  <a:lnTo>
                    <a:pt x="28633" y="1022"/>
                  </a:lnTo>
                  <a:lnTo>
                    <a:pt x="29515" y="1112"/>
                  </a:lnTo>
                  <a:lnTo>
                    <a:pt x="30383" y="1214"/>
                  </a:lnTo>
                  <a:lnTo>
                    <a:pt x="31213" y="1316"/>
                  </a:lnTo>
                  <a:lnTo>
                    <a:pt x="32005" y="1431"/>
                  </a:lnTo>
                  <a:lnTo>
                    <a:pt x="32784" y="1546"/>
                  </a:lnTo>
                  <a:lnTo>
                    <a:pt x="33512" y="1674"/>
                  </a:lnTo>
                  <a:lnTo>
                    <a:pt x="34214" y="1801"/>
                  </a:lnTo>
                  <a:lnTo>
                    <a:pt x="34879" y="1942"/>
                  </a:lnTo>
                  <a:lnTo>
                    <a:pt x="35517" y="2082"/>
                  </a:lnTo>
                  <a:lnTo>
                    <a:pt x="36105" y="2235"/>
                  </a:lnTo>
                  <a:lnTo>
                    <a:pt x="36654" y="2389"/>
                  </a:lnTo>
                  <a:lnTo>
                    <a:pt x="37165" y="2542"/>
                  </a:lnTo>
                  <a:lnTo>
                    <a:pt x="37637" y="2708"/>
                  </a:lnTo>
                  <a:lnTo>
                    <a:pt x="38059" y="2874"/>
                  </a:lnTo>
                  <a:lnTo>
                    <a:pt x="38442" y="3053"/>
                  </a:lnTo>
                  <a:lnTo>
                    <a:pt x="38774" y="3219"/>
                  </a:lnTo>
                  <a:lnTo>
                    <a:pt x="39055" y="3398"/>
                  </a:lnTo>
                  <a:lnTo>
                    <a:pt x="39182" y="3500"/>
                  </a:lnTo>
                  <a:lnTo>
                    <a:pt x="39297" y="3589"/>
                  </a:lnTo>
                  <a:lnTo>
                    <a:pt x="39387" y="3679"/>
                  </a:lnTo>
                  <a:lnTo>
                    <a:pt x="39476" y="3768"/>
                  </a:lnTo>
                  <a:lnTo>
                    <a:pt x="39553" y="3870"/>
                  </a:lnTo>
                  <a:lnTo>
                    <a:pt x="39617" y="3960"/>
                  </a:lnTo>
                  <a:lnTo>
                    <a:pt x="39655" y="4062"/>
                  </a:lnTo>
                  <a:lnTo>
                    <a:pt x="39693" y="4151"/>
                  </a:lnTo>
                  <a:lnTo>
                    <a:pt x="39719" y="4253"/>
                  </a:lnTo>
                  <a:lnTo>
                    <a:pt x="39719" y="4355"/>
                  </a:lnTo>
                  <a:lnTo>
                    <a:pt x="39719" y="4432"/>
                  </a:lnTo>
                  <a:lnTo>
                    <a:pt x="39706" y="4522"/>
                  </a:lnTo>
                  <a:lnTo>
                    <a:pt x="39680" y="4598"/>
                  </a:lnTo>
                  <a:lnTo>
                    <a:pt x="39642" y="4688"/>
                  </a:lnTo>
                  <a:lnTo>
                    <a:pt x="39591" y="4764"/>
                  </a:lnTo>
                  <a:lnTo>
                    <a:pt x="39540" y="4854"/>
                  </a:lnTo>
                  <a:lnTo>
                    <a:pt x="39400" y="5007"/>
                  </a:lnTo>
                  <a:lnTo>
                    <a:pt x="39221" y="5173"/>
                  </a:lnTo>
                  <a:lnTo>
                    <a:pt x="39016" y="5326"/>
                  </a:lnTo>
                  <a:lnTo>
                    <a:pt x="38761" y="5479"/>
                  </a:lnTo>
                  <a:lnTo>
                    <a:pt x="38480" y="5633"/>
                  </a:lnTo>
                  <a:lnTo>
                    <a:pt x="39080" y="5428"/>
                  </a:lnTo>
                  <a:lnTo>
                    <a:pt x="39361" y="5313"/>
                  </a:lnTo>
                  <a:lnTo>
                    <a:pt x="39617" y="5211"/>
                  </a:lnTo>
                  <a:lnTo>
                    <a:pt x="39846" y="5096"/>
                  </a:lnTo>
                  <a:lnTo>
                    <a:pt x="40064" y="4981"/>
                  </a:lnTo>
                  <a:lnTo>
                    <a:pt x="40268" y="4866"/>
                  </a:lnTo>
                  <a:lnTo>
                    <a:pt x="40447" y="4751"/>
                  </a:lnTo>
                  <a:lnTo>
                    <a:pt x="40613" y="4636"/>
                  </a:lnTo>
                  <a:lnTo>
                    <a:pt x="40753" y="4522"/>
                  </a:lnTo>
                  <a:lnTo>
                    <a:pt x="40868" y="4407"/>
                  </a:lnTo>
                  <a:lnTo>
                    <a:pt x="40970" y="4279"/>
                  </a:lnTo>
                  <a:lnTo>
                    <a:pt x="41047" y="4164"/>
                  </a:lnTo>
                  <a:lnTo>
                    <a:pt x="41098" y="4036"/>
                  </a:lnTo>
                  <a:lnTo>
                    <a:pt x="41136" y="3921"/>
                  </a:lnTo>
                  <a:lnTo>
                    <a:pt x="41149" y="3794"/>
                  </a:lnTo>
                  <a:lnTo>
                    <a:pt x="41136" y="3691"/>
                  </a:lnTo>
                  <a:lnTo>
                    <a:pt x="41111" y="3602"/>
                  </a:lnTo>
                  <a:lnTo>
                    <a:pt x="41085" y="3500"/>
                  </a:lnTo>
                  <a:lnTo>
                    <a:pt x="41034" y="3410"/>
                  </a:lnTo>
                  <a:lnTo>
                    <a:pt x="40970" y="3308"/>
                  </a:lnTo>
                  <a:lnTo>
                    <a:pt x="40894" y="3219"/>
                  </a:lnTo>
                  <a:lnTo>
                    <a:pt x="40817" y="3117"/>
                  </a:lnTo>
                  <a:lnTo>
                    <a:pt x="40715" y="3027"/>
                  </a:lnTo>
                  <a:lnTo>
                    <a:pt x="40600" y="2938"/>
                  </a:lnTo>
                  <a:lnTo>
                    <a:pt x="40472" y="2848"/>
                  </a:lnTo>
                  <a:lnTo>
                    <a:pt x="40191" y="2670"/>
                  </a:lnTo>
                  <a:lnTo>
                    <a:pt x="39859" y="2491"/>
                  </a:lnTo>
                  <a:lnTo>
                    <a:pt x="39476" y="2312"/>
                  </a:lnTo>
                  <a:lnTo>
                    <a:pt x="39055" y="2146"/>
                  </a:lnTo>
                  <a:lnTo>
                    <a:pt x="38582" y="1980"/>
                  </a:lnTo>
                  <a:lnTo>
                    <a:pt x="38071" y="1827"/>
                  </a:lnTo>
                  <a:lnTo>
                    <a:pt x="37522" y="1674"/>
                  </a:lnTo>
                  <a:lnTo>
                    <a:pt x="36935" y="1520"/>
                  </a:lnTo>
                  <a:lnTo>
                    <a:pt x="36309" y="1380"/>
                  </a:lnTo>
                  <a:lnTo>
                    <a:pt x="35632" y="1239"/>
                  </a:lnTo>
                  <a:lnTo>
                    <a:pt x="34930" y="1112"/>
                  </a:lnTo>
                  <a:lnTo>
                    <a:pt x="34202" y="984"/>
                  </a:lnTo>
                  <a:lnTo>
                    <a:pt x="33435" y="869"/>
                  </a:lnTo>
                  <a:lnTo>
                    <a:pt x="32631" y="754"/>
                  </a:lnTo>
                  <a:lnTo>
                    <a:pt x="31801" y="652"/>
                  </a:lnTo>
                  <a:lnTo>
                    <a:pt x="30945" y="550"/>
                  </a:lnTo>
                  <a:lnTo>
                    <a:pt x="30051" y="460"/>
                  </a:lnTo>
                  <a:lnTo>
                    <a:pt x="29131" y="371"/>
                  </a:lnTo>
                  <a:lnTo>
                    <a:pt x="28199" y="294"/>
                  </a:lnTo>
                  <a:lnTo>
                    <a:pt x="27241" y="230"/>
                  </a:lnTo>
                  <a:lnTo>
                    <a:pt x="26245" y="167"/>
                  </a:lnTo>
                  <a:lnTo>
                    <a:pt x="25249" y="115"/>
                  </a:lnTo>
                  <a:lnTo>
                    <a:pt x="24215" y="77"/>
                  </a:lnTo>
                  <a:lnTo>
                    <a:pt x="23180" y="52"/>
                  </a:lnTo>
                  <a:lnTo>
                    <a:pt x="22120" y="26"/>
                  </a:lnTo>
                  <a:lnTo>
                    <a:pt x="21035" y="0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2915476" y="3928750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1" y="1"/>
                  </a:moveTo>
                  <a:lnTo>
                    <a:pt x="1" y="384"/>
                  </a:lnTo>
                  <a:lnTo>
                    <a:pt x="3347" y="384"/>
                  </a:lnTo>
                  <a:lnTo>
                    <a:pt x="4254" y="410"/>
                  </a:lnTo>
                  <a:lnTo>
                    <a:pt x="5058" y="448"/>
                  </a:lnTo>
                  <a:lnTo>
                    <a:pt x="5748" y="512"/>
                  </a:lnTo>
                  <a:lnTo>
                    <a:pt x="6323" y="576"/>
                  </a:lnTo>
                  <a:lnTo>
                    <a:pt x="6578" y="627"/>
                  </a:lnTo>
                  <a:lnTo>
                    <a:pt x="6795" y="665"/>
                  </a:lnTo>
                  <a:lnTo>
                    <a:pt x="6987" y="716"/>
                  </a:lnTo>
                  <a:lnTo>
                    <a:pt x="7140" y="767"/>
                  </a:lnTo>
                  <a:lnTo>
                    <a:pt x="7268" y="831"/>
                  </a:lnTo>
                  <a:lnTo>
                    <a:pt x="7370" y="895"/>
                  </a:lnTo>
                  <a:lnTo>
                    <a:pt x="1" y="895"/>
                  </a:lnTo>
                  <a:lnTo>
                    <a:pt x="1" y="1176"/>
                  </a:lnTo>
                  <a:lnTo>
                    <a:pt x="7472" y="1176"/>
                  </a:lnTo>
                  <a:lnTo>
                    <a:pt x="7446" y="1214"/>
                  </a:lnTo>
                  <a:lnTo>
                    <a:pt x="7408" y="1253"/>
                  </a:lnTo>
                  <a:lnTo>
                    <a:pt x="7306" y="1329"/>
                  </a:lnTo>
                  <a:lnTo>
                    <a:pt x="7165" y="1393"/>
                  </a:lnTo>
                  <a:lnTo>
                    <a:pt x="6987" y="1457"/>
                  </a:lnTo>
                  <a:lnTo>
                    <a:pt x="6770" y="1521"/>
                  </a:lnTo>
                  <a:lnTo>
                    <a:pt x="6514" y="1572"/>
                  </a:lnTo>
                  <a:lnTo>
                    <a:pt x="6208" y="1623"/>
                  </a:lnTo>
                  <a:lnTo>
                    <a:pt x="5876" y="1661"/>
                  </a:lnTo>
                  <a:lnTo>
                    <a:pt x="5505" y="1712"/>
                  </a:lnTo>
                  <a:lnTo>
                    <a:pt x="5097" y="1751"/>
                  </a:lnTo>
                  <a:lnTo>
                    <a:pt x="4151" y="1802"/>
                  </a:lnTo>
                  <a:lnTo>
                    <a:pt x="3053" y="1840"/>
                  </a:lnTo>
                  <a:lnTo>
                    <a:pt x="1802" y="1853"/>
                  </a:lnTo>
                  <a:lnTo>
                    <a:pt x="1" y="1853"/>
                  </a:lnTo>
                  <a:lnTo>
                    <a:pt x="1" y="2210"/>
                  </a:lnTo>
                  <a:lnTo>
                    <a:pt x="2197" y="2645"/>
                  </a:lnTo>
                  <a:lnTo>
                    <a:pt x="4215" y="3053"/>
                  </a:lnTo>
                  <a:lnTo>
                    <a:pt x="6131" y="3449"/>
                  </a:lnTo>
                  <a:lnTo>
                    <a:pt x="8021" y="3858"/>
                  </a:lnTo>
                  <a:lnTo>
                    <a:pt x="11163" y="3858"/>
                  </a:lnTo>
                  <a:lnTo>
                    <a:pt x="9107" y="3411"/>
                  </a:lnTo>
                  <a:lnTo>
                    <a:pt x="7051" y="2977"/>
                  </a:lnTo>
                  <a:lnTo>
                    <a:pt x="5033" y="2555"/>
                  </a:lnTo>
                  <a:lnTo>
                    <a:pt x="3079" y="2185"/>
                  </a:lnTo>
                  <a:lnTo>
                    <a:pt x="3845" y="2172"/>
                  </a:lnTo>
                  <a:lnTo>
                    <a:pt x="4586" y="2159"/>
                  </a:lnTo>
                  <a:lnTo>
                    <a:pt x="5275" y="2134"/>
                  </a:lnTo>
                  <a:lnTo>
                    <a:pt x="5927" y="2095"/>
                  </a:lnTo>
                  <a:lnTo>
                    <a:pt x="6540" y="2057"/>
                  </a:lnTo>
                  <a:lnTo>
                    <a:pt x="7102" y="2019"/>
                  </a:lnTo>
                  <a:lnTo>
                    <a:pt x="7638" y="1955"/>
                  </a:lnTo>
                  <a:lnTo>
                    <a:pt x="8111" y="1904"/>
                  </a:lnTo>
                  <a:lnTo>
                    <a:pt x="8558" y="1827"/>
                  </a:lnTo>
                  <a:lnTo>
                    <a:pt x="8941" y="1751"/>
                  </a:lnTo>
                  <a:lnTo>
                    <a:pt x="9285" y="1674"/>
                  </a:lnTo>
                  <a:lnTo>
                    <a:pt x="9579" y="1585"/>
                  </a:lnTo>
                  <a:lnTo>
                    <a:pt x="9822" y="1495"/>
                  </a:lnTo>
                  <a:lnTo>
                    <a:pt x="10026" y="1393"/>
                  </a:lnTo>
                  <a:lnTo>
                    <a:pt x="10103" y="1342"/>
                  </a:lnTo>
                  <a:lnTo>
                    <a:pt x="10167" y="1291"/>
                  </a:lnTo>
                  <a:lnTo>
                    <a:pt x="10218" y="1240"/>
                  </a:lnTo>
                  <a:lnTo>
                    <a:pt x="10256" y="1176"/>
                  </a:lnTo>
                  <a:lnTo>
                    <a:pt x="13781" y="1176"/>
                  </a:lnTo>
                  <a:lnTo>
                    <a:pt x="13781" y="895"/>
                  </a:lnTo>
                  <a:lnTo>
                    <a:pt x="10218" y="895"/>
                  </a:lnTo>
                  <a:lnTo>
                    <a:pt x="10179" y="844"/>
                  </a:lnTo>
                  <a:lnTo>
                    <a:pt x="10128" y="793"/>
                  </a:lnTo>
                  <a:lnTo>
                    <a:pt x="9988" y="703"/>
                  </a:lnTo>
                  <a:lnTo>
                    <a:pt x="9809" y="614"/>
                  </a:lnTo>
                  <a:lnTo>
                    <a:pt x="9579" y="537"/>
                  </a:lnTo>
                  <a:lnTo>
                    <a:pt x="9337" y="474"/>
                  </a:lnTo>
                  <a:lnTo>
                    <a:pt x="9043" y="410"/>
                  </a:lnTo>
                  <a:lnTo>
                    <a:pt x="8724" y="346"/>
                  </a:lnTo>
                  <a:lnTo>
                    <a:pt x="8391" y="295"/>
                  </a:lnTo>
                  <a:lnTo>
                    <a:pt x="13781" y="295"/>
                  </a:lnTo>
                  <a:lnTo>
                    <a:pt x="13781" y="1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2629221" y="3857849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0" y="1"/>
                  </a:moveTo>
                  <a:lnTo>
                    <a:pt x="0" y="5390"/>
                  </a:lnTo>
                  <a:lnTo>
                    <a:pt x="13" y="5531"/>
                  </a:lnTo>
                  <a:lnTo>
                    <a:pt x="39" y="5671"/>
                  </a:lnTo>
                  <a:lnTo>
                    <a:pt x="77" y="5812"/>
                  </a:lnTo>
                  <a:lnTo>
                    <a:pt x="128" y="5939"/>
                  </a:lnTo>
                  <a:lnTo>
                    <a:pt x="205" y="6080"/>
                  </a:lnTo>
                  <a:lnTo>
                    <a:pt x="294" y="6220"/>
                  </a:lnTo>
                  <a:lnTo>
                    <a:pt x="396" y="6348"/>
                  </a:lnTo>
                  <a:lnTo>
                    <a:pt x="524" y="6476"/>
                  </a:lnTo>
                  <a:lnTo>
                    <a:pt x="664" y="6616"/>
                  </a:lnTo>
                  <a:lnTo>
                    <a:pt x="818" y="6744"/>
                  </a:lnTo>
                  <a:lnTo>
                    <a:pt x="984" y="6872"/>
                  </a:lnTo>
                  <a:lnTo>
                    <a:pt x="1162" y="6999"/>
                  </a:lnTo>
                  <a:lnTo>
                    <a:pt x="1354" y="7127"/>
                  </a:lnTo>
                  <a:lnTo>
                    <a:pt x="1571" y="7242"/>
                  </a:lnTo>
                  <a:lnTo>
                    <a:pt x="1788" y="7370"/>
                  </a:lnTo>
                  <a:lnTo>
                    <a:pt x="2031" y="7497"/>
                  </a:lnTo>
                  <a:lnTo>
                    <a:pt x="2542" y="7727"/>
                  </a:lnTo>
                  <a:lnTo>
                    <a:pt x="3116" y="7957"/>
                  </a:lnTo>
                  <a:lnTo>
                    <a:pt x="3729" y="8187"/>
                  </a:lnTo>
                  <a:lnTo>
                    <a:pt x="4406" y="8404"/>
                  </a:lnTo>
                  <a:lnTo>
                    <a:pt x="5122" y="8621"/>
                  </a:lnTo>
                  <a:lnTo>
                    <a:pt x="5888" y="8826"/>
                  </a:lnTo>
                  <a:lnTo>
                    <a:pt x="6705" y="9017"/>
                  </a:lnTo>
                  <a:lnTo>
                    <a:pt x="7561" y="9209"/>
                  </a:lnTo>
                  <a:lnTo>
                    <a:pt x="8455" y="9388"/>
                  </a:lnTo>
                  <a:lnTo>
                    <a:pt x="9387" y="9554"/>
                  </a:lnTo>
                  <a:lnTo>
                    <a:pt x="10370" y="9720"/>
                  </a:lnTo>
                  <a:lnTo>
                    <a:pt x="11379" y="9860"/>
                  </a:lnTo>
                  <a:lnTo>
                    <a:pt x="12427" y="10001"/>
                  </a:lnTo>
                  <a:lnTo>
                    <a:pt x="13499" y="10141"/>
                  </a:lnTo>
                  <a:lnTo>
                    <a:pt x="14623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5" y="10537"/>
                  </a:lnTo>
                  <a:lnTo>
                    <a:pt x="19361" y="10614"/>
                  </a:lnTo>
                  <a:lnTo>
                    <a:pt x="20600" y="10678"/>
                  </a:lnTo>
                  <a:lnTo>
                    <a:pt x="21877" y="10729"/>
                  </a:lnTo>
                  <a:lnTo>
                    <a:pt x="23167" y="10754"/>
                  </a:lnTo>
                  <a:lnTo>
                    <a:pt x="24483" y="10780"/>
                  </a:lnTo>
                  <a:lnTo>
                    <a:pt x="27139" y="10780"/>
                  </a:lnTo>
                  <a:lnTo>
                    <a:pt x="28442" y="10754"/>
                  </a:lnTo>
                  <a:lnTo>
                    <a:pt x="29732" y="10729"/>
                  </a:lnTo>
                  <a:lnTo>
                    <a:pt x="31009" y="10678"/>
                  </a:lnTo>
                  <a:lnTo>
                    <a:pt x="32260" y="10614"/>
                  </a:lnTo>
                  <a:lnTo>
                    <a:pt x="33486" y="10537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8" y="10256"/>
                  </a:lnTo>
                  <a:lnTo>
                    <a:pt x="38109" y="10141"/>
                  </a:lnTo>
                  <a:lnTo>
                    <a:pt x="39182" y="10001"/>
                  </a:lnTo>
                  <a:lnTo>
                    <a:pt x="40229" y="9860"/>
                  </a:lnTo>
                  <a:lnTo>
                    <a:pt x="41251" y="9720"/>
                  </a:lnTo>
                  <a:lnTo>
                    <a:pt x="42222" y="9554"/>
                  </a:lnTo>
                  <a:lnTo>
                    <a:pt x="43154" y="9388"/>
                  </a:lnTo>
                  <a:lnTo>
                    <a:pt x="44061" y="9209"/>
                  </a:lnTo>
                  <a:lnTo>
                    <a:pt x="44904" y="9017"/>
                  </a:lnTo>
                  <a:lnTo>
                    <a:pt x="45721" y="8826"/>
                  </a:lnTo>
                  <a:lnTo>
                    <a:pt x="46487" y="8621"/>
                  </a:lnTo>
                  <a:lnTo>
                    <a:pt x="47203" y="8404"/>
                  </a:lnTo>
                  <a:lnTo>
                    <a:pt x="47879" y="8187"/>
                  </a:lnTo>
                  <a:lnTo>
                    <a:pt x="48505" y="7957"/>
                  </a:lnTo>
                  <a:lnTo>
                    <a:pt x="49067" y="7727"/>
                  </a:lnTo>
                  <a:lnTo>
                    <a:pt x="49591" y="7497"/>
                  </a:lnTo>
                  <a:lnTo>
                    <a:pt x="49821" y="7370"/>
                  </a:lnTo>
                  <a:lnTo>
                    <a:pt x="50050" y="7242"/>
                  </a:lnTo>
                  <a:lnTo>
                    <a:pt x="50255" y="7127"/>
                  </a:lnTo>
                  <a:lnTo>
                    <a:pt x="50459" y="6999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7" y="6616"/>
                  </a:lnTo>
                  <a:lnTo>
                    <a:pt x="51085" y="6476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4" y="6080"/>
                  </a:lnTo>
                  <a:lnTo>
                    <a:pt x="51481" y="5939"/>
                  </a:lnTo>
                  <a:lnTo>
                    <a:pt x="51545" y="5812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09" y="5390"/>
                  </a:lnTo>
                  <a:lnTo>
                    <a:pt x="51609" y="1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2629221" y="3778065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24483" y="0"/>
                  </a:moveTo>
                  <a:lnTo>
                    <a:pt x="23167" y="26"/>
                  </a:lnTo>
                  <a:lnTo>
                    <a:pt x="21877" y="64"/>
                  </a:lnTo>
                  <a:lnTo>
                    <a:pt x="20600" y="102"/>
                  </a:lnTo>
                  <a:lnTo>
                    <a:pt x="19361" y="166"/>
                  </a:lnTo>
                  <a:lnTo>
                    <a:pt x="18135" y="243"/>
                  </a:lnTo>
                  <a:lnTo>
                    <a:pt x="16935" y="320"/>
                  </a:lnTo>
                  <a:lnTo>
                    <a:pt x="15760" y="422"/>
                  </a:lnTo>
                  <a:lnTo>
                    <a:pt x="14623" y="524"/>
                  </a:lnTo>
                  <a:lnTo>
                    <a:pt x="13499" y="652"/>
                  </a:lnTo>
                  <a:lnTo>
                    <a:pt x="12427" y="779"/>
                  </a:lnTo>
                  <a:lnTo>
                    <a:pt x="11379" y="920"/>
                  </a:lnTo>
                  <a:lnTo>
                    <a:pt x="10370" y="1073"/>
                  </a:lnTo>
                  <a:lnTo>
                    <a:pt x="9387" y="1226"/>
                  </a:lnTo>
                  <a:lnTo>
                    <a:pt x="8455" y="1392"/>
                  </a:lnTo>
                  <a:lnTo>
                    <a:pt x="7561" y="1571"/>
                  </a:lnTo>
                  <a:lnTo>
                    <a:pt x="6705" y="1763"/>
                  </a:lnTo>
                  <a:lnTo>
                    <a:pt x="5888" y="1954"/>
                  </a:lnTo>
                  <a:lnTo>
                    <a:pt x="5122" y="2159"/>
                  </a:lnTo>
                  <a:lnTo>
                    <a:pt x="4406" y="2376"/>
                  </a:lnTo>
                  <a:lnTo>
                    <a:pt x="3729" y="2593"/>
                  </a:lnTo>
                  <a:lnTo>
                    <a:pt x="3116" y="2823"/>
                  </a:lnTo>
                  <a:lnTo>
                    <a:pt x="2542" y="3053"/>
                  </a:lnTo>
                  <a:lnTo>
                    <a:pt x="2031" y="3295"/>
                  </a:lnTo>
                  <a:lnTo>
                    <a:pt x="1788" y="3410"/>
                  </a:lnTo>
                  <a:lnTo>
                    <a:pt x="1571" y="3538"/>
                  </a:lnTo>
                  <a:lnTo>
                    <a:pt x="1354" y="3666"/>
                  </a:lnTo>
                  <a:lnTo>
                    <a:pt x="1162" y="3781"/>
                  </a:lnTo>
                  <a:lnTo>
                    <a:pt x="984" y="3908"/>
                  </a:lnTo>
                  <a:lnTo>
                    <a:pt x="818" y="4036"/>
                  </a:lnTo>
                  <a:lnTo>
                    <a:pt x="664" y="4177"/>
                  </a:lnTo>
                  <a:lnTo>
                    <a:pt x="524" y="4304"/>
                  </a:lnTo>
                  <a:lnTo>
                    <a:pt x="396" y="4432"/>
                  </a:lnTo>
                  <a:lnTo>
                    <a:pt x="294" y="4572"/>
                  </a:lnTo>
                  <a:lnTo>
                    <a:pt x="205" y="4700"/>
                  </a:lnTo>
                  <a:lnTo>
                    <a:pt x="128" y="4841"/>
                  </a:lnTo>
                  <a:lnTo>
                    <a:pt x="77" y="4968"/>
                  </a:lnTo>
                  <a:lnTo>
                    <a:pt x="39" y="5109"/>
                  </a:lnTo>
                  <a:lnTo>
                    <a:pt x="13" y="5249"/>
                  </a:lnTo>
                  <a:lnTo>
                    <a:pt x="0" y="5390"/>
                  </a:lnTo>
                  <a:lnTo>
                    <a:pt x="13" y="5530"/>
                  </a:lnTo>
                  <a:lnTo>
                    <a:pt x="39" y="5671"/>
                  </a:lnTo>
                  <a:lnTo>
                    <a:pt x="77" y="5798"/>
                  </a:lnTo>
                  <a:lnTo>
                    <a:pt x="128" y="5939"/>
                  </a:lnTo>
                  <a:lnTo>
                    <a:pt x="205" y="6079"/>
                  </a:lnTo>
                  <a:lnTo>
                    <a:pt x="294" y="6207"/>
                  </a:lnTo>
                  <a:lnTo>
                    <a:pt x="396" y="6348"/>
                  </a:lnTo>
                  <a:lnTo>
                    <a:pt x="524" y="6475"/>
                  </a:lnTo>
                  <a:lnTo>
                    <a:pt x="664" y="6603"/>
                  </a:lnTo>
                  <a:lnTo>
                    <a:pt x="818" y="6744"/>
                  </a:lnTo>
                  <a:lnTo>
                    <a:pt x="984" y="6871"/>
                  </a:lnTo>
                  <a:lnTo>
                    <a:pt x="1162" y="6999"/>
                  </a:lnTo>
                  <a:lnTo>
                    <a:pt x="1354" y="7114"/>
                  </a:lnTo>
                  <a:lnTo>
                    <a:pt x="1571" y="7242"/>
                  </a:lnTo>
                  <a:lnTo>
                    <a:pt x="1788" y="7369"/>
                  </a:lnTo>
                  <a:lnTo>
                    <a:pt x="2031" y="7484"/>
                  </a:lnTo>
                  <a:lnTo>
                    <a:pt x="2542" y="7727"/>
                  </a:lnTo>
                  <a:lnTo>
                    <a:pt x="3116" y="7957"/>
                  </a:lnTo>
                  <a:lnTo>
                    <a:pt x="3729" y="8187"/>
                  </a:lnTo>
                  <a:lnTo>
                    <a:pt x="4406" y="8404"/>
                  </a:lnTo>
                  <a:lnTo>
                    <a:pt x="5122" y="8621"/>
                  </a:lnTo>
                  <a:lnTo>
                    <a:pt x="5888" y="8825"/>
                  </a:lnTo>
                  <a:lnTo>
                    <a:pt x="6705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387" y="9553"/>
                  </a:lnTo>
                  <a:lnTo>
                    <a:pt x="10370" y="9706"/>
                  </a:lnTo>
                  <a:lnTo>
                    <a:pt x="11379" y="9860"/>
                  </a:lnTo>
                  <a:lnTo>
                    <a:pt x="12427" y="10000"/>
                  </a:lnTo>
                  <a:lnTo>
                    <a:pt x="13499" y="10128"/>
                  </a:lnTo>
                  <a:lnTo>
                    <a:pt x="14623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5" y="10537"/>
                  </a:lnTo>
                  <a:lnTo>
                    <a:pt x="19361" y="10613"/>
                  </a:lnTo>
                  <a:lnTo>
                    <a:pt x="20600" y="10677"/>
                  </a:lnTo>
                  <a:lnTo>
                    <a:pt x="21877" y="10715"/>
                  </a:lnTo>
                  <a:lnTo>
                    <a:pt x="23167" y="10754"/>
                  </a:lnTo>
                  <a:lnTo>
                    <a:pt x="24483" y="10779"/>
                  </a:lnTo>
                  <a:lnTo>
                    <a:pt x="27139" y="10779"/>
                  </a:lnTo>
                  <a:lnTo>
                    <a:pt x="28442" y="10754"/>
                  </a:lnTo>
                  <a:lnTo>
                    <a:pt x="29732" y="10715"/>
                  </a:lnTo>
                  <a:lnTo>
                    <a:pt x="31009" y="10677"/>
                  </a:lnTo>
                  <a:lnTo>
                    <a:pt x="32260" y="10613"/>
                  </a:lnTo>
                  <a:lnTo>
                    <a:pt x="33486" y="10537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8" y="10256"/>
                  </a:lnTo>
                  <a:lnTo>
                    <a:pt x="38109" y="10128"/>
                  </a:lnTo>
                  <a:lnTo>
                    <a:pt x="39182" y="10000"/>
                  </a:lnTo>
                  <a:lnTo>
                    <a:pt x="40229" y="9860"/>
                  </a:lnTo>
                  <a:lnTo>
                    <a:pt x="41251" y="9706"/>
                  </a:lnTo>
                  <a:lnTo>
                    <a:pt x="42222" y="9553"/>
                  </a:lnTo>
                  <a:lnTo>
                    <a:pt x="43154" y="9387"/>
                  </a:lnTo>
                  <a:lnTo>
                    <a:pt x="44061" y="9208"/>
                  </a:lnTo>
                  <a:lnTo>
                    <a:pt x="44904" y="9017"/>
                  </a:lnTo>
                  <a:lnTo>
                    <a:pt x="45721" y="8825"/>
                  </a:lnTo>
                  <a:lnTo>
                    <a:pt x="46487" y="8621"/>
                  </a:lnTo>
                  <a:lnTo>
                    <a:pt x="47203" y="8404"/>
                  </a:lnTo>
                  <a:lnTo>
                    <a:pt x="47879" y="8187"/>
                  </a:lnTo>
                  <a:lnTo>
                    <a:pt x="48505" y="7957"/>
                  </a:lnTo>
                  <a:lnTo>
                    <a:pt x="49067" y="7727"/>
                  </a:lnTo>
                  <a:lnTo>
                    <a:pt x="49591" y="7484"/>
                  </a:lnTo>
                  <a:lnTo>
                    <a:pt x="49821" y="7369"/>
                  </a:lnTo>
                  <a:lnTo>
                    <a:pt x="50050" y="7242"/>
                  </a:lnTo>
                  <a:lnTo>
                    <a:pt x="50255" y="7114"/>
                  </a:lnTo>
                  <a:lnTo>
                    <a:pt x="50459" y="6999"/>
                  </a:lnTo>
                  <a:lnTo>
                    <a:pt x="50638" y="6871"/>
                  </a:lnTo>
                  <a:lnTo>
                    <a:pt x="50804" y="6744"/>
                  </a:lnTo>
                  <a:lnTo>
                    <a:pt x="50957" y="6603"/>
                  </a:lnTo>
                  <a:lnTo>
                    <a:pt x="51085" y="6475"/>
                  </a:lnTo>
                  <a:lnTo>
                    <a:pt x="51213" y="6348"/>
                  </a:lnTo>
                  <a:lnTo>
                    <a:pt x="51315" y="6207"/>
                  </a:lnTo>
                  <a:lnTo>
                    <a:pt x="51404" y="6079"/>
                  </a:lnTo>
                  <a:lnTo>
                    <a:pt x="51481" y="5939"/>
                  </a:lnTo>
                  <a:lnTo>
                    <a:pt x="51545" y="5798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09" y="5390"/>
                  </a:lnTo>
                  <a:lnTo>
                    <a:pt x="51609" y="5249"/>
                  </a:lnTo>
                  <a:lnTo>
                    <a:pt x="51583" y="5109"/>
                  </a:lnTo>
                  <a:lnTo>
                    <a:pt x="51545" y="4968"/>
                  </a:lnTo>
                  <a:lnTo>
                    <a:pt x="51481" y="4841"/>
                  </a:lnTo>
                  <a:lnTo>
                    <a:pt x="51404" y="4700"/>
                  </a:lnTo>
                  <a:lnTo>
                    <a:pt x="51315" y="4572"/>
                  </a:lnTo>
                  <a:lnTo>
                    <a:pt x="51213" y="4432"/>
                  </a:lnTo>
                  <a:lnTo>
                    <a:pt x="51085" y="4304"/>
                  </a:lnTo>
                  <a:lnTo>
                    <a:pt x="50957" y="4177"/>
                  </a:lnTo>
                  <a:lnTo>
                    <a:pt x="50804" y="4036"/>
                  </a:lnTo>
                  <a:lnTo>
                    <a:pt x="50638" y="3908"/>
                  </a:lnTo>
                  <a:lnTo>
                    <a:pt x="50459" y="3781"/>
                  </a:lnTo>
                  <a:lnTo>
                    <a:pt x="50255" y="3666"/>
                  </a:lnTo>
                  <a:lnTo>
                    <a:pt x="50050" y="3538"/>
                  </a:lnTo>
                  <a:lnTo>
                    <a:pt x="49821" y="3410"/>
                  </a:lnTo>
                  <a:lnTo>
                    <a:pt x="49591" y="3295"/>
                  </a:lnTo>
                  <a:lnTo>
                    <a:pt x="49067" y="3053"/>
                  </a:lnTo>
                  <a:lnTo>
                    <a:pt x="48505" y="2823"/>
                  </a:lnTo>
                  <a:lnTo>
                    <a:pt x="47879" y="2593"/>
                  </a:lnTo>
                  <a:lnTo>
                    <a:pt x="47203" y="2376"/>
                  </a:lnTo>
                  <a:lnTo>
                    <a:pt x="46487" y="2159"/>
                  </a:lnTo>
                  <a:lnTo>
                    <a:pt x="45721" y="1954"/>
                  </a:lnTo>
                  <a:lnTo>
                    <a:pt x="44904" y="1763"/>
                  </a:lnTo>
                  <a:lnTo>
                    <a:pt x="44061" y="1571"/>
                  </a:lnTo>
                  <a:lnTo>
                    <a:pt x="43154" y="1392"/>
                  </a:lnTo>
                  <a:lnTo>
                    <a:pt x="42222" y="1226"/>
                  </a:lnTo>
                  <a:lnTo>
                    <a:pt x="41251" y="1073"/>
                  </a:lnTo>
                  <a:lnTo>
                    <a:pt x="40229" y="920"/>
                  </a:lnTo>
                  <a:lnTo>
                    <a:pt x="39182" y="779"/>
                  </a:lnTo>
                  <a:lnTo>
                    <a:pt x="38109" y="652"/>
                  </a:lnTo>
                  <a:lnTo>
                    <a:pt x="36998" y="524"/>
                  </a:lnTo>
                  <a:lnTo>
                    <a:pt x="35849" y="422"/>
                  </a:lnTo>
                  <a:lnTo>
                    <a:pt x="34674" y="320"/>
                  </a:lnTo>
                  <a:lnTo>
                    <a:pt x="33486" y="243"/>
                  </a:lnTo>
                  <a:lnTo>
                    <a:pt x="32260" y="166"/>
                  </a:lnTo>
                  <a:lnTo>
                    <a:pt x="31009" y="102"/>
                  </a:lnTo>
                  <a:lnTo>
                    <a:pt x="29732" y="64"/>
                  </a:lnTo>
                  <a:lnTo>
                    <a:pt x="28442" y="26"/>
                  </a:lnTo>
                  <a:lnTo>
                    <a:pt x="271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2697472" y="3792248"/>
              <a:ext cx="627569" cy="112326"/>
            </a:xfrm>
            <a:custGeom>
              <a:avLst/>
              <a:gdLst/>
              <a:ahLst/>
              <a:cxnLst/>
              <a:rect l="l" t="t" r="r" b="b"/>
              <a:pathLst>
                <a:path w="42389" h="7587" extrusionOk="0">
                  <a:moveTo>
                    <a:pt x="21201" y="0"/>
                  </a:moveTo>
                  <a:lnTo>
                    <a:pt x="20102" y="13"/>
                  </a:lnTo>
                  <a:lnTo>
                    <a:pt x="19030" y="26"/>
                  </a:lnTo>
                  <a:lnTo>
                    <a:pt x="17970" y="51"/>
                  </a:lnTo>
                  <a:lnTo>
                    <a:pt x="16922" y="77"/>
                  </a:lnTo>
                  <a:lnTo>
                    <a:pt x="15901" y="128"/>
                  </a:lnTo>
                  <a:lnTo>
                    <a:pt x="14892" y="179"/>
                  </a:lnTo>
                  <a:lnTo>
                    <a:pt x="13908" y="230"/>
                  </a:lnTo>
                  <a:lnTo>
                    <a:pt x="12951" y="307"/>
                  </a:lnTo>
                  <a:lnTo>
                    <a:pt x="12006" y="371"/>
                  </a:lnTo>
                  <a:lnTo>
                    <a:pt x="11099" y="460"/>
                  </a:lnTo>
                  <a:lnTo>
                    <a:pt x="10205" y="549"/>
                  </a:lnTo>
                  <a:lnTo>
                    <a:pt x="9349" y="651"/>
                  </a:lnTo>
                  <a:lnTo>
                    <a:pt x="8519" y="754"/>
                  </a:lnTo>
                  <a:lnTo>
                    <a:pt x="7714" y="869"/>
                  </a:lnTo>
                  <a:lnTo>
                    <a:pt x="6948" y="984"/>
                  </a:lnTo>
                  <a:lnTo>
                    <a:pt x="6207" y="1111"/>
                  </a:lnTo>
                  <a:lnTo>
                    <a:pt x="5505" y="1239"/>
                  </a:lnTo>
                  <a:lnTo>
                    <a:pt x="4841" y="1379"/>
                  </a:lnTo>
                  <a:lnTo>
                    <a:pt x="4215" y="1520"/>
                  </a:lnTo>
                  <a:lnTo>
                    <a:pt x="3615" y="1673"/>
                  </a:lnTo>
                  <a:lnTo>
                    <a:pt x="3066" y="1826"/>
                  </a:lnTo>
                  <a:lnTo>
                    <a:pt x="2555" y="1980"/>
                  </a:lnTo>
                  <a:lnTo>
                    <a:pt x="2095" y="2146"/>
                  </a:lnTo>
                  <a:lnTo>
                    <a:pt x="1661" y="2312"/>
                  </a:lnTo>
                  <a:lnTo>
                    <a:pt x="1291" y="2491"/>
                  </a:lnTo>
                  <a:lnTo>
                    <a:pt x="959" y="2669"/>
                  </a:lnTo>
                  <a:lnTo>
                    <a:pt x="665" y="2848"/>
                  </a:lnTo>
                  <a:lnTo>
                    <a:pt x="550" y="2938"/>
                  </a:lnTo>
                  <a:lnTo>
                    <a:pt x="435" y="3027"/>
                  </a:lnTo>
                  <a:lnTo>
                    <a:pt x="333" y="3116"/>
                  </a:lnTo>
                  <a:lnTo>
                    <a:pt x="243" y="3219"/>
                  </a:lnTo>
                  <a:lnTo>
                    <a:pt x="167" y="3308"/>
                  </a:lnTo>
                  <a:lnTo>
                    <a:pt x="116" y="3410"/>
                  </a:lnTo>
                  <a:lnTo>
                    <a:pt x="65" y="3499"/>
                  </a:lnTo>
                  <a:lnTo>
                    <a:pt x="26" y="3602"/>
                  </a:lnTo>
                  <a:lnTo>
                    <a:pt x="13" y="3691"/>
                  </a:lnTo>
                  <a:lnTo>
                    <a:pt x="1" y="3793"/>
                  </a:lnTo>
                  <a:lnTo>
                    <a:pt x="13" y="3895"/>
                  </a:lnTo>
                  <a:lnTo>
                    <a:pt x="26" y="3985"/>
                  </a:lnTo>
                  <a:lnTo>
                    <a:pt x="65" y="4087"/>
                  </a:lnTo>
                  <a:lnTo>
                    <a:pt x="116" y="4176"/>
                  </a:lnTo>
                  <a:lnTo>
                    <a:pt x="167" y="4279"/>
                  </a:lnTo>
                  <a:lnTo>
                    <a:pt x="243" y="4368"/>
                  </a:lnTo>
                  <a:lnTo>
                    <a:pt x="333" y="4457"/>
                  </a:lnTo>
                  <a:lnTo>
                    <a:pt x="435" y="4559"/>
                  </a:lnTo>
                  <a:lnTo>
                    <a:pt x="550" y="4649"/>
                  </a:lnTo>
                  <a:lnTo>
                    <a:pt x="665" y="4738"/>
                  </a:lnTo>
                  <a:lnTo>
                    <a:pt x="959" y="4917"/>
                  </a:lnTo>
                  <a:lnTo>
                    <a:pt x="1291" y="5096"/>
                  </a:lnTo>
                  <a:lnTo>
                    <a:pt x="1661" y="5262"/>
                  </a:lnTo>
                  <a:lnTo>
                    <a:pt x="2095" y="5441"/>
                  </a:lnTo>
                  <a:lnTo>
                    <a:pt x="2555" y="5594"/>
                  </a:lnTo>
                  <a:lnTo>
                    <a:pt x="3066" y="5760"/>
                  </a:lnTo>
                  <a:lnTo>
                    <a:pt x="3615" y="5913"/>
                  </a:lnTo>
                  <a:lnTo>
                    <a:pt x="4215" y="6066"/>
                  </a:lnTo>
                  <a:lnTo>
                    <a:pt x="4841" y="6207"/>
                  </a:lnTo>
                  <a:lnTo>
                    <a:pt x="5505" y="6335"/>
                  </a:lnTo>
                  <a:lnTo>
                    <a:pt x="6207" y="6475"/>
                  </a:lnTo>
                  <a:lnTo>
                    <a:pt x="6948" y="6603"/>
                  </a:lnTo>
                  <a:lnTo>
                    <a:pt x="7714" y="6718"/>
                  </a:lnTo>
                  <a:lnTo>
                    <a:pt x="8519" y="6833"/>
                  </a:lnTo>
                  <a:lnTo>
                    <a:pt x="9349" y="6935"/>
                  </a:lnTo>
                  <a:lnTo>
                    <a:pt x="10205" y="7037"/>
                  </a:lnTo>
                  <a:lnTo>
                    <a:pt x="11099" y="7126"/>
                  </a:lnTo>
                  <a:lnTo>
                    <a:pt x="12006" y="7203"/>
                  </a:lnTo>
                  <a:lnTo>
                    <a:pt x="12951" y="7280"/>
                  </a:lnTo>
                  <a:lnTo>
                    <a:pt x="13908" y="7356"/>
                  </a:lnTo>
                  <a:lnTo>
                    <a:pt x="14892" y="7407"/>
                  </a:lnTo>
                  <a:lnTo>
                    <a:pt x="15901" y="7459"/>
                  </a:lnTo>
                  <a:lnTo>
                    <a:pt x="16922" y="7510"/>
                  </a:lnTo>
                  <a:lnTo>
                    <a:pt x="17970" y="7535"/>
                  </a:lnTo>
                  <a:lnTo>
                    <a:pt x="19030" y="7561"/>
                  </a:lnTo>
                  <a:lnTo>
                    <a:pt x="20102" y="7573"/>
                  </a:lnTo>
                  <a:lnTo>
                    <a:pt x="21201" y="7586"/>
                  </a:lnTo>
                  <a:lnTo>
                    <a:pt x="22286" y="7573"/>
                  </a:lnTo>
                  <a:lnTo>
                    <a:pt x="23359" y="7561"/>
                  </a:lnTo>
                  <a:lnTo>
                    <a:pt x="24419" y="7535"/>
                  </a:lnTo>
                  <a:lnTo>
                    <a:pt x="25466" y="7510"/>
                  </a:lnTo>
                  <a:lnTo>
                    <a:pt x="26488" y="7459"/>
                  </a:lnTo>
                  <a:lnTo>
                    <a:pt x="27497" y="7407"/>
                  </a:lnTo>
                  <a:lnTo>
                    <a:pt x="28480" y="7356"/>
                  </a:lnTo>
                  <a:lnTo>
                    <a:pt x="29451" y="7280"/>
                  </a:lnTo>
                  <a:lnTo>
                    <a:pt x="30383" y="7203"/>
                  </a:lnTo>
                  <a:lnTo>
                    <a:pt x="31303" y="7126"/>
                  </a:lnTo>
                  <a:lnTo>
                    <a:pt x="32184" y="7037"/>
                  </a:lnTo>
                  <a:lnTo>
                    <a:pt x="33052" y="6935"/>
                  </a:lnTo>
                  <a:lnTo>
                    <a:pt x="33883" y="6833"/>
                  </a:lnTo>
                  <a:lnTo>
                    <a:pt x="34674" y="6718"/>
                  </a:lnTo>
                  <a:lnTo>
                    <a:pt x="35453" y="6603"/>
                  </a:lnTo>
                  <a:lnTo>
                    <a:pt x="36181" y="6475"/>
                  </a:lnTo>
                  <a:lnTo>
                    <a:pt x="36884" y="6335"/>
                  </a:lnTo>
                  <a:lnTo>
                    <a:pt x="37548" y="6207"/>
                  </a:lnTo>
                  <a:lnTo>
                    <a:pt x="38186" y="6066"/>
                  </a:lnTo>
                  <a:lnTo>
                    <a:pt x="38774" y="5913"/>
                  </a:lnTo>
                  <a:lnTo>
                    <a:pt x="39323" y="5760"/>
                  </a:lnTo>
                  <a:lnTo>
                    <a:pt x="39834" y="5594"/>
                  </a:lnTo>
                  <a:lnTo>
                    <a:pt x="40306" y="5441"/>
                  </a:lnTo>
                  <a:lnTo>
                    <a:pt x="40728" y="5262"/>
                  </a:lnTo>
                  <a:lnTo>
                    <a:pt x="41111" y="5096"/>
                  </a:lnTo>
                  <a:lnTo>
                    <a:pt x="41443" y="4917"/>
                  </a:lnTo>
                  <a:lnTo>
                    <a:pt x="41724" y="4738"/>
                  </a:lnTo>
                  <a:lnTo>
                    <a:pt x="41852" y="4649"/>
                  </a:lnTo>
                  <a:lnTo>
                    <a:pt x="41967" y="4559"/>
                  </a:lnTo>
                  <a:lnTo>
                    <a:pt x="42056" y="4457"/>
                  </a:lnTo>
                  <a:lnTo>
                    <a:pt x="42146" y="4368"/>
                  </a:lnTo>
                  <a:lnTo>
                    <a:pt x="42222" y="4279"/>
                  </a:lnTo>
                  <a:lnTo>
                    <a:pt x="42286" y="4176"/>
                  </a:lnTo>
                  <a:lnTo>
                    <a:pt x="42324" y="4087"/>
                  </a:lnTo>
                  <a:lnTo>
                    <a:pt x="42363" y="3985"/>
                  </a:lnTo>
                  <a:lnTo>
                    <a:pt x="42388" y="3895"/>
                  </a:lnTo>
                  <a:lnTo>
                    <a:pt x="42388" y="3793"/>
                  </a:lnTo>
                  <a:lnTo>
                    <a:pt x="42388" y="3691"/>
                  </a:lnTo>
                  <a:lnTo>
                    <a:pt x="42363" y="3602"/>
                  </a:lnTo>
                  <a:lnTo>
                    <a:pt x="42324" y="3499"/>
                  </a:lnTo>
                  <a:lnTo>
                    <a:pt x="42286" y="3410"/>
                  </a:lnTo>
                  <a:lnTo>
                    <a:pt x="42222" y="3308"/>
                  </a:lnTo>
                  <a:lnTo>
                    <a:pt x="42146" y="3219"/>
                  </a:lnTo>
                  <a:lnTo>
                    <a:pt x="42056" y="3116"/>
                  </a:lnTo>
                  <a:lnTo>
                    <a:pt x="41967" y="3027"/>
                  </a:lnTo>
                  <a:lnTo>
                    <a:pt x="41852" y="2938"/>
                  </a:lnTo>
                  <a:lnTo>
                    <a:pt x="41724" y="2848"/>
                  </a:lnTo>
                  <a:lnTo>
                    <a:pt x="41443" y="2669"/>
                  </a:lnTo>
                  <a:lnTo>
                    <a:pt x="41111" y="2491"/>
                  </a:lnTo>
                  <a:lnTo>
                    <a:pt x="40728" y="2312"/>
                  </a:lnTo>
                  <a:lnTo>
                    <a:pt x="40306" y="2146"/>
                  </a:lnTo>
                  <a:lnTo>
                    <a:pt x="39834" y="1980"/>
                  </a:lnTo>
                  <a:lnTo>
                    <a:pt x="39323" y="1826"/>
                  </a:lnTo>
                  <a:lnTo>
                    <a:pt x="38774" y="1673"/>
                  </a:lnTo>
                  <a:lnTo>
                    <a:pt x="38186" y="1520"/>
                  </a:lnTo>
                  <a:lnTo>
                    <a:pt x="37548" y="1379"/>
                  </a:lnTo>
                  <a:lnTo>
                    <a:pt x="36884" y="1239"/>
                  </a:lnTo>
                  <a:lnTo>
                    <a:pt x="36181" y="1111"/>
                  </a:lnTo>
                  <a:lnTo>
                    <a:pt x="35453" y="984"/>
                  </a:lnTo>
                  <a:lnTo>
                    <a:pt x="34674" y="869"/>
                  </a:lnTo>
                  <a:lnTo>
                    <a:pt x="33883" y="754"/>
                  </a:lnTo>
                  <a:lnTo>
                    <a:pt x="33052" y="651"/>
                  </a:lnTo>
                  <a:lnTo>
                    <a:pt x="32184" y="549"/>
                  </a:lnTo>
                  <a:lnTo>
                    <a:pt x="31303" y="460"/>
                  </a:lnTo>
                  <a:lnTo>
                    <a:pt x="30383" y="371"/>
                  </a:lnTo>
                  <a:lnTo>
                    <a:pt x="29451" y="307"/>
                  </a:lnTo>
                  <a:lnTo>
                    <a:pt x="28480" y="230"/>
                  </a:lnTo>
                  <a:lnTo>
                    <a:pt x="27497" y="179"/>
                  </a:lnTo>
                  <a:lnTo>
                    <a:pt x="26488" y="128"/>
                  </a:lnTo>
                  <a:lnTo>
                    <a:pt x="25466" y="77"/>
                  </a:lnTo>
                  <a:lnTo>
                    <a:pt x="24419" y="51"/>
                  </a:lnTo>
                  <a:lnTo>
                    <a:pt x="23359" y="26"/>
                  </a:lnTo>
                  <a:lnTo>
                    <a:pt x="22286" y="13"/>
                  </a:lnTo>
                  <a:lnTo>
                    <a:pt x="21201" y="0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2706740" y="3792248"/>
              <a:ext cx="609226" cy="83397"/>
            </a:xfrm>
            <a:custGeom>
              <a:avLst/>
              <a:gdLst/>
              <a:ahLst/>
              <a:cxnLst/>
              <a:rect l="l" t="t" r="r" b="b"/>
              <a:pathLst>
                <a:path w="41150" h="5633" extrusionOk="0">
                  <a:moveTo>
                    <a:pt x="19949" y="0"/>
                  </a:moveTo>
                  <a:lnTo>
                    <a:pt x="18238" y="13"/>
                  </a:lnTo>
                  <a:lnTo>
                    <a:pt x="16577" y="51"/>
                  </a:lnTo>
                  <a:lnTo>
                    <a:pt x="14943" y="115"/>
                  </a:lnTo>
                  <a:lnTo>
                    <a:pt x="13372" y="192"/>
                  </a:lnTo>
                  <a:lnTo>
                    <a:pt x="11839" y="294"/>
                  </a:lnTo>
                  <a:lnTo>
                    <a:pt x="10371" y="409"/>
                  </a:lnTo>
                  <a:lnTo>
                    <a:pt x="8966" y="549"/>
                  </a:lnTo>
                  <a:lnTo>
                    <a:pt x="7625" y="703"/>
                  </a:lnTo>
                  <a:lnTo>
                    <a:pt x="6361" y="881"/>
                  </a:lnTo>
                  <a:lnTo>
                    <a:pt x="5173" y="1073"/>
                  </a:lnTo>
                  <a:lnTo>
                    <a:pt x="4074" y="1277"/>
                  </a:lnTo>
                  <a:lnTo>
                    <a:pt x="3551" y="1392"/>
                  </a:lnTo>
                  <a:lnTo>
                    <a:pt x="3066" y="1507"/>
                  </a:lnTo>
                  <a:lnTo>
                    <a:pt x="2593" y="1622"/>
                  </a:lnTo>
                  <a:lnTo>
                    <a:pt x="2146" y="1737"/>
                  </a:lnTo>
                  <a:lnTo>
                    <a:pt x="1725" y="1865"/>
                  </a:lnTo>
                  <a:lnTo>
                    <a:pt x="1316" y="1980"/>
                  </a:lnTo>
                  <a:lnTo>
                    <a:pt x="946" y="2107"/>
                  </a:lnTo>
                  <a:lnTo>
                    <a:pt x="601" y="2248"/>
                  </a:lnTo>
                  <a:lnTo>
                    <a:pt x="281" y="2376"/>
                  </a:lnTo>
                  <a:lnTo>
                    <a:pt x="0" y="2516"/>
                  </a:lnTo>
                  <a:lnTo>
                    <a:pt x="716" y="2299"/>
                  </a:lnTo>
                  <a:lnTo>
                    <a:pt x="1507" y="2095"/>
                  </a:lnTo>
                  <a:lnTo>
                    <a:pt x="2363" y="1903"/>
                  </a:lnTo>
                  <a:lnTo>
                    <a:pt x="3295" y="1712"/>
                  </a:lnTo>
                  <a:lnTo>
                    <a:pt x="4292" y="1545"/>
                  </a:lnTo>
                  <a:lnTo>
                    <a:pt x="5352" y="1379"/>
                  </a:lnTo>
                  <a:lnTo>
                    <a:pt x="6463" y="1239"/>
                  </a:lnTo>
                  <a:lnTo>
                    <a:pt x="7625" y="1098"/>
                  </a:lnTo>
                  <a:lnTo>
                    <a:pt x="8851" y="984"/>
                  </a:lnTo>
                  <a:lnTo>
                    <a:pt x="10115" y="869"/>
                  </a:lnTo>
                  <a:lnTo>
                    <a:pt x="11431" y="779"/>
                  </a:lnTo>
                  <a:lnTo>
                    <a:pt x="12784" y="703"/>
                  </a:lnTo>
                  <a:lnTo>
                    <a:pt x="14164" y="639"/>
                  </a:lnTo>
                  <a:lnTo>
                    <a:pt x="15594" y="600"/>
                  </a:lnTo>
                  <a:lnTo>
                    <a:pt x="17050" y="575"/>
                  </a:lnTo>
                  <a:lnTo>
                    <a:pt x="18531" y="562"/>
                  </a:lnTo>
                  <a:lnTo>
                    <a:pt x="19617" y="562"/>
                  </a:lnTo>
                  <a:lnTo>
                    <a:pt x="20690" y="575"/>
                  </a:lnTo>
                  <a:lnTo>
                    <a:pt x="21750" y="600"/>
                  </a:lnTo>
                  <a:lnTo>
                    <a:pt x="22797" y="639"/>
                  </a:lnTo>
                  <a:lnTo>
                    <a:pt x="23819" y="677"/>
                  </a:lnTo>
                  <a:lnTo>
                    <a:pt x="24828" y="728"/>
                  </a:lnTo>
                  <a:lnTo>
                    <a:pt x="25811" y="792"/>
                  </a:lnTo>
                  <a:lnTo>
                    <a:pt x="26782" y="856"/>
                  </a:lnTo>
                  <a:lnTo>
                    <a:pt x="27714" y="932"/>
                  </a:lnTo>
                  <a:lnTo>
                    <a:pt x="28633" y="1022"/>
                  </a:lnTo>
                  <a:lnTo>
                    <a:pt x="29515" y="1111"/>
                  </a:lnTo>
                  <a:lnTo>
                    <a:pt x="30383" y="1213"/>
                  </a:lnTo>
                  <a:lnTo>
                    <a:pt x="31213" y="1316"/>
                  </a:lnTo>
                  <a:lnTo>
                    <a:pt x="32005" y="1431"/>
                  </a:lnTo>
                  <a:lnTo>
                    <a:pt x="32784" y="1545"/>
                  </a:lnTo>
                  <a:lnTo>
                    <a:pt x="33512" y="1673"/>
                  </a:lnTo>
                  <a:lnTo>
                    <a:pt x="34214" y="1801"/>
                  </a:lnTo>
                  <a:lnTo>
                    <a:pt x="34879" y="1941"/>
                  </a:lnTo>
                  <a:lnTo>
                    <a:pt x="35517" y="2082"/>
                  </a:lnTo>
                  <a:lnTo>
                    <a:pt x="36105" y="2235"/>
                  </a:lnTo>
                  <a:lnTo>
                    <a:pt x="36654" y="2388"/>
                  </a:lnTo>
                  <a:lnTo>
                    <a:pt x="37165" y="2542"/>
                  </a:lnTo>
                  <a:lnTo>
                    <a:pt x="37637" y="2708"/>
                  </a:lnTo>
                  <a:lnTo>
                    <a:pt x="38059" y="2874"/>
                  </a:lnTo>
                  <a:lnTo>
                    <a:pt x="38442" y="3052"/>
                  </a:lnTo>
                  <a:lnTo>
                    <a:pt x="38774" y="3219"/>
                  </a:lnTo>
                  <a:lnTo>
                    <a:pt x="39055" y="3410"/>
                  </a:lnTo>
                  <a:lnTo>
                    <a:pt x="39182" y="3499"/>
                  </a:lnTo>
                  <a:lnTo>
                    <a:pt x="39297" y="3589"/>
                  </a:lnTo>
                  <a:lnTo>
                    <a:pt x="39387" y="3678"/>
                  </a:lnTo>
                  <a:lnTo>
                    <a:pt x="39476" y="3780"/>
                  </a:lnTo>
                  <a:lnTo>
                    <a:pt x="39553" y="3870"/>
                  </a:lnTo>
                  <a:lnTo>
                    <a:pt x="39617" y="3959"/>
                  </a:lnTo>
                  <a:lnTo>
                    <a:pt x="39655" y="4061"/>
                  </a:lnTo>
                  <a:lnTo>
                    <a:pt x="39693" y="4151"/>
                  </a:lnTo>
                  <a:lnTo>
                    <a:pt x="39719" y="4253"/>
                  </a:lnTo>
                  <a:lnTo>
                    <a:pt x="39719" y="4355"/>
                  </a:lnTo>
                  <a:lnTo>
                    <a:pt x="39719" y="4432"/>
                  </a:lnTo>
                  <a:lnTo>
                    <a:pt x="39706" y="4521"/>
                  </a:lnTo>
                  <a:lnTo>
                    <a:pt x="39680" y="4598"/>
                  </a:lnTo>
                  <a:lnTo>
                    <a:pt x="39642" y="4687"/>
                  </a:lnTo>
                  <a:lnTo>
                    <a:pt x="39591" y="4764"/>
                  </a:lnTo>
                  <a:lnTo>
                    <a:pt x="39540" y="4853"/>
                  </a:lnTo>
                  <a:lnTo>
                    <a:pt x="39400" y="5006"/>
                  </a:lnTo>
                  <a:lnTo>
                    <a:pt x="39221" y="5173"/>
                  </a:lnTo>
                  <a:lnTo>
                    <a:pt x="39016" y="5326"/>
                  </a:lnTo>
                  <a:lnTo>
                    <a:pt x="38761" y="5479"/>
                  </a:lnTo>
                  <a:lnTo>
                    <a:pt x="38480" y="5632"/>
                  </a:lnTo>
                  <a:lnTo>
                    <a:pt x="39080" y="5428"/>
                  </a:lnTo>
                  <a:lnTo>
                    <a:pt x="39361" y="5313"/>
                  </a:lnTo>
                  <a:lnTo>
                    <a:pt x="39617" y="5211"/>
                  </a:lnTo>
                  <a:lnTo>
                    <a:pt x="39846" y="5096"/>
                  </a:lnTo>
                  <a:lnTo>
                    <a:pt x="40064" y="4981"/>
                  </a:lnTo>
                  <a:lnTo>
                    <a:pt x="40268" y="4879"/>
                  </a:lnTo>
                  <a:lnTo>
                    <a:pt x="40447" y="4764"/>
                  </a:lnTo>
                  <a:lnTo>
                    <a:pt x="40613" y="4636"/>
                  </a:lnTo>
                  <a:lnTo>
                    <a:pt x="40753" y="4521"/>
                  </a:lnTo>
                  <a:lnTo>
                    <a:pt x="40868" y="4406"/>
                  </a:lnTo>
                  <a:lnTo>
                    <a:pt x="40970" y="4291"/>
                  </a:lnTo>
                  <a:lnTo>
                    <a:pt x="41047" y="4164"/>
                  </a:lnTo>
                  <a:lnTo>
                    <a:pt x="41098" y="4036"/>
                  </a:lnTo>
                  <a:lnTo>
                    <a:pt x="41136" y="3921"/>
                  </a:lnTo>
                  <a:lnTo>
                    <a:pt x="41149" y="3793"/>
                  </a:lnTo>
                  <a:lnTo>
                    <a:pt x="41136" y="3691"/>
                  </a:lnTo>
                  <a:lnTo>
                    <a:pt x="41111" y="3602"/>
                  </a:lnTo>
                  <a:lnTo>
                    <a:pt x="41085" y="3499"/>
                  </a:lnTo>
                  <a:lnTo>
                    <a:pt x="41034" y="3410"/>
                  </a:lnTo>
                  <a:lnTo>
                    <a:pt x="40970" y="3308"/>
                  </a:lnTo>
                  <a:lnTo>
                    <a:pt x="40894" y="3219"/>
                  </a:lnTo>
                  <a:lnTo>
                    <a:pt x="40817" y="3116"/>
                  </a:lnTo>
                  <a:lnTo>
                    <a:pt x="40715" y="3027"/>
                  </a:lnTo>
                  <a:lnTo>
                    <a:pt x="40600" y="2938"/>
                  </a:lnTo>
                  <a:lnTo>
                    <a:pt x="40472" y="2848"/>
                  </a:lnTo>
                  <a:lnTo>
                    <a:pt x="40191" y="2669"/>
                  </a:lnTo>
                  <a:lnTo>
                    <a:pt x="39859" y="2491"/>
                  </a:lnTo>
                  <a:lnTo>
                    <a:pt x="39476" y="2312"/>
                  </a:lnTo>
                  <a:lnTo>
                    <a:pt x="39055" y="2146"/>
                  </a:lnTo>
                  <a:lnTo>
                    <a:pt x="38582" y="1980"/>
                  </a:lnTo>
                  <a:lnTo>
                    <a:pt x="38071" y="1826"/>
                  </a:lnTo>
                  <a:lnTo>
                    <a:pt x="37522" y="1673"/>
                  </a:lnTo>
                  <a:lnTo>
                    <a:pt x="36935" y="1520"/>
                  </a:lnTo>
                  <a:lnTo>
                    <a:pt x="36309" y="1379"/>
                  </a:lnTo>
                  <a:lnTo>
                    <a:pt x="35632" y="1239"/>
                  </a:lnTo>
                  <a:lnTo>
                    <a:pt x="34930" y="1111"/>
                  </a:lnTo>
                  <a:lnTo>
                    <a:pt x="34202" y="984"/>
                  </a:lnTo>
                  <a:lnTo>
                    <a:pt x="33435" y="869"/>
                  </a:lnTo>
                  <a:lnTo>
                    <a:pt x="32631" y="754"/>
                  </a:lnTo>
                  <a:lnTo>
                    <a:pt x="31801" y="651"/>
                  </a:lnTo>
                  <a:lnTo>
                    <a:pt x="30945" y="549"/>
                  </a:lnTo>
                  <a:lnTo>
                    <a:pt x="30051" y="460"/>
                  </a:lnTo>
                  <a:lnTo>
                    <a:pt x="29131" y="371"/>
                  </a:lnTo>
                  <a:lnTo>
                    <a:pt x="28199" y="307"/>
                  </a:lnTo>
                  <a:lnTo>
                    <a:pt x="27241" y="230"/>
                  </a:lnTo>
                  <a:lnTo>
                    <a:pt x="26245" y="179"/>
                  </a:lnTo>
                  <a:lnTo>
                    <a:pt x="25249" y="128"/>
                  </a:lnTo>
                  <a:lnTo>
                    <a:pt x="24215" y="77"/>
                  </a:lnTo>
                  <a:lnTo>
                    <a:pt x="23180" y="51"/>
                  </a:lnTo>
                  <a:lnTo>
                    <a:pt x="22120" y="26"/>
                  </a:lnTo>
                  <a:lnTo>
                    <a:pt x="21035" y="13"/>
                  </a:lnTo>
                  <a:lnTo>
                    <a:pt x="19949" y="0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2915476" y="3823250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1" y="1"/>
                  </a:moveTo>
                  <a:lnTo>
                    <a:pt x="1" y="384"/>
                  </a:lnTo>
                  <a:lnTo>
                    <a:pt x="3347" y="384"/>
                  </a:lnTo>
                  <a:lnTo>
                    <a:pt x="4254" y="409"/>
                  </a:lnTo>
                  <a:lnTo>
                    <a:pt x="5058" y="448"/>
                  </a:lnTo>
                  <a:lnTo>
                    <a:pt x="5748" y="511"/>
                  </a:lnTo>
                  <a:lnTo>
                    <a:pt x="6323" y="575"/>
                  </a:lnTo>
                  <a:lnTo>
                    <a:pt x="6578" y="626"/>
                  </a:lnTo>
                  <a:lnTo>
                    <a:pt x="6795" y="665"/>
                  </a:lnTo>
                  <a:lnTo>
                    <a:pt x="6987" y="716"/>
                  </a:lnTo>
                  <a:lnTo>
                    <a:pt x="7140" y="767"/>
                  </a:lnTo>
                  <a:lnTo>
                    <a:pt x="7268" y="831"/>
                  </a:lnTo>
                  <a:lnTo>
                    <a:pt x="7370" y="895"/>
                  </a:lnTo>
                  <a:lnTo>
                    <a:pt x="1" y="895"/>
                  </a:lnTo>
                  <a:lnTo>
                    <a:pt x="1" y="1188"/>
                  </a:lnTo>
                  <a:lnTo>
                    <a:pt x="7472" y="1188"/>
                  </a:lnTo>
                  <a:lnTo>
                    <a:pt x="7446" y="1227"/>
                  </a:lnTo>
                  <a:lnTo>
                    <a:pt x="7408" y="1252"/>
                  </a:lnTo>
                  <a:lnTo>
                    <a:pt x="7306" y="1329"/>
                  </a:lnTo>
                  <a:lnTo>
                    <a:pt x="7165" y="1393"/>
                  </a:lnTo>
                  <a:lnTo>
                    <a:pt x="6987" y="1457"/>
                  </a:lnTo>
                  <a:lnTo>
                    <a:pt x="6770" y="1520"/>
                  </a:lnTo>
                  <a:lnTo>
                    <a:pt x="6514" y="1572"/>
                  </a:lnTo>
                  <a:lnTo>
                    <a:pt x="6208" y="1623"/>
                  </a:lnTo>
                  <a:lnTo>
                    <a:pt x="5876" y="1674"/>
                  </a:lnTo>
                  <a:lnTo>
                    <a:pt x="5505" y="1712"/>
                  </a:lnTo>
                  <a:lnTo>
                    <a:pt x="5097" y="1750"/>
                  </a:lnTo>
                  <a:lnTo>
                    <a:pt x="4151" y="1801"/>
                  </a:lnTo>
                  <a:lnTo>
                    <a:pt x="3053" y="1840"/>
                  </a:lnTo>
                  <a:lnTo>
                    <a:pt x="1802" y="1852"/>
                  </a:lnTo>
                  <a:lnTo>
                    <a:pt x="1" y="1852"/>
                  </a:lnTo>
                  <a:lnTo>
                    <a:pt x="1" y="2210"/>
                  </a:lnTo>
                  <a:lnTo>
                    <a:pt x="2197" y="2644"/>
                  </a:lnTo>
                  <a:lnTo>
                    <a:pt x="4215" y="3053"/>
                  </a:lnTo>
                  <a:lnTo>
                    <a:pt x="6131" y="3449"/>
                  </a:lnTo>
                  <a:lnTo>
                    <a:pt x="8021" y="3858"/>
                  </a:lnTo>
                  <a:lnTo>
                    <a:pt x="11163" y="3858"/>
                  </a:lnTo>
                  <a:lnTo>
                    <a:pt x="9107" y="3411"/>
                  </a:lnTo>
                  <a:lnTo>
                    <a:pt x="7051" y="2976"/>
                  </a:lnTo>
                  <a:lnTo>
                    <a:pt x="5033" y="2555"/>
                  </a:lnTo>
                  <a:lnTo>
                    <a:pt x="3079" y="2185"/>
                  </a:lnTo>
                  <a:lnTo>
                    <a:pt x="3845" y="2172"/>
                  </a:lnTo>
                  <a:lnTo>
                    <a:pt x="4586" y="2159"/>
                  </a:lnTo>
                  <a:lnTo>
                    <a:pt x="5275" y="2133"/>
                  </a:lnTo>
                  <a:lnTo>
                    <a:pt x="5927" y="2108"/>
                  </a:lnTo>
                  <a:lnTo>
                    <a:pt x="6540" y="2057"/>
                  </a:lnTo>
                  <a:lnTo>
                    <a:pt x="7102" y="2018"/>
                  </a:lnTo>
                  <a:lnTo>
                    <a:pt x="7638" y="1955"/>
                  </a:lnTo>
                  <a:lnTo>
                    <a:pt x="8111" y="1904"/>
                  </a:lnTo>
                  <a:lnTo>
                    <a:pt x="8558" y="1827"/>
                  </a:lnTo>
                  <a:lnTo>
                    <a:pt x="8941" y="1750"/>
                  </a:lnTo>
                  <a:lnTo>
                    <a:pt x="9285" y="1674"/>
                  </a:lnTo>
                  <a:lnTo>
                    <a:pt x="9579" y="1584"/>
                  </a:lnTo>
                  <a:lnTo>
                    <a:pt x="9822" y="1495"/>
                  </a:lnTo>
                  <a:lnTo>
                    <a:pt x="10026" y="1393"/>
                  </a:lnTo>
                  <a:lnTo>
                    <a:pt x="10103" y="1342"/>
                  </a:lnTo>
                  <a:lnTo>
                    <a:pt x="10167" y="1291"/>
                  </a:lnTo>
                  <a:lnTo>
                    <a:pt x="10218" y="1239"/>
                  </a:lnTo>
                  <a:lnTo>
                    <a:pt x="10256" y="1188"/>
                  </a:lnTo>
                  <a:lnTo>
                    <a:pt x="13781" y="1188"/>
                  </a:lnTo>
                  <a:lnTo>
                    <a:pt x="13781" y="895"/>
                  </a:lnTo>
                  <a:lnTo>
                    <a:pt x="10218" y="895"/>
                  </a:lnTo>
                  <a:lnTo>
                    <a:pt x="10179" y="844"/>
                  </a:lnTo>
                  <a:lnTo>
                    <a:pt x="10128" y="792"/>
                  </a:lnTo>
                  <a:lnTo>
                    <a:pt x="9988" y="703"/>
                  </a:lnTo>
                  <a:lnTo>
                    <a:pt x="9809" y="614"/>
                  </a:lnTo>
                  <a:lnTo>
                    <a:pt x="9579" y="537"/>
                  </a:lnTo>
                  <a:lnTo>
                    <a:pt x="9337" y="473"/>
                  </a:lnTo>
                  <a:lnTo>
                    <a:pt x="9043" y="409"/>
                  </a:lnTo>
                  <a:lnTo>
                    <a:pt x="8724" y="345"/>
                  </a:lnTo>
                  <a:lnTo>
                    <a:pt x="8391" y="294"/>
                  </a:lnTo>
                  <a:lnTo>
                    <a:pt x="13781" y="294"/>
                  </a:lnTo>
                  <a:lnTo>
                    <a:pt x="13781" y="1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2629221" y="3752349"/>
              <a:ext cx="764071" cy="159790"/>
            </a:xfrm>
            <a:custGeom>
              <a:avLst/>
              <a:gdLst/>
              <a:ahLst/>
              <a:cxnLst/>
              <a:rect l="l" t="t" r="r" b="b"/>
              <a:pathLst>
                <a:path w="51609" h="10793" extrusionOk="0">
                  <a:moveTo>
                    <a:pt x="0" y="0"/>
                  </a:moveTo>
                  <a:lnTo>
                    <a:pt x="0" y="5390"/>
                  </a:lnTo>
                  <a:lnTo>
                    <a:pt x="13" y="5530"/>
                  </a:lnTo>
                  <a:lnTo>
                    <a:pt x="39" y="5671"/>
                  </a:lnTo>
                  <a:lnTo>
                    <a:pt x="77" y="5811"/>
                  </a:lnTo>
                  <a:lnTo>
                    <a:pt x="128" y="5939"/>
                  </a:lnTo>
                  <a:lnTo>
                    <a:pt x="205" y="6080"/>
                  </a:lnTo>
                  <a:lnTo>
                    <a:pt x="294" y="6220"/>
                  </a:lnTo>
                  <a:lnTo>
                    <a:pt x="396" y="6348"/>
                  </a:lnTo>
                  <a:lnTo>
                    <a:pt x="524" y="6475"/>
                  </a:lnTo>
                  <a:lnTo>
                    <a:pt x="664" y="6616"/>
                  </a:lnTo>
                  <a:lnTo>
                    <a:pt x="818" y="6744"/>
                  </a:lnTo>
                  <a:lnTo>
                    <a:pt x="984" y="6871"/>
                  </a:lnTo>
                  <a:lnTo>
                    <a:pt x="1162" y="6999"/>
                  </a:lnTo>
                  <a:lnTo>
                    <a:pt x="1354" y="7127"/>
                  </a:lnTo>
                  <a:lnTo>
                    <a:pt x="1571" y="7242"/>
                  </a:lnTo>
                  <a:lnTo>
                    <a:pt x="1788" y="7369"/>
                  </a:lnTo>
                  <a:lnTo>
                    <a:pt x="2031" y="7497"/>
                  </a:lnTo>
                  <a:lnTo>
                    <a:pt x="2542" y="7727"/>
                  </a:lnTo>
                  <a:lnTo>
                    <a:pt x="3116" y="7970"/>
                  </a:lnTo>
                  <a:lnTo>
                    <a:pt x="3729" y="8187"/>
                  </a:lnTo>
                  <a:lnTo>
                    <a:pt x="4406" y="8404"/>
                  </a:lnTo>
                  <a:lnTo>
                    <a:pt x="5122" y="8621"/>
                  </a:lnTo>
                  <a:lnTo>
                    <a:pt x="5888" y="8825"/>
                  </a:lnTo>
                  <a:lnTo>
                    <a:pt x="6705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387" y="9553"/>
                  </a:lnTo>
                  <a:lnTo>
                    <a:pt x="10370" y="9719"/>
                  </a:lnTo>
                  <a:lnTo>
                    <a:pt x="11379" y="9860"/>
                  </a:lnTo>
                  <a:lnTo>
                    <a:pt x="12427" y="10000"/>
                  </a:lnTo>
                  <a:lnTo>
                    <a:pt x="13499" y="10141"/>
                  </a:lnTo>
                  <a:lnTo>
                    <a:pt x="14623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5" y="10549"/>
                  </a:lnTo>
                  <a:lnTo>
                    <a:pt x="19361" y="10613"/>
                  </a:lnTo>
                  <a:lnTo>
                    <a:pt x="20600" y="10677"/>
                  </a:lnTo>
                  <a:lnTo>
                    <a:pt x="21877" y="10728"/>
                  </a:lnTo>
                  <a:lnTo>
                    <a:pt x="23167" y="10754"/>
                  </a:lnTo>
                  <a:lnTo>
                    <a:pt x="24483" y="10779"/>
                  </a:lnTo>
                  <a:lnTo>
                    <a:pt x="25811" y="10792"/>
                  </a:lnTo>
                  <a:lnTo>
                    <a:pt x="27139" y="10779"/>
                  </a:lnTo>
                  <a:lnTo>
                    <a:pt x="28442" y="10754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0" y="10613"/>
                  </a:lnTo>
                  <a:lnTo>
                    <a:pt x="33486" y="10549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8" y="10256"/>
                  </a:lnTo>
                  <a:lnTo>
                    <a:pt x="38109" y="10141"/>
                  </a:lnTo>
                  <a:lnTo>
                    <a:pt x="39182" y="10000"/>
                  </a:lnTo>
                  <a:lnTo>
                    <a:pt x="40229" y="9860"/>
                  </a:lnTo>
                  <a:lnTo>
                    <a:pt x="41251" y="9719"/>
                  </a:lnTo>
                  <a:lnTo>
                    <a:pt x="42222" y="9553"/>
                  </a:lnTo>
                  <a:lnTo>
                    <a:pt x="43154" y="9387"/>
                  </a:lnTo>
                  <a:lnTo>
                    <a:pt x="44061" y="9208"/>
                  </a:lnTo>
                  <a:lnTo>
                    <a:pt x="44904" y="9017"/>
                  </a:lnTo>
                  <a:lnTo>
                    <a:pt x="45721" y="8825"/>
                  </a:lnTo>
                  <a:lnTo>
                    <a:pt x="46487" y="8621"/>
                  </a:lnTo>
                  <a:lnTo>
                    <a:pt x="47203" y="8404"/>
                  </a:lnTo>
                  <a:lnTo>
                    <a:pt x="47879" y="8187"/>
                  </a:lnTo>
                  <a:lnTo>
                    <a:pt x="48505" y="7970"/>
                  </a:lnTo>
                  <a:lnTo>
                    <a:pt x="49067" y="7727"/>
                  </a:lnTo>
                  <a:lnTo>
                    <a:pt x="49591" y="7497"/>
                  </a:lnTo>
                  <a:lnTo>
                    <a:pt x="49821" y="7369"/>
                  </a:lnTo>
                  <a:lnTo>
                    <a:pt x="50050" y="7242"/>
                  </a:lnTo>
                  <a:lnTo>
                    <a:pt x="50255" y="7127"/>
                  </a:lnTo>
                  <a:lnTo>
                    <a:pt x="50459" y="6999"/>
                  </a:lnTo>
                  <a:lnTo>
                    <a:pt x="50638" y="6871"/>
                  </a:lnTo>
                  <a:lnTo>
                    <a:pt x="50804" y="6744"/>
                  </a:lnTo>
                  <a:lnTo>
                    <a:pt x="50957" y="6616"/>
                  </a:lnTo>
                  <a:lnTo>
                    <a:pt x="51085" y="6475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4" y="6080"/>
                  </a:lnTo>
                  <a:lnTo>
                    <a:pt x="51481" y="5939"/>
                  </a:lnTo>
                  <a:lnTo>
                    <a:pt x="51545" y="5811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09" y="5390"/>
                  </a:lnTo>
                  <a:lnTo>
                    <a:pt x="51609" y="0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2629221" y="3672550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24483" y="1"/>
                  </a:moveTo>
                  <a:lnTo>
                    <a:pt x="23167" y="27"/>
                  </a:lnTo>
                  <a:lnTo>
                    <a:pt x="21877" y="65"/>
                  </a:lnTo>
                  <a:lnTo>
                    <a:pt x="20600" y="103"/>
                  </a:lnTo>
                  <a:lnTo>
                    <a:pt x="19361" y="167"/>
                  </a:lnTo>
                  <a:lnTo>
                    <a:pt x="18135" y="244"/>
                  </a:lnTo>
                  <a:lnTo>
                    <a:pt x="16935" y="320"/>
                  </a:lnTo>
                  <a:lnTo>
                    <a:pt x="15760" y="422"/>
                  </a:lnTo>
                  <a:lnTo>
                    <a:pt x="14623" y="525"/>
                  </a:lnTo>
                  <a:lnTo>
                    <a:pt x="13499" y="652"/>
                  </a:lnTo>
                  <a:lnTo>
                    <a:pt x="12427" y="780"/>
                  </a:lnTo>
                  <a:lnTo>
                    <a:pt x="11379" y="921"/>
                  </a:lnTo>
                  <a:lnTo>
                    <a:pt x="10370" y="1074"/>
                  </a:lnTo>
                  <a:lnTo>
                    <a:pt x="9387" y="1227"/>
                  </a:lnTo>
                  <a:lnTo>
                    <a:pt x="8455" y="1406"/>
                  </a:lnTo>
                  <a:lnTo>
                    <a:pt x="7561" y="1572"/>
                  </a:lnTo>
                  <a:lnTo>
                    <a:pt x="6705" y="1763"/>
                  </a:lnTo>
                  <a:lnTo>
                    <a:pt x="5888" y="1955"/>
                  </a:lnTo>
                  <a:lnTo>
                    <a:pt x="5122" y="2159"/>
                  </a:lnTo>
                  <a:lnTo>
                    <a:pt x="4406" y="2376"/>
                  </a:lnTo>
                  <a:lnTo>
                    <a:pt x="3729" y="2594"/>
                  </a:lnTo>
                  <a:lnTo>
                    <a:pt x="3116" y="2823"/>
                  </a:lnTo>
                  <a:lnTo>
                    <a:pt x="2542" y="3053"/>
                  </a:lnTo>
                  <a:lnTo>
                    <a:pt x="2031" y="3296"/>
                  </a:lnTo>
                  <a:lnTo>
                    <a:pt x="1788" y="3411"/>
                  </a:lnTo>
                  <a:lnTo>
                    <a:pt x="1571" y="3539"/>
                  </a:lnTo>
                  <a:lnTo>
                    <a:pt x="1354" y="3666"/>
                  </a:lnTo>
                  <a:lnTo>
                    <a:pt x="1162" y="3794"/>
                  </a:lnTo>
                  <a:lnTo>
                    <a:pt x="984" y="3909"/>
                  </a:lnTo>
                  <a:lnTo>
                    <a:pt x="818" y="4049"/>
                  </a:lnTo>
                  <a:lnTo>
                    <a:pt x="664" y="4177"/>
                  </a:lnTo>
                  <a:lnTo>
                    <a:pt x="524" y="4305"/>
                  </a:lnTo>
                  <a:lnTo>
                    <a:pt x="396" y="4433"/>
                  </a:lnTo>
                  <a:lnTo>
                    <a:pt x="294" y="4573"/>
                  </a:lnTo>
                  <a:lnTo>
                    <a:pt x="205" y="4701"/>
                  </a:lnTo>
                  <a:lnTo>
                    <a:pt x="128" y="4841"/>
                  </a:lnTo>
                  <a:lnTo>
                    <a:pt x="77" y="4982"/>
                  </a:lnTo>
                  <a:lnTo>
                    <a:pt x="39" y="5109"/>
                  </a:lnTo>
                  <a:lnTo>
                    <a:pt x="13" y="5250"/>
                  </a:lnTo>
                  <a:lnTo>
                    <a:pt x="0" y="5390"/>
                  </a:lnTo>
                  <a:lnTo>
                    <a:pt x="13" y="5531"/>
                  </a:lnTo>
                  <a:lnTo>
                    <a:pt x="39" y="5671"/>
                  </a:lnTo>
                  <a:lnTo>
                    <a:pt x="77" y="5812"/>
                  </a:lnTo>
                  <a:lnTo>
                    <a:pt x="128" y="5940"/>
                  </a:lnTo>
                  <a:lnTo>
                    <a:pt x="205" y="6080"/>
                  </a:lnTo>
                  <a:lnTo>
                    <a:pt x="294" y="6208"/>
                  </a:lnTo>
                  <a:lnTo>
                    <a:pt x="396" y="6348"/>
                  </a:lnTo>
                  <a:lnTo>
                    <a:pt x="524" y="6476"/>
                  </a:lnTo>
                  <a:lnTo>
                    <a:pt x="664" y="6604"/>
                  </a:lnTo>
                  <a:lnTo>
                    <a:pt x="818" y="6744"/>
                  </a:lnTo>
                  <a:lnTo>
                    <a:pt x="984" y="6872"/>
                  </a:lnTo>
                  <a:lnTo>
                    <a:pt x="1162" y="7000"/>
                  </a:lnTo>
                  <a:lnTo>
                    <a:pt x="1354" y="7115"/>
                  </a:lnTo>
                  <a:lnTo>
                    <a:pt x="1571" y="7242"/>
                  </a:lnTo>
                  <a:lnTo>
                    <a:pt x="1788" y="7370"/>
                  </a:lnTo>
                  <a:lnTo>
                    <a:pt x="2031" y="7485"/>
                  </a:lnTo>
                  <a:lnTo>
                    <a:pt x="2542" y="7728"/>
                  </a:lnTo>
                  <a:lnTo>
                    <a:pt x="3116" y="7957"/>
                  </a:lnTo>
                  <a:lnTo>
                    <a:pt x="3729" y="8187"/>
                  </a:lnTo>
                  <a:lnTo>
                    <a:pt x="4406" y="8404"/>
                  </a:lnTo>
                  <a:lnTo>
                    <a:pt x="5122" y="8622"/>
                  </a:lnTo>
                  <a:lnTo>
                    <a:pt x="5888" y="8826"/>
                  </a:lnTo>
                  <a:lnTo>
                    <a:pt x="6705" y="9017"/>
                  </a:lnTo>
                  <a:lnTo>
                    <a:pt x="7561" y="9209"/>
                  </a:lnTo>
                  <a:lnTo>
                    <a:pt x="8455" y="9388"/>
                  </a:lnTo>
                  <a:lnTo>
                    <a:pt x="9387" y="9554"/>
                  </a:lnTo>
                  <a:lnTo>
                    <a:pt x="10370" y="9707"/>
                  </a:lnTo>
                  <a:lnTo>
                    <a:pt x="11379" y="9860"/>
                  </a:lnTo>
                  <a:lnTo>
                    <a:pt x="12427" y="10001"/>
                  </a:lnTo>
                  <a:lnTo>
                    <a:pt x="13499" y="10129"/>
                  </a:lnTo>
                  <a:lnTo>
                    <a:pt x="14623" y="10256"/>
                  </a:lnTo>
                  <a:lnTo>
                    <a:pt x="15760" y="10358"/>
                  </a:lnTo>
                  <a:lnTo>
                    <a:pt x="16935" y="10461"/>
                  </a:lnTo>
                  <a:lnTo>
                    <a:pt x="18135" y="10537"/>
                  </a:lnTo>
                  <a:lnTo>
                    <a:pt x="19361" y="10614"/>
                  </a:lnTo>
                  <a:lnTo>
                    <a:pt x="20600" y="10678"/>
                  </a:lnTo>
                  <a:lnTo>
                    <a:pt x="21877" y="10716"/>
                  </a:lnTo>
                  <a:lnTo>
                    <a:pt x="23167" y="10754"/>
                  </a:lnTo>
                  <a:lnTo>
                    <a:pt x="24483" y="10780"/>
                  </a:lnTo>
                  <a:lnTo>
                    <a:pt x="27139" y="10780"/>
                  </a:lnTo>
                  <a:lnTo>
                    <a:pt x="28442" y="10754"/>
                  </a:lnTo>
                  <a:lnTo>
                    <a:pt x="29732" y="10716"/>
                  </a:lnTo>
                  <a:lnTo>
                    <a:pt x="31009" y="10678"/>
                  </a:lnTo>
                  <a:lnTo>
                    <a:pt x="32260" y="10614"/>
                  </a:lnTo>
                  <a:lnTo>
                    <a:pt x="33486" y="10537"/>
                  </a:lnTo>
                  <a:lnTo>
                    <a:pt x="34674" y="10461"/>
                  </a:lnTo>
                  <a:lnTo>
                    <a:pt x="35849" y="10358"/>
                  </a:lnTo>
                  <a:lnTo>
                    <a:pt x="36998" y="10256"/>
                  </a:lnTo>
                  <a:lnTo>
                    <a:pt x="38109" y="10129"/>
                  </a:lnTo>
                  <a:lnTo>
                    <a:pt x="39182" y="10001"/>
                  </a:lnTo>
                  <a:lnTo>
                    <a:pt x="40229" y="9860"/>
                  </a:lnTo>
                  <a:lnTo>
                    <a:pt x="41251" y="9707"/>
                  </a:lnTo>
                  <a:lnTo>
                    <a:pt x="42222" y="9554"/>
                  </a:lnTo>
                  <a:lnTo>
                    <a:pt x="43154" y="9388"/>
                  </a:lnTo>
                  <a:lnTo>
                    <a:pt x="44061" y="9209"/>
                  </a:lnTo>
                  <a:lnTo>
                    <a:pt x="44904" y="9017"/>
                  </a:lnTo>
                  <a:lnTo>
                    <a:pt x="45721" y="8826"/>
                  </a:lnTo>
                  <a:lnTo>
                    <a:pt x="46487" y="8622"/>
                  </a:lnTo>
                  <a:lnTo>
                    <a:pt x="47203" y="8404"/>
                  </a:lnTo>
                  <a:lnTo>
                    <a:pt x="47879" y="8187"/>
                  </a:lnTo>
                  <a:lnTo>
                    <a:pt x="48505" y="7957"/>
                  </a:lnTo>
                  <a:lnTo>
                    <a:pt x="49067" y="7728"/>
                  </a:lnTo>
                  <a:lnTo>
                    <a:pt x="49591" y="7485"/>
                  </a:lnTo>
                  <a:lnTo>
                    <a:pt x="49821" y="7370"/>
                  </a:lnTo>
                  <a:lnTo>
                    <a:pt x="50050" y="7242"/>
                  </a:lnTo>
                  <a:lnTo>
                    <a:pt x="50255" y="7115"/>
                  </a:lnTo>
                  <a:lnTo>
                    <a:pt x="50459" y="7000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7" y="6604"/>
                  </a:lnTo>
                  <a:lnTo>
                    <a:pt x="51085" y="6476"/>
                  </a:lnTo>
                  <a:lnTo>
                    <a:pt x="51213" y="6348"/>
                  </a:lnTo>
                  <a:lnTo>
                    <a:pt x="51315" y="6208"/>
                  </a:lnTo>
                  <a:lnTo>
                    <a:pt x="51404" y="6080"/>
                  </a:lnTo>
                  <a:lnTo>
                    <a:pt x="51481" y="5940"/>
                  </a:lnTo>
                  <a:lnTo>
                    <a:pt x="51545" y="5812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09" y="5390"/>
                  </a:lnTo>
                  <a:lnTo>
                    <a:pt x="51609" y="5250"/>
                  </a:lnTo>
                  <a:lnTo>
                    <a:pt x="51583" y="5109"/>
                  </a:lnTo>
                  <a:lnTo>
                    <a:pt x="51545" y="4982"/>
                  </a:lnTo>
                  <a:lnTo>
                    <a:pt x="51481" y="4841"/>
                  </a:lnTo>
                  <a:lnTo>
                    <a:pt x="51404" y="4701"/>
                  </a:lnTo>
                  <a:lnTo>
                    <a:pt x="51315" y="4573"/>
                  </a:lnTo>
                  <a:lnTo>
                    <a:pt x="51213" y="4433"/>
                  </a:lnTo>
                  <a:lnTo>
                    <a:pt x="51085" y="4305"/>
                  </a:lnTo>
                  <a:lnTo>
                    <a:pt x="50957" y="4177"/>
                  </a:lnTo>
                  <a:lnTo>
                    <a:pt x="50804" y="4049"/>
                  </a:lnTo>
                  <a:lnTo>
                    <a:pt x="50638" y="3909"/>
                  </a:lnTo>
                  <a:lnTo>
                    <a:pt x="50459" y="3794"/>
                  </a:lnTo>
                  <a:lnTo>
                    <a:pt x="50255" y="3666"/>
                  </a:lnTo>
                  <a:lnTo>
                    <a:pt x="50050" y="3539"/>
                  </a:lnTo>
                  <a:lnTo>
                    <a:pt x="49821" y="3411"/>
                  </a:lnTo>
                  <a:lnTo>
                    <a:pt x="49591" y="3296"/>
                  </a:lnTo>
                  <a:lnTo>
                    <a:pt x="49067" y="3053"/>
                  </a:lnTo>
                  <a:lnTo>
                    <a:pt x="48505" y="2823"/>
                  </a:lnTo>
                  <a:lnTo>
                    <a:pt x="47879" y="2594"/>
                  </a:lnTo>
                  <a:lnTo>
                    <a:pt x="47203" y="2376"/>
                  </a:lnTo>
                  <a:lnTo>
                    <a:pt x="46487" y="2159"/>
                  </a:lnTo>
                  <a:lnTo>
                    <a:pt x="45721" y="1955"/>
                  </a:lnTo>
                  <a:lnTo>
                    <a:pt x="44904" y="1763"/>
                  </a:lnTo>
                  <a:lnTo>
                    <a:pt x="44061" y="1572"/>
                  </a:lnTo>
                  <a:lnTo>
                    <a:pt x="43154" y="1406"/>
                  </a:lnTo>
                  <a:lnTo>
                    <a:pt x="42222" y="1227"/>
                  </a:lnTo>
                  <a:lnTo>
                    <a:pt x="41251" y="1074"/>
                  </a:lnTo>
                  <a:lnTo>
                    <a:pt x="40229" y="921"/>
                  </a:lnTo>
                  <a:lnTo>
                    <a:pt x="39182" y="780"/>
                  </a:lnTo>
                  <a:lnTo>
                    <a:pt x="38109" y="652"/>
                  </a:lnTo>
                  <a:lnTo>
                    <a:pt x="36998" y="525"/>
                  </a:lnTo>
                  <a:lnTo>
                    <a:pt x="35849" y="422"/>
                  </a:lnTo>
                  <a:lnTo>
                    <a:pt x="34674" y="320"/>
                  </a:lnTo>
                  <a:lnTo>
                    <a:pt x="33486" y="244"/>
                  </a:lnTo>
                  <a:lnTo>
                    <a:pt x="32260" y="167"/>
                  </a:lnTo>
                  <a:lnTo>
                    <a:pt x="31009" y="103"/>
                  </a:lnTo>
                  <a:lnTo>
                    <a:pt x="29732" y="65"/>
                  </a:lnTo>
                  <a:lnTo>
                    <a:pt x="28442" y="27"/>
                  </a:lnTo>
                  <a:lnTo>
                    <a:pt x="27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2697472" y="3686733"/>
              <a:ext cx="627569" cy="112326"/>
            </a:xfrm>
            <a:custGeom>
              <a:avLst/>
              <a:gdLst/>
              <a:ahLst/>
              <a:cxnLst/>
              <a:rect l="l" t="t" r="r" b="b"/>
              <a:pathLst>
                <a:path w="42389" h="7587" extrusionOk="0">
                  <a:moveTo>
                    <a:pt x="21201" y="1"/>
                  </a:moveTo>
                  <a:lnTo>
                    <a:pt x="20102" y="14"/>
                  </a:lnTo>
                  <a:lnTo>
                    <a:pt x="19030" y="26"/>
                  </a:lnTo>
                  <a:lnTo>
                    <a:pt x="17970" y="52"/>
                  </a:lnTo>
                  <a:lnTo>
                    <a:pt x="16922" y="77"/>
                  </a:lnTo>
                  <a:lnTo>
                    <a:pt x="15901" y="129"/>
                  </a:lnTo>
                  <a:lnTo>
                    <a:pt x="14892" y="180"/>
                  </a:lnTo>
                  <a:lnTo>
                    <a:pt x="13908" y="231"/>
                  </a:lnTo>
                  <a:lnTo>
                    <a:pt x="12951" y="307"/>
                  </a:lnTo>
                  <a:lnTo>
                    <a:pt x="12006" y="384"/>
                  </a:lnTo>
                  <a:lnTo>
                    <a:pt x="11099" y="461"/>
                  </a:lnTo>
                  <a:lnTo>
                    <a:pt x="10205" y="550"/>
                  </a:lnTo>
                  <a:lnTo>
                    <a:pt x="9349" y="652"/>
                  </a:lnTo>
                  <a:lnTo>
                    <a:pt x="8519" y="754"/>
                  </a:lnTo>
                  <a:lnTo>
                    <a:pt x="7714" y="869"/>
                  </a:lnTo>
                  <a:lnTo>
                    <a:pt x="6948" y="984"/>
                  </a:lnTo>
                  <a:lnTo>
                    <a:pt x="6207" y="1112"/>
                  </a:lnTo>
                  <a:lnTo>
                    <a:pt x="5505" y="1252"/>
                  </a:lnTo>
                  <a:lnTo>
                    <a:pt x="4841" y="1380"/>
                  </a:lnTo>
                  <a:lnTo>
                    <a:pt x="4215" y="1521"/>
                  </a:lnTo>
                  <a:lnTo>
                    <a:pt x="3615" y="1674"/>
                  </a:lnTo>
                  <a:lnTo>
                    <a:pt x="3066" y="1827"/>
                  </a:lnTo>
                  <a:lnTo>
                    <a:pt x="2555" y="1993"/>
                  </a:lnTo>
                  <a:lnTo>
                    <a:pt x="2095" y="2146"/>
                  </a:lnTo>
                  <a:lnTo>
                    <a:pt x="1661" y="2325"/>
                  </a:lnTo>
                  <a:lnTo>
                    <a:pt x="1291" y="2491"/>
                  </a:lnTo>
                  <a:lnTo>
                    <a:pt x="959" y="2670"/>
                  </a:lnTo>
                  <a:lnTo>
                    <a:pt x="665" y="2849"/>
                  </a:lnTo>
                  <a:lnTo>
                    <a:pt x="550" y="2938"/>
                  </a:lnTo>
                  <a:lnTo>
                    <a:pt x="435" y="3028"/>
                  </a:lnTo>
                  <a:lnTo>
                    <a:pt x="333" y="3130"/>
                  </a:lnTo>
                  <a:lnTo>
                    <a:pt x="243" y="3219"/>
                  </a:lnTo>
                  <a:lnTo>
                    <a:pt x="167" y="3309"/>
                  </a:lnTo>
                  <a:lnTo>
                    <a:pt x="116" y="3411"/>
                  </a:lnTo>
                  <a:lnTo>
                    <a:pt x="65" y="3500"/>
                  </a:lnTo>
                  <a:lnTo>
                    <a:pt x="26" y="3602"/>
                  </a:lnTo>
                  <a:lnTo>
                    <a:pt x="13" y="3692"/>
                  </a:lnTo>
                  <a:lnTo>
                    <a:pt x="1" y="3794"/>
                  </a:lnTo>
                  <a:lnTo>
                    <a:pt x="13" y="3896"/>
                  </a:lnTo>
                  <a:lnTo>
                    <a:pt x="26" y="3985"/>
                  </a:lnTo>
                  <a:lnTo>
                    <a:pt x="65" y="4088"/>
                  </a:lnTo>
                  <a:lnTo>
                    <a:pt x="116" y="4177"/>
                  </a:lnTo>
                  <a:lnTo>
                    <a:pt x="167" y="4279"/>
                  </a:lnTo>
                  <a:lnTo>
                    <a:pt x="243" y="4369"/>
                  </a:lnTo>
                  <a:lnTo>
                    <a:pt x="333" y="4471"/>
                  </a:lnTo>
                  <a:lnTo>
                    <a:pt x="435" y="4560"/>
                  </a:lnTo>
                  <a:lnTo>
                    <a:pt x="550" y="4650"/>
                  </a:lnTo>
                  <a:lnTo>
                    <a:pt x="665" y="4739"/>
                  </a:lnTo>
                  <a:lnTo>
                    <a:pt x="959" y="4918"/>
                  </a:lnTo>
                  <a:lnTo>
                    <a:pt x="1291" y="5097"/>
                  </a:lnTo>
                  <a:lnTo>
                    <a:pt x="1661" y="5275"/>
                  </a:lnTo>
                  <a:lnTo>
                    <a:pt x="2095" y="5441"/>
                  </a:lnTo>
                  <a:lnTo>
                    <a:pt x="2555" y="5595"/>
                  </a:lnTo>
                  <a:lnTo>
                    <a:pt x="3066" y="5761"/>
                  </a:lnTo>
                  <a:lnTo>
                    <a:pt x="3615" y="5914"/>
                  </a:lnTo>
                  <a:lnTo>
                    <a:pt x="4215" y="6067"/>
                  </a:lnTo>
                  <a:lnTo>
                    <a:pt x="4841" y="6208"/>
                  </a:lnTo>
                  <a:lnTo>
                    <a:pt x="5505" y="6348"/>
                  </a:lnTo>
                  <a:lnTo>
                    <a:pt x="6207" y="6476"/>
                  </a:lnTo>
                  <a:lnTo>
                    <a:pt x="6948" y="6604"/>
                  </a:lnTo>
                  <a:lnTo>
                    <a:pt x="7714" y="6718"/>
                  </a:lnTo>
                  <a:lnTo>
                    <a:pt x="8519" y="6833"/>
                  </a:lnTo>
                  <a:lnTo>
                    <a:pt x="9349" y="6936"/>
                  </a:lnTo>
                  <a:lnTo>
                    <a:pt x="10205" y="7038"/>
                  </a:lnTo>
                  <a:lnTo>
                    <a:pt x="11099" y="7127"/>
                  </a:lnTo>
                  <a:lnTo>
                    <a:pt x="12006" y="7217"/>
                  </a:lnTo>
                  <a:lnTo>
                    <a:pt x="12951" y="7280"/>
                  </a:lnTo>
                  <a:lnTo>
                    <a:pt x="13908" y="7357"/>
                  </a:lnTo>
                  <a:lnTo>
                    <a:pt x="14892" y="7408"/>
                  </a:lnTo>
                  <a:lnTo>
                    <a:pt x="15901" y="7459"/>
                  </a:lnTo>
                  <a:lnTo>
                    <a:pt x="16922" y="7510"/>
                  </a:lnTo>
                  <a:lnTo>
                    <a:pt x="17970" y="7536"/>
                  </a:lnTo>
                  <a:lnTo>
                    <a:pt x="19030" y="7561"/>
                  </a:lnTo>
                  <a:lnTo>
                    <a:pt x="20102" y="7574"/>
                  </a:lnTo>
                  <a:lnTo>
                    <a:pt x="21201" y="7587"/>
                  </a:lnTo>
                  <a:lnTo>
                    <a:pt x="22286" y="7574"/>
                  </a:lnTo>
                  <a:lnTo>
                    <a:pt x="23359" y="7561"/>
                  </a:lnTo>
                  <a:lnTo>
                    <a:pt x="24419" y="7536"/>
                  </a:lnTo>
                  <a:lnTo>
                    <a:pt x="25466" y="7510"/>
                  </a:lnTo>
                  <a:lnTo>
                    <a:pt x="26488" y="7459"/>
                  </a:lnTo>
                  <a:lnTo>
                    <a:pt x="27497" y="7408"/>
                  </a:lnTo>
                  <a:lnTo>
                    <a:pt x="28480" y="7357"/>
                  </a:lnTo>
                  <a:lnTo>
                    <a:pt x="29451" y="7280"/>
                  </a:lnTo>
                  <a:lnTo>
                    <a:pt x="30383" y="7217"/>
                  </a:lnTo>
                  <a:lnTo>
                    <a:pt x="31303" y="7127"/>
                  </a:lnTo>
                  <a:lnTo>
                    <a:pt x="32184" y="7038"/>
                  </a:lnTo>
                  <a:lnTo>
                    <a:pt x="33052" y="6936"/>
                  </a:lnTo>
                  <a:lnTo>
                    <a:pt x="33883" y="6833"/>
                  </a:lnTo>
                  <a:lnTo>
                    <a:pt x="34674" y="6718"/>
                  </a:lnTo>
                  <a:lnTo>
                    <a:pt x="35453" y="6604"/>
                  </a:lnTo>
                  <a:lnTo>
                    <a:pt x="36181" y="6476"/>
                  </a:lnTo>
                  <a:lnTo>
                    <a:pt x="36884" y="6348"/>
                  </a:lnTo>
                  <a:lnTo>
                    <a:pt x="37548" y="6208"/>
                  </a:lnTo>
                  <a:lnTo>
                    <a:pt x="38186" y="6067"/>
                  </a:lnTo>
                  <a:lnTo>
                    <a:pt x="38774" y="5914"/>
                  </a:lnTo>
                  <a:lnTo>
                    <a:pt x="39323" y="5761"/>
                  </a:lnTo>
                  <a:lnTo>
                    <a:pt x="39834" y="5595"/>
                  </a:lnTo>
                  <a:lnTo>
                    <a:pt x="40306" y="5441"/>
                  </a:lnTo>
                  <a:lnTo>
                    <a:pt x="40728" y="5275"/>
                  </a:lnTo>
                  <a:lnTo>
                    <a:pt x="41111" y="5097"/>
                  </a:lnTo>
                  <a:lnTo>
                    <a:pt x="41443" y="4918"/>
                  </a:lnTo>
                  <a:lnTo>
                    <a:pt x="41724" y="4739"/>
                  </a:lnTo>
                  <a:lnTo>
                    <a:pt x="41852" y="4650"/>
                  </a:lnTo>
                  <a:lnTo>
                    <a:pt x="41967" y="4560"/>
                  </a:lnTo>
                  <a:lnTo>
                    <a:pt x="42056" y="4471"/>
                  </a:lnTo>
                  <a:lnTo>
                    <a:pt x="42146" y="4369"/>
                  </a:lnTo>
                  <a:lnTo>
                    <a:pt x="42222" y="4279"/>
                  </a:lnTo>
                  <a:lnTo>
                    <a:pt x="42286" y="4177"/>
                  </a:lnTo>
                  <a:lnTo>
                    <a:pt x="42324" y="4088"/>
                  </a:lnTo>
                  <a:lnTo>
                    <a:pt x="42363" y="3985"/>
                  </a:lnTo>
                  <a:lnTo>
                    <a:pt x="42388" y="3896"/>
                  </a:lnTo>
                  <a:lnTo>
                    <a:pt x="42388" y="3794"/>
                  </a:lnTo>
                  <a:lnTo>
                    <a:pt x="42388" y="3692"/>
                  </a:lnTo>
                  <a:lnTo>
                    <a:pt x="42363" y="3602"/>
                  </a:lnTo>
                  <a:lnTo>
                    <a:pt x="42324" y="3500"/>
                  </a:lnTo>
                  <a:lnTo>
                    <a:pt x="42286" y="3411"/>
                  </a:lnTo>
                  <a:lnTo>
                    <a:pt x="42222" y="3309"/>
                  </a:lnTo>
                  <a:lnTo>
                    <a:pt x="42146" y="3219"/>
                  </a:lnTo>
                  <a:lnTo>
                    <a:pt x="42056" y="3130"/>
                  </a:lnTo>
                  <a:lnTo>
                    <a:pt x="41967" y="3028"/>
                  </a:lnTo>
                  <a:lnTo>
                    <a:pt x="41852" y="2938"/>
                  </a:lnTo>
                  <a:lnTo>
                    <a:pt x="41724" y="2849"/>
                  </a:lnTo>
                  <a:lnTo>
                    <a:pt x="41443" y="2670"/>
                  </a:lnTo>
                  <a:lnTo>
                    <a:pt x="41111" y="2491"/>
                  </a:lnTo>
                  <a:lnTo>
                    <a:pt x="40728" y="2325"/>
                  </a:lnTo>
                  <a:lnTo>
                    <a:pt x="40306" y="2146"/>
                  </a:lnTo>
                  <a:lnTo>
                    <a:pt x="39834" y="1993"/>
                  </a:lnTo>
                  <a:lnTo>
                    <a:pt x="39323" y="1827"/>
                  </a:lnTo>
                  <a:lnTo>
                    <a:pt x="38774" y="1674"/>
                  </a:lnTo>
                  <a:lnTo>
                    <a:pt x="38186" y="1521"/>
                  </a:lnTo>
                  <a:lnTo>
                    <a:pt x="37548" y="1380"/>
                  </a:lnTo>
                  <a:lnTo>
                    <a:pt x="36884" y="1252"/>
                  </a:lnTo>
                  <a:lnTo>
                    <a:pt x="36181" y="1112"/>
                  </a:lnTo>
                  <a:lnTo>
                    <a:pt x="35453" y="984"/>
                  </a:lnTo>
                  <a:lnTo>
                    <a:pt x="34674" y="869"/>
                  </a:lnTo>
                  <a:lnTo>
                    <a:pt x="33883" y="754"/>
                  </a:lnTo>
                  <a:lnTo>
                    <a:pt x="33052" y="652"/>
                  </a:lnTo>
                  <a:lnTo>
                    <a:pt x="32184" y="550"/>
                  </a:lnTo>
                  <a:lnTo>
                    <a:pt x="31303" y="461"/>
                  </a:lnTo>
                  <a:lnTo>
                    <a:pt x="30383" y="384"/>
                  </a:lnTo>
                  <a:lnTo>
                    <a:pt x="29451" y="307"/>
                  </a:lnTo>
                  <a:lnTo>
                    <a:pt x="28480" y="231"/>
                  </a:lnTo>
                  <a:lnTo>
                    <a:pt x="27497" y="180"/>
                  </a:lnTo>
                  <a:lnTo>
                    <a:pt x="26488" y="129"/>
                  </a:lnTo>
                  <a:lnTo>
                    <a:pt x="25466" y="77"/>
                  </a:lnTo>
                  <a:lnTo>
                    <a:pt x="24419" y="52"/>
                  </a:lnTo>
                  <a:lnTo>
                    <a:pt x="23359" y="26"/>
                  </a:lnTo>
                  <a:lnTo>
                    <a:pt x="22286" y="14"/>
                  </a:lnTo>
                  <a:lnTo>
                    <a:pt x="21201" y="1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2706740" y="3686733"/>
              <a:ext cx="609226" cy="83397"/>
            </a:xfrm>
            <a:custGeom>
              <a:avLst/>
              <a:gdLst/>
              <a:ahLst/>
              <a:cxnLst/>
              <a:rect l="l" t="t" r="r" b="b"/>
              <a:pathLst>
                <a:path w="41150" h="5633" extrusionOk="0">
                  <a:moveTo>
                    <a:pt x="19949" y="1"/>
                  </a:moveTo>
                  <a:lnTo>
                    <a:pt x="18238" y="14"/>
                  </a:lnTo>
                  <a:lnTo>
                    <a:pt x="16577" y="52"/>
                  </a:lnTo>
                  <a:lnTo>
                    <a:pt x="14943" y="116"/>
                  </a:lnTo>
                  <a:lnTo>
                    <a:pt x="13372" y="192"/>
                  </a:lnTo>
                  <a:lnTo>
                    <a:pt x="11839" y="295"/>
                  </a:lnTo>
                  <a:lnTo>
                    <a:pt x="10371" y="410"/>
                  </a:lnTo>
                  <a:lnTo>
                    <a:pt x="8966" y="550"/>
                  </a:lnTo>
                  <a:lnTo>
                    <a:pt x="7625" y="716"/>
                  </a:lnTo>
                  <a:lnTo>
                    <a:pt x="6361" y="882"/>
                  </a:lnTo>
                  <a:lnTo>
                    <a:pt x="5173" y="1074"/>
                  </a:lnTo>
                  <a:lnTo>
                    <a:pt x="4074" y="1278"/>
                  </a:lnTo>
                  <a:lnTo>
                    <a:pt x="3551" y="1393"/>
                  </a:lnTo>
                  <a:lnTo>
                    <a:pt x="3066" y="1508"/>
                  </a:lnTo>
                  <a:lnTo>
                    <a:pt x="2593" y="1623"/>
                  </a:lnTo>
                  <a:lnTo>
                    <a:pt x="2146" y="1738"/>
                  </a:lnTo>
                  <a:lnTo>
                    <a:pt x="1725" y="1865"/>
                  </a:lnTo>
                  <a:lnTo>
                    <a:pt x="1316" y="1980"/>
                  </a:lnTo>
                  <a:lnTo>
                    <a:pt x="946" y="2108"/>
                  </a:lnTo>
                  <a:lnTo>
                    <a:pt x="601" y="2249"/>
                  </a:lnTo>
                  <a:lnTo>
                    <a:pt x="281" y="2376"/>
                  </a:lnTo>
                  <a:lnTo>
                    <a:pt x="0" y="2517"/>
                  </a:lnTo>
                  <a:lnTo>
                    <a:pt x="0" y="2517"/>
                  </a:lnTo>
                  <a:lnTo>
                    <a:pt x="716" y="2300"/>
                  </a:lnTo>
                  <a:lnTo>
                    <a:pt x="1507" y="2095"/>
                  </a:lnTo>
                  <a:lnTo>
                    <a:pt x="2363" y="1904"/>
                  </a:lnTo>
                  <a:lnTo>
                    <a:pt x="3295" y="1712"/>
                  </a:lnTo>
                  <a:lnTo>
                    <a:pt x="4292" y="1546"/>
                  </a:lnTo>
                  <a:lnTo>
                    <a:pt x="5352" y="1380"/>
                  </a:lnTo>
                  <a:lnTo>
                    <a:pt x="6463" y="1240"/>
                  </a:lnTo>
                  <a:lnTo>
                    <a:pt x="7625" y="1099"/>
                  </a:lnTo>
                  <a:lnTo>
                    <a:pt x="8851" y="984"/>
                  </a:lnTo>
                  <a:lnTo>
                    <a:pt x="10115" y="869"/>
                  </a:lnTo>
                  <a:lnTo>
                    <a:pt x="11431" y="780"/>
                  </a:lnTo>
                  <a:lnTo>
                    <a:pt x="12784" y="703"/>
                  </a:lnTo>
                  <a:lnTo>
                    <a:pt x="14164" y="639"/>
                  </a:lnTo>
                  <a:lnTo>
                    <a:pt x="15594" y="601"/>
                  </a:lnTo>
                  <a:lnTo>
                    <a:pt x="17050" y="576"/>
                  </a:lnTo>
                  <a:lnTo>
                    <a:pt x="18531" y="563"/>
                  </a:lnTo>
                  <a:lnTo>
                    <a:pt x="19617" y="563"/>
                  </a:lnTo>
                  <a:lnTo>
                    <a:pt x="20690" y="588"/>
                  </a:lnTo>
                  <a:lnTo>
                    <a:pt x="21750" y="601"/>
                  </a:lnTo>
                  <a:lnTo>
                    <a:pt x="22797" y="639"/>
                  </a:lnTo>
                  <a:lnTo>
                    <a:pt x="23819" y="678"/>
                  </a:lnTo>
                  <a:lnTo>
                    <a:pt x="24828" y="729"/>
                  </a:lnTo>
                  <a:lnTo>
                    <a:pt x="25811" y="793"/>
                  </a:lnTo>
                  <a:lnTo>
                    <a:pt x="26782" y="856"/>
                  </a:lnTo>
                  <a:lnTo>
                    <a:pt x="27714" y="933"/>
                  </a:lnTo>
                  <a:lnTo>
                    <a:pt x="28633" y="1023"/>
                  </a:lnTo>
                  <a:lnTo>
                    <a:pt x="29515" y="1112"/>
                  </a:lnTo>
                  <a:lnTo>
                    <a:pt x="30383" y="1214"/>
                  </a:lnTo>
                  <a:lnTo>
                    <a:pt x="31213" y="1316"/>
                  </a:lnTo>
                  <a:lnTo>
                    <a:pt x="32005" y="1431"/>
                  </a:lnTo>
                  <a:lnTo>
                    <a:pt x="32784" y="1546"/>
                  </a:lnTo>
                  <a:lnTo>
                    <a:pt x="33512" y="1674"/>
                  </a:lnTo>
                  <a:lnTo>
                    <a:pt x="34214" y="1802"/>
                  </a:lnTo>
                  <a:lnTo>
                    <a:pt x="34879" y="1942"/>
                  </a:lnTo>
                  <a:lnTo>
                    <a:pt x="35517" y="2083"/>
                  </a:lnTo>
                  <a:lnTo>
                    <a:pt x="36105" y="2236"/>
                  </a:lnTo>
                  <a:lnTo>
                    <a:pt x="36654" y="2389"/>
                  </a:lnTo>
                  <a:lnTo>
                    <a:pt x="37165" y="2542"/>
                  </a:lnTo>
                  <a:lnTo>
                    <a:pt x="37637" y="2708"/>
                  </a:lnTo>
                  <a:lnTo>
                    <a:pt x="38059" y="2874"/>
                  </a:lnTo>
                  <a:lnTo>
                    <a:pt x="38442" y="3053"/>
                  </a:lnTo>
                  <a:lnTo>
                    <a:pt x="38774" y="3232"/>
                  </a:lnTo>
                  <a:lnTo>
                    <a:pt x="39055" y="3411"/>
                  </a:lnTo>
                  <a:lnTo>
                    <a:pt x="39182" y="3500"/>
                  </a:lnTo>
                  <a:lnTo>
                    <a:pt x="39297" y="3590"/>
                  </a:lnTo>
                  <a:lnTo>
                    <a:pt x="39387" y="3679"/>
                  </a:lnTo>
                  <a:lnTo>
                    <a:pt x="39476" y="3781"/>
                  </a:lnTo>
                  <a:lnTo>
                    <a:pt x="39553" y="3871"/>
                  </a:lnTo>
                  <a:lnTo>
                    <a:pt x="39617" y="3960"/>
                  </a:lnTo>
                  <a:lnTo>
                    <a:pt x="39655" y="4062"/>
                  </a:lnTo>
                  <a:lnTo>
                    <a:pt x="39693" y="4164"/>
                  </a:lnTo>
                  <a:lnTo>
                    <a:pt x="39719" y="4254"/>
                  </a:lnTo>
                  <a:lnTo>
                    <a:pt x="39719" y="4356"/>
                  </a:lnTo>
                  <a:lnTo>
                    <a:pt x="39719" y="4432"/>
                  </a:lnTo>
                  <a:lnTo>
                    <a:pt x="39706" y="4522"/>
                  </a:lnTo>
                  <a:lnTo>
                    <a:pt x="39680" y="4598"/>
                  </a:lnTo>
                  <a:lnTo>
                    <a:pt x="39642" y="4688"/>
                  </a:lnTo>
                  <a:lnTo>
                    <a:pt x="39591" y="4764"/>
                  </a:lnTo>
                  <a:lnTo>
                    <a:pt x="39540" y="4854"/>
                  </a:lnTo>
                  <a:lnTo>
                    <a:pt x="39400" y="5007"/>
                  </a:lnTo>
                  <a:lnTo>
                    <a:pt x="39221" y="5173"/>
                  </a:lnTo>
                  <a:lnTo>
                    <a:pt x="39016" y="5326"/>
                  </a:lnTo>
                  <a:lnTo>
                    <a:pt x="38761" y="5480"/>
                  </a:lnTo>
                  <a:lnTo>
                    <a:pt x="38480" y="5633"/>
                  </a:lnTo>
                  <a:lnTo>
                    <a:pt x="38480" y="5633"/>
                  </a:lnTo>
                  <a:lnTo>
                    <a:pt x="39080" y="5429"/>
                  </a:lnTo>
                  <a:lnTo>
                    <a:pt x="39361" y="5314"/>
                  </a:lnTo>
                  <a:lnTo>
                    <a:pt x="39617" y="5211"/>
                  </a:lnTo>
                  <a:lnTo>
                    <a:pt x="39846" y="5097"/>
                  </a:lnTo>
                  <a:lnTo>
                    <a:pt x="40064" y="4994"/>
                  </a:lnTo>
                  <a:lnTo>
                    <a:pt x="40268" y="4879"/>
                  </a:lnTo>
                  <a:lnTo>
                    <a:pt x="40447" y="4764"/>
                  </a:lnTo>
                  <a:lnTo>
                    <a:pt x="40613" y="4650"/>
                  </a:lnTo>
                  <a:lnTo>
                    <a:pt x="40753" y="4522"/>
                  </a:lnTo>
                  <a:lnTo>
                    <a:pt x="40868" y="4407"/>
                  </a:lnTo>
                  <a:lnTo>
                    <a:pt x="40970" y="4292"/>
                  </a:lnTo>
                  <a:lnTo>
                    <a:pt x="41047" y="4164"/>
                  </a:lnTo>
                  <a:lnTo>
                    <a:pt x="41098" y="4037"/>
                  </a:lnTo>
                  <a:lnTo>
                    <a:pt x="41136" y="3922"/>
                  </a:lnTo>
                  <a:lnTo>
                    <a:pt x="41149" y="3794"/>
                  </a:lnTo>
                  <a:lnTo>
                    <a:pt x="41136" y="3692"/>
                  </a:lnTo>
                  <a:lnTo>
                    <a:pt x="41111" y="3602"/>
                  </a:lnTo>
                  <a:lnTo>
                    <a:pt x="41085" y="3500"/>
                  </a:lnTo>
                  <a:lnTo>
                    <a:pt x="41034" y="3411"/>
                  </a:lnTo>
                  <a:lnTo>
                    <a:pt x="40970" y="3309"/>
                  </a:lnTo>
                  <a:lnTo>
                    <a:pt x="40894" y="3219"/>
                  </a:lnTo>
                  <a:lnTo>
                    <a:pt x="40817" y="3130"/>
                  </a:lnTo>
                  <a:lnTo>
                    <a:pt x="40715" y="3028"/>
                  </a:lnTo>
                  <a:lnTo>
                    <a:pt x="40600" y="2938"/>
                  </a:lnTo>
                  <a:lnTo>
                    <a:pt x="40472" y="2849"/>
                  </a:lnTo>
                  <a:lnTo>
                    <a:pt x="40191" y="2670"/>
                  </a:lnTo>
                  <a:lnTo>
                    <a:pt x="39859" y="2491"/>
                  </a:lnTo>
                  <a:lnTo>
                    <a:pt x="39476" y="2325"/>
                  </a:lnTo>
                  <a:lnTo>
                    <a:pt x="39055" y="2146"/>
                  </a:lnTo>
                  <a:lnTo>
                    <a:pt x="38582" y="1993"/>
                  </a:lnTo>
                  <a:lnTo>
                    <a:pt x="38071" y="1827"/>
                  </a:lnTo>
                  <a:lnTo>
                    <a:pt x="37522" y="1674"/>
                  </a:lnTo>
                  <a:lnTo>
                    <a:pt x="36935" y="1521"/>
                  </a:lnTo>
                  <a:lnTo>
                    <a:pt x="36309" y="1380"/>
                  </a:lnTo>
                  <a:lnTo>
                    <a:pt x="35632" y="1252"/>
                  </a:lnTo>
                  <a:lnTo>
                    <a:pt x="34930" y="1112"/>
                  </a:lnTo>
                  <a:lnTo>
                    <a:pt x="34202" y="984"/>
                  </a:lnTo>
                  <a:lnTo>
                    <a:pt x="33435" y="869"/>
                  </a:lnTo>
                  <a:lnTo>
                    <a:pt x="32631" y="754"/>
                  </a:lnTo>
                  <a:lnTo>
                    <a:pt x="31801" y="652"/>
                  </a:lnTo>
                  <a:lnTo>
                    <a:pt x="30945" y="550"/>
                  </a:lnTo>
                  <a:lnTo>
                    <a:pt x="30051" y="461"/>
                  </a:lnTo>
                  <a:lnTo>
                    <a:pt x="29131" y="384"/>
                  </a:lnTo>
                  <a:lnTo>
                    <a:pt x="28199" y="307"/>
                  </a:lnTo>
                  <a:lnTo>
                    <a:pt x="27241" y="231"/>
                  </a:lnTo>
                  <a:lnTo>
                    <a:pt x="26245" y="180"/>
                  </a:lnTo>
                  <a:lnTo>
                    <a:pt x="25249" y="129"/>
                  </a:lnTo>
                  <a:lnTo>
                    <a:pt x="24215" y="77"/>
                  </a:lnTo>
                  <a:lnTo>
                    <a:pt x="23180" y="52"/>
                  </a:lnTo>
                  <a:lnTo>
                    <a:pt x="22120" y="26"/>
                  </a:lnTo>
                  <a:lnTo>
                    <a:pt x="21035" y="14"/>
                  </a:lnTo>
                  <a:lnTo>
                    <a:pt x="19949" y="1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2915476" y="3717749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1" y="0"/>
                  </a:moveTo>
                  <a:lnTo>
                    <a:pt x="1" y="383"/>
                  </a:lnTo>
                  <a:lnTo>
                    <a:pt x="2325" y="383"/>
                  </a:lnTo>
                  <a:lnTo>
                    <a:pt x="3347" y="396"/>
                  </a:lnTo>
                  <a:lnTo>
                    <a:pt x="4254" y="409"/>
                  </a:lnTo>
                  <a:lnTo>
                    <a:pt x="5058" y="447"/>
                  </a:lnTo>
                  <a:lnTo>
                    <a:pt x="5748" y="511"/>
                  </a:lnTo>
                  <a:lnTo>
                    <a:pt x="6323" y="575"/>
                  </a:lnTo>
                  <a:lnTo>
                    <a:pt x="6578" y="626"/>
                  </a:lnTo>
                  <a:lnTo>
                    <a:pt x="6795" y="664"/>
                  </a:lnTo>
                  <a:lnTo>
                    <a:pt x="6987" y="715"/>
                  </a:lnTo>
                  <a:lnTo>
                    <a:pt x="7140" y="767"/>
                  </a:lnTo>
                  <a:lnTo>
                    <a:pt x="7268" y="830"/>
                  </a:lnTo>
                  <a:lnTo>
                    <a:pt x="7370" y="894"/>
                  </a:lnTo>
                  <a:lnTo>
                    <a:pt x="1" y="894"/>
                  </a:lnTo>
                  <a:lnTo>
                    <a:pt x="1" y="1188"/>
                  </a:lnTo>
                  <a:lnTo>
                    <a:pt x="7472" y="1188"/>
                  </a:lnTo>
                  <a:lnTo>
                    <a:pt x="7446" y="1226"/>
                  </a:lnTo>
                  <a:lnTo>
                    <a:pt x="7408" y="1252"/>
                  </a:lnTo>
                  <a:lnTo>
                    <a:pt x="7306" y="1329"/>
                  </a:lnTo>
                  <a:lnTo>
                    <a:pt x="7165" y="1392"/>
                  </a:lnTo>
                  <a:lnTo>
                    <a:pt x="6987" y="1456"/>
                  </a:lnTo>
                  <a:lnTo>
                    <a:pt x="6770" y="1520"/>
                  </a:lnTo>
                  <a:lnTo>
                    <a:pt x="6514" y="1571"/>
                  </a:lnTo>
                  <a:lnTo>
                    <a:pt x="6208" y="1622"/>
                  </a:lnTo>
                  <a:lnTo>
                    <a:pt x="5876" y="1673"/>
                  </a:lnTo>
                  <a:lnTo>
                    <a:pt x="5505" y="1712"/>
                  </a:lnTo>
                  <a:lnTo>
                    <a:pt x="5097" y="1750"/>
                  </a:lnTo>
                  <a:lnTo>
                    <a:pt x="4151" y="1801"/>
                  </a:lnTo>
                  <a:lnTo>
                    <a:pt x="3053" y="1839"/>
                  </a:lnTo>
                  <a:lnTo>
                    <a:pt x="1802" y="1852"/>
                  </a:lnTo>
                  <a:lnTo>
                    <a:pt x="1" y="1852"/>
                  </a:lnTo>
                  <a:lnTo>
                    <a:pt x="1" y="2210"/>
                  </a:lnTo>
                  <a:lnTo>
                    <a:pt x="2197" y="2644"/>
                  </a:lnTo>
                  <a:lnTo>
                    <a:pt x="4215" y="3053"/>
                  </a:lnTo>
                  <a:lnTo>
                    <a:pt x="6131" y="3449"/>
                  </a:lnTo>
                  <a:lnTo>
                    <a:pt x="8021" y="3857"/>
                  </a:lnTo>
                  <a:lnTo>
                    <a:pt x="11163" y="3857"/>
                  </a:lnTo>
                  <a:lnTo>
                    <a:pt x="9107" y="3410"/>
                  </a:lnTo>
                  <a:lnTo>
                    <a:pt x="7051" y="2976"/>
                  </a:lnTo>
                  <a:lnTo>
                    <a:pt x="5033" y="2567"/>
                  </a:lnTo>
                  <a:lnTo>
                    <a:pt x="3079" y="2184"/>
                  </a:lnTo>
                  <a:lnTo>
                    <a:pt x="3845" y="2171"/>
                  </a:lnTo>
                  <a:lnTo>
                    <a:pt x="4586" y="2159"/>
                  </a:lnTo>
                  <a:lnTo>
                    <a:pt x="5275" y="2133"/>
                  </a:lnTo>
                  <a:lnTo>
                    <a:pt x="5927" y="2108"/>
                  </a:lnTo>
                  <a:lnTo>
                    <a:pt x="6540" y="2056"/>
                  </a:lnTo>
                  <a:lnTo>
                    <a:pt x="7102" y="2018"/>
                  </a:lnTo>
                  <a:lnTo>
                    <a:pt x="7638" y="1967"/>
                  </a:lnTo>
                  <a:lnTo>
                    <a:pt x="8111" y="1903"/>
                  </a:lnTo>
                  <a:lnTo>
                    <a:pt x="8558" y="1827"/>
                  </a:lnTo>
                  <a:lnTo>
                    <a:pt x="8941" y="1763"/>
                  </a:lnTo>
                  <a:lnTo>
                    <a:pt x="9285" y="1673"/>
                  </a:lnTo>
                  <a:lnTo>
                    <a:pt x="9579" y="1584"/>
                  </a:lnTo>
                  <a:lnTo>
                    <a:pt x="9822" y="1495"/>
                  </a:lnTo>
                  <a:lnTo>
                    <a:pt x="10026" y="1392"/>
                  </a:lnTo>
                  <a:lnTo>
                    <a:pt x="10103" y="1341"/>
                  </a:lnTo>
                  <a:lnTo>
                    <a:pt x="10167" y="1290"/>
                  </a:lnTo>
                  <a:lnTo>
                    <a:pt x="10218" y="1239"/>
                  </a:lnTo>
                  <a:lnTo>
                    <a:pt x="10256" y="1188"/>
                  </a:lnTo>
                  <a:lnTo>
                    <a:pt x="13781" y="1188"/>
                  </a:lnTo>
                  <a:lnTo>
                    <a:pt x="13781" y="894"/>
                  </a:lnTo>
                  <a:lnTo>
                    <a:pt x="10218" y="894"/>
                  </a:lnTo>
                  <a:lnTo>
                    <a:pt x="10179" y="843"/>
                  </a:lnTo>
                  <a:lnTo>
                    <a:pt x="10128" y="792"/>
                  </a:lnTo>
                  <a:lnTo>
                    <a:pt x="9988" y="703"/>
                  </a:lnTo>
                  <a:lnTo>
                    <a:pt x="9809" y="613"/>
                  </a:lnTo>
                  <a:lnTo>
                    <a:pt x="9579" y="537"/>
                  </a:lnTo>
                  <a:lnTo>
                    <a:pt x="9337" y="473"/>
                  </a:lnTo>
                  <a:lnTo>
                    <a:pt x="9043" y="409"/>
                  </a:lnTo>
                  <a:lnTo>
                    <a:pt x="8724" y="345"/>
                  </a:lnTo>
                  <a:lnTo>
                    <a:pt x="8391" y="294"/>
                  </a:lnTo>
                  <a:lnTo>
                    <a:pt x="13781" y="294"/>
                  </a:lnTo>
                  <a:lnTo>
                    <a:pt x="13781" y="0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2629221" y="3646848"/>
              <a:ext cx="764071" cy="159776"/>
            </a:xfrm>
            <a:custGeom>
              <a:avLst/>
              <a:gdLst/>
              <a:ahLst/>
              <a:cxnLst/>
              <a:rect l="l" t="t" r="r" b="b"/>
              <a:pathLst>
                <a:path w="51609" h="10792" extrusionOk="0">
                  <a:moveTo>
                    <a:pt x="0" y="0"/>
                  </a:moveTo>
                  <a:lnTo>
                    <a:pt x="0" y="5390"/>
                  </a:lnTo>
                  <a:lnTo>
                    <a:pt x="13" y="5530"/>
                  </a:lnTo>
                  <a:lnTo>
                    <a:pt x="39" y="5671"/>
                  </a:lnTo>
                  <a:lnTo>
                    <a:pt x="77" y="5811"/>
                  </a:lnTo>
                  <a:lnTo>
                    <a:pt x="128" y="5951"/>
                  </a:lnTo>
                  <a:lnTo>
                    <a:pt x="205" y="6079"/>
                  </a:lnTo>
                  <a:lnTo>
                    <a:pt x="294" y="6220"/>
                  </a:lnTo>
                  <a:lnTo>
                    <a:pt x="396" y="6347"/>
                  </a:lnTo>
                  <a:lnTo>
                    <a:pt x="524" y="6488"/>
                  </a:lnTo>
                  <a:lnTo>
                    <a:pt x="664" y="6616"/>
                  </a:lnTo>
                  <a:lnTo>
                    <a:pt x="818" y="6743"/>
                  </a:lnTo>
                  <a:lnTo>
                    <a:pt x="984" y="6871"/>
                  </a:lnTo>
                  <a:lnTo>
                    <a:pt x="1162" y="6999"/>
                  </a:lnTo>
                  <a:lnTo>
                    <a:pt x="1354" y="7126"/>
                  </a:lnTo>
                  <a:lnTo>
                    <a:pt x="1571" y="7254"/>
                  </a:lnTo>
                  <a:lnTo>
                    <a:pt x="1788" y="7369"/>
                  </a:lnTo>
                  <a:lnTo>
                    <a:pt x="2031" y="7497"/>
                  </a:lnTo>
                  <a:lnTo>
                    <a:pt x="2542" y="7727"/>
                  </a:lnTo>
                  <a:lnTo>
                    <a:pt x="3116" y="7969"/>
                  </a:lnTo>
                  <a:lnTo>
                    <a:pt x="3729" y="8186"/>
                  </a:lnTo>
                  <a:lnTo>
                    <a:pt x="4406" y="8404"/>
                  </a:lnTo>
                  <a:lnTo>
                    <a:pt x="5122" y="8621"/>
                  </a:lnTo>
                  <a:lnTo>
                    <a:pt x="5888" y="8825"/>
                  </a:lnTo>
                  <a:lnTo>
                    <a:pt x="6705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387" y="9553"/>
                  </a:lnTo>
                  <a:lnTo>
                    <a:pt x="10370" y="9719"/>
                  </a:lnTo>
                  <a:lnTo>
                    <a:pt x="11379" y="9872"/>
                  </a:lnTo>
                  <a:lnTo>
                    <a:pt x="12427" y="10013"/>
                  </a:lnTo>
                  <a:lnTo>
                    <a:pt x="13499" y="10140"/>
                  </a:lnTo>
                  <a:lnTo>
                    <a:pt x="14623" y="10255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5" y="10549"/>
                  </a:lnTo>
                  <a:lnTo>
                    <a:pt x="19361" y="10613"/>
                  </a:lnTo>
                  <a:lnTo>
                    <a:pt x="20600" y="10677"/>
                  </a:lnTo>
                  <a:lnTo>
                    <a:pt x="21877" y="10728"/>
                  </a:lnTo>
                  <a:lnTo>
                    <a:pt x="23167" y="10753"/>
                  </a:lnTo>
                  <a:lnTo>
                    <a:pt x="24483" y="10779"/>
                  </a:lnTo>
                  <a:lnTo>
                    <a:pt x="25811" y="10792"/>
                  </a:lnTo>
                  <a:lnTo>
                    <a:pt x="27139" y="10779"/>
                  </a:lnTo>
                  <a:lnTo>
                    <a:pt x="28442" y="10753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0" y="10613"/>
                  </a:lnTo>
                  <a:lnTo>
                    <a:pt x="33486" y="10549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8" y="10255"/>
                  </a:lnTo>
                  <a:lnTo>
                    <a:pt x="38109" y="10140"/>
                  </a:lnTo>
                  <a:lnTo>
                    <a:pt x="39182" y="10013"/>
                  </a:lnTo>
                  <a:lnTo>
                    <a:pt x="40229" y="9872"/>
                  </a:lnTo>
                  <a:lnTo>
                    <a:pt x="41251" y="9719"/>
                  </a:lnTo>
                  <a:lnTo>
                    <a:pt x="42222" y="9553"/>
                  </a:lnTo>
                  <a:lnTo>
                    <a:pt x="43154" y="9387"/>
                  </a:lnTo>
                  <a:lnTo>
                    <a:pt x="44061" y="9208"/>
                  </a:lnTo>
                  <a:lnTo>
                    <a:pt x="44904" y="9017"/>
                  </a:lnTo>
                  <a:lnTo>
                    <a:pt x="45721" y="8825"/>
                  </a:lnTo>
                  <a:lnTo>
                    <a:pt x="46487" y="8621"/>
                  </a:lnTo>
                  <a:lnTo>
                    <a:pt x="47203" y="8404"/>
                  </a:lnTo>
                  <a:lnTo>
                    <a:pt x="47879" y="8186"/>
                  </a:lnTo>
                  <a:lnTo>
                    <a:pt x="48505" y="7969"/>
                  </a:lnTo>
                  <a:lnTo>
                    <a:pt x="49067" y="7727"/>
                  </a:lnTo>
                  <a:lnTo>
                    <a:pt x="49591" y="7497"/>
                  </a:lnTo>
                  <a:lnTo>
                    <a:pt x="49821" y="7369"/>
                  </a:lnTo>
                  <a:lnTo>
                    <a:pt x="50050" y="7254"/>
                  </a:lnTo>
                  <a:lnTo>
                    <a:pt x="50255" y="7126"/>
                  </a:lnTo>
                  <a:lnTo>
                    <a:pt x="50459" y="6999"/>
                  </a:lnTo>
                  <a:lnTo>
                    <a:pt x="50638" y="6871"/>
                  </a:lnTo>
                  <a:lnTo>
                    <a:pt x="50804" y="6743"/>
                  </a:lnTo>
                  <a:lnTo>
                    <a:pt x="50957" y="6616"/>
                  </a:lnTo>
                  <a:lnTo>
                    <a:pt x="51085" y="6488"/>
                  </a:lnTo>
                  <a:lnTo>
                    <a:pt x="51213" y="6347"/>
                  </a:lnTo>
                  <a:lnTo>
                    <a:pt x="51315" y="6220"/>
                  </a:lnTo>
                  <a:lnTo>
                    <a:pt x="51404" y="6079"/>
                  </a:lnTo>
                  <a:lnTo>
                    <a:pt x="51481" y="5951"/>
                  </a:lnTo>
                  <a:lnTo>
                    <a:pt x="51545" y="5811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09" y="5390"/>
                  </a:lnTo>
                  <a:lnTo>
                    <a:pt x="51609" y="0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2629221" y="3567049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24483" y="1"/>
                  </a:moveTo>
                  <a:lnTo>
                    <a:pt x="23167" y="26"/>
                  </a:lnTo>
                  <a:lnTo>
                    <a:pt x="21877" y="65"/>
                  </a:lnTo>
                  <a:lnTo>
                    <a:pt x="20600" y="103"/>
                  </a:lnTo>
                  <a:lnTo>
                    <a:pt x="19361" y="167"/>
                  </a:lnTo>
                  <a:lnTo>
                    <a:pt x="18135" y="243"/>
                  </a:lnTo>
                  <a:lnTo>
                    <a:pt x="16935" y="333"/>
                  </a:lnTo>
                  <a:lnTo>
                    <a:pt x="15760" y="422"/>
                  </a:lnTo>
                  <a:lnTo>
                    <a:pt x="14623" y="537"/>
                  </a:lnTo>
                  <a:lnTo>
                    <a:pt x="13499" y="652"/>
                  </a:lnTo>
                  <a:lnTo>
                    <a:pt x="12427" y="780"/>
                  </a:lnTo>
                  <a:lnTo>
                    <a:pt x="11379" y="920"/>
                  </a:lnTo>
                  <a:lnTo>
                    <a:pt x="10370" y="1073"/>
                  </a:lnTo>
                  <a:lnTo>
                    <a:pt x="9387" y="1227"/>
                  </a:lnTo>
                  <a:lnTo>
                    <a:pt x="8455" y="1405"/>
                  </a:lnTo>
                  <a:lnTo>
                    <a:pt x="7561" y="1584"/>
                  </a:lnTo>
                  <a:lnTo>
                    <a:pt x="6705" y="1763"/>
                  </a:lnTo>
                  <a:lnTo>
                    <a:pt x="5888" y="1967"/>
                  </a:lnTo>
                  <a:lnTo>
                    <a:pt x="5122" y="2172"/>
                  </a:lnTo>
                  <a:lnTo>
                    <a:pt x="4406" y="2376"/>
                  </a:lnTo>
                  <a:lnTo>
                    <a:pt x="3729" y="2593"/>
                  </a:lnTo>
                  <a:lnTo>
                    <a:pt x="3116" y="2823"/>
                  </a:lnTo>
                  <a:lnTo>
                    <a:pt x="2542" y="3053"/>
                  </a:lnTo>
                  <a:lnTo>
                    <a:pt x="2031" y="3296"/>
                  </a:lnTo>
                  <a:lnTo>
                    <a:pt x="1788" y="3411"/>
                  </a:lnTo>
                  <a:lnTo>
                    <a:pt x="1571" y="3538"/>
                  </a:lnTo>
                  <a:lnTo>
                    <a:pt x="1354" y="3666"/>
                  </a:lnTo>
                  <a:lnTo>
                    <a:pt x="1162" y="3794"/>
                  </a:lnTo>
                  <a:lnTo>
                    <a:pt x="984" y="3921"/>
                  </a:lnTo>
                  <a:lnTo>
                    <a:pt x="818" y="4049"/>
                  </a:lnTo>
                  <a:lnTo>
                    <a:pt x="664" y="4177"/>
                  </a:lnTo>
                  <a:lnTo>
                    <a:pt x="524" y="4305"/>
                  </a:lnTo>
                  <a:lnTo>
                    <a:pt x="396" y="4432"/>
                  </a:lnTo>
                  <a:lnTo>
                    <a:pt x="294" y="4573"/>
                  </a:lnTo>
                  <a:lnTo>
                    <a:pt x="205" y="4700"/>
                  </a:lnTo>
                  <a:lnTo>
                    <a:pt x="128" y="4841"/>
                  </a:lnTo>
                  <a:lnTo>
                    <a:pt x="77" y="4981"/>
                  </a:lnTo>
                  <a:lnTo>
                    <a:pt x="39" y="5109"/>
                  </a:lnTo>
                  <a:lnTo>
                    <a:pt x="13" y="5250"/>
                  </a:lnTo>
                  <a:lnTo>
                    <a:pt x="0" y="5390"/>
                  </a:lnTo>
                  <a:lnTo>
                    <a:pt x="13" y="5531"/>
                  </a:lnTo>
                  <a:lnTo>
                    <a:pt x="39" y="5671"/>
                  </a:lnTo>
                  <a:lnTo>
                    <a:pt x="77" y="5812"/>
                  </a:lnTo>
                  <a:lnTo>
                    <a:pt x="128" y="5939"/>
                  </a:lnTo>
                  <a:lnTo>
                    <a:pt x="205" y="6080"/>
                  </a:lnTo>
                  <a:lnTo>
                    <a:pt x="294" y="6207"/>
                  </a:lnTo>
                  <a:lnTo>
                    <a:pt x="396" y="6348"/>
                  </a:lnTo>
                  <a:lnTo>
                    <a:pt x="524" y="6476"/>
                  </a:lnTo>
                  <a:lnTo>
                    <a:pt x="664" y="6616"/>
                  </a:lnTo>
                  <a:lnTo>
                    <a:pt x="818" y="6744"/>
                  </a:lnTo>
                  <a:lnTo>
                    <a:pt x="984" y="6872"/>
                  </a:lnTo>
                  <a:lnTo>
                    <a:pt x="1162" y="6999"/>
                  </a:lnTo>
                  <a:lnTo>
                    <a:pt x="1354" y="7127"/>
                  </a:lnTo>
                  <a:lnTo>
                    <a:pt x="1571" y="7242"/>
                  </a:lnTo>
                  <a:lnTo>
                    <a:pt x="1788" y="7370"/>
                  </a:lnTo>
                  <a:lnTo>
                    <a:pt x="2031" y="7497"/>
                  </a:lnTo>
                  <a:lnTo>
                    <a:pt x="2542" y="7727"/>
                  </a:lnTo>
                  <a:lnTo>
                    <a:pt x="3116" y="7957"/>
                  </a:lnTo>
                  <a:lnTo>
                    <a:pt x="3729" y="8187"/>
                  </a:lnTo>
                  <a:lnTo>
                    <a:pt x="4406" y="8404"/>
                  </a:lnTo>
                  <a:lnTo>
                    <a:pt x="5122" y="8621"/>
                  </a:lnTo>
                  <a:lnTo>
                    <a:pt x="5888" y="8826"/>
                  </a:lnTo>
                  <a:lnTo>
                    <a:pt x="6705" y="9017"/>
                  </a:lnTo>
                  <a:lnTo>
                    <a:pt x="7561" y="9209"/>
                  </a:lnTo>
                  <a:lnTo>
                    <a:pt x="8455" y="9387"/>
                  </a:lnTo>
                  <a:lnTo>
                    <a:pt x="9387" y="9554"/>
                  </a:lnTo>
                  <a:lnTo>
                    <a:pt x="10370" y="9720"/>
                  </a:lnTo>
                  <a:lnTo>
                    <a:pt x="11379" y="9860"/>
                  </a:lnTo>
                  <a:lnTo>
                    <a:pt x="12427" y="10001"/>
                  </a:lnTo>
                  <a:lnTo>
                    <a:pt x="13499" y="10128"/>
                  </a:lnTo>
                  <a:lnTo>
                    <a:pt x="14623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5" y="10537"/>
                  </a:lnTo>
                  <a:lnTo>
                    <a:pt x="19361" y="10614"/>
                  </a:lnTo>
                  <a:lnTo>
                    <a:pt x="20600" y="10677"/>
                  </a:lnTo>
                  <a:lnTo>
                    <a:pt x="21877" y="10728"/>
                  </a:lnTo>
                  <a:lnTo>
                    <a:pt x="23167" y="10754"/>
                  </a:lnTo>
                  <a:lnTo>
                    <a:pt x="24483" y="10780"/>
                  </a:lnTo>
                  <a:lnTo>
                    <a:pt x="27139" y="10780"/>
                  </a:lnTo>
                  <a:lnTo>
                    <a:pt x="28442" y="10754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0" y="10614"/>
                  </a:lnTo>
                  <a:lnTo>
                    <a:pt x="33486" y="10537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8" y="10256"/>
                  </a:lnTo>
                  <a:lnTo>
                    <a:pt x="38109" y="10128"/>
                  </a:lnTo>
                  <a:lnTo>
                    <a:pt x="39182" y="10001"/>
                  </a:lnTo>
                  <a:lnTo>
                    <a:pt x="40229" y="9860"/>
                  </a:lnTo>
                  <a:lnTo>
                    <a:pt x="41251" y="9720"/>
                  </a:lnTo>
                  <a:lnTo>
                    <a:pt x="42222" y="9554"/>
                  </a:lnTo>
                  <a:lnTo>
                    <a:pt x="43154" y="9387"/>
                  </a:lnTo>
                  <a:lnTo>
                    <a:pt x="44061" y="9209"/>
                  </a:lnTo>
                  <a:lnTo>
                    <a:pt x="44904" y="9017"/>
                  </a:lnTo>
                  <a:lnTo>
                    <a:pt x="45721" y="8826"/>
                  </a:lnTo>
                  <a:lnTo>
                    <a:pt x="46487" y="8621"/>
                  </a:lnTo>
                  <a:lnTo>
                    <a:pt x="47203" y="8404"/>
                  </a:lnTo>
                  <a:lnTo>
                    <a:pt x="47879" y="8187"/>
                  </a:lnTo>
                  <a:lnTo>
                    <a:pt x="48505" y="7957"/>
                  </a:lnTo>
                  <a:lnTo>
                    <a:pt x="49067" y="7727"/>
                  </a:lnTo>
                  <a:lnTo>
                    <a:pt x="49591" y="7497"/>
                  </a:lnTo>
                  <a:lnTo>
                    <a:pt x="49821" y="7370"/>
                  </a:lnTo>
                  <a:lnTo>
                    <a:pt x="50050" y="7242"/>
                  </a:lnTo>
                  <a:lnTo>
                    <a:pt x="50255" y="7127"/>
                  </a:lnTo>
                  <a:lnTo>
                    <a:pt x="50459" y="6999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7" y="6616"/>
                  </a:lnTo>
                  <a:lnTo>
                    <a:pt x="51085" y="6476"/>
                  </a:lnTo>
                  <a:lnTo>
                    <a:pt x="51213" y="6348"/>
                  </a:lnTo>
                  <a:lnTo>
                    <a:pt x="51315" y="6207"/>
                  </a:lnTo>
                  <a:lnTo>
                    <a:pt x="51404" y="6080"/>
                  </a:lnTo>
                  <a:lnTo>
                    <a:pt x="51481" y="5939"/>
                  </a:lnTo>
                  <a:lnTo>
                    <a:pt x="51545" y="5812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09" y="5390"/>
                  </a:lnTo>
                  <a:lnTo>
                    <a:pt x="51609" y="5250"/>
                  </a:lnTo>
                  <a:lnTo>
                    <a:pt x="51583" y="5109"/>
                  </a:lnTo>
                  <a:lnTo>
                    <a:pt x="51545" y="4981"/>
                  </a:lnTo>
                  <a:lnTo>
                    <a:pt x="51481" y="4841"/>
                  </a:lnTo>
                  <a:lnTo>
                    <a:pt x="51404" y="4700"/>
                  </a:lnTo>
                  <a:lnTo>
                    <a:pt x="51315" y="4573"/>
                  </a:lnTo>
                  <a:lnTo>
                    <a:pt x="51213" y="4432"/>
                  </a:lnTo>
                  <a:lnTo>
                    <a:pt x="51085" y="4305"/>
                  </a:lnTo>
                  <a:lnTo>
                    <a:pt x="50957" y="4177"/>
                  </a:lnTo>
                  <a:lnTo>
                    <a:pt x="50804" y="4049"/>
                  </a:lnTo>
                  <a:lnTo>
                    <a:pt x="50638" y="3921"/>
                  </a:lnTo>
                  <a:lnTo>
                    <a:pt x="50459" y="3794"/>
                  </a:lnTo>
                  <a:lnTo>
                    <a:pt x="50255" y="3666"/>
                  </a:lnTo>
                  <a:lnTo>
                    <a:pt x="50050" y="3538"/>
                  </a:lnTo>
                  <a:lnTo>
                    <a:pt x="49821" y="3411"/>
                  </a:lnTo>
                  <a:lnTo>
                    <a:pt x="49591" y="3296"/>
                  </a:lnTo>
                  <a:lnTo>
                    <a:pt x="49067" y="3053"/>
                  </a:lnTo>
                  <a:lnTo>
                    <a:pt x="48505" y="2823"/>
                  </a:lnTo>
                  <a:lnTo>
                    <a:pt x="47879" y="2593"/>
                  </a:lnTo>
                  <a:lnTo>
                    <a:pt x="47203" y="2376"/>
                  </a:lnTo>
                  <a:lnTo>
                    <a:pt x="46487" y="2172"/>
                  </a:lnTo>
                  <a:lnTo>
                    <a:pt x="45721" y="1967"/>
                  </a:lnTo>
                  <a:lnTo>
                    <a:pt x="44904" y="1763"/>
                  </a:lnTo>
                  <a:lnTo>
                    <a:pt x="44061" y="1584"/>
                  </a:lnTo>
                  <a:lnTo>
                    <a:pt x="43154" y="1405"/>
                  </a:lnTo>
                  <a:lnTo>
                    <a:pt x="42222" y="1227"/>
                  </a:lnTo>
                  <a:lnTo>
                    <a:pt x="41251" y="1073"/>
                  </a:lnTo>
                  <a:lnTo>
                    <a:pt x="40229" y="920"/>
                  </a:lnTo>
                  <a:lnTo>
                    <a:pt x="39182" y="780"/>
                  </a:lnTo>
                  <a:lnTo>
                    <a:pt x="38109" y="652"/>
                  </a:lnTo>
                  <a:lnTo>
                    <a:pt x="36998" y="537"/>
                  </a:lnTo>
                  <a:lnTo>
                    <a:pt x="35849" y="422"/>
                  </a:lnTo>
                  <a:lnTo>
                    <a:pt x="34674" y="333"/>
                  </a:lnTo>
                  <a:lnTo>
                    <a:pt x="33486" y="243"/>
                  </a:lnTo>
                  <a:lnTo>
                    <a:pt x="32260" y="167"/>
                  </a:lnTo>
                  <a:lnTo>
                    <a:pt x="31009" y="103"/>
                  </a:lnTo>
                  <a:lnTo>
                    <a:pt x="29732" y="65"/>
                  </a:lnTo>
                  <a:lnTo>
                    <a:pt x="28442" y="26"/>
                  </a:lnTo>
                  <a:lnTo>
                    <a:pt x="27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2697472" y="3581232"/>
              <a:ext cx="627569" cy="112326"/>
            </a:xfrm>
            <a:custGeom>
              <a:avLst/>
              <a:gdLst/>
              <a:ahLst/>
              <a:cxnLst/>
              <a:rect l="l" t="t" r="r" b="b"/>
              <a:pathLst>
                <a:path w="42389" h="7587" extrusionOk="0">
                  <a:moveTo>
                    <a:pt x="21201" y="0"/>
                  </a:moveTo>
                  <a:lnTo>
                    <a:pt x="20102" y="13"/>
                  </a:lnTo>
                  <a:lnTo>
                    <a:pt x="19030" y="26"/>
                  </a:lnTo>
                  <a:lnTo>
                    <a:pt x="17970" y="52"/>
                  </a:lnTo>
                  <a:lnTo>
                    <a:pt x="16922" y="77"/>
                  </a:lnTo>
                  <a:lnTo>
                    <a:pt x="15901" y="128"/>
                  </a:lnTo>
                  <a:lnTo>
                    <a:pt x="14892" y="179"/>
                  </a:lnTo>
                  <a:lnTo>
                    <a:pt x="13908" y="230"/>
                  </a:lnTo>
                  <a:lnTo>
                    <a:pt x="12951" y="307"/>
                  </a:lnTo>
                  <a:lnTo>
                    <a:pt x="12006" y="384"/>
                  </a:lnTo>
                  <a:lnTo>
                    <a:pt x="11099" y="460"/>
                  </a:lnTo>
                  <a:lnTo>
                    <a:pt x="10205" y="550"/>
                  </a:lnTo>
                  <a:lnTo>
                    <a:pt x="9349" y="652"/>
                  </a:lnTo>
                  <a:lnTo>
                    <a:pt x="8519" y="754"/>
                  </a:lnTo>
                  <a:lnTo>
                    <a:pt x="7714" y="869"/>
                  </a:lnTo>
                  <a:lnTo>
                    <a:pt x="6948" y="984"/>
                  </a:lnTo>
                  <a:lnTo>
                    <a:pt x="6207" y="1112"/>
                  </a:lnTo>
                  <a:lnTo>
                    <a:pt x="5505" y="1252"/>
                  </a:lnTo>
                  <a:lnTo>
                    <a:pt x="4841" y="1380"/>
                  </a:lnTo>
                  <a:lnTo>
                    <a:pt x="4215" y="1533"/>
                  </a:lnTo>
                  <a:lnTo>
                    <a:pt x="3615" y="1674"/>
                  </a:lnTo>
                  <a:lnTo>
                    <a:pt x="3066" y="1827"/>
                  </a:lnTo>
                  <a:lnTo>
                    <a:pt x="2555" y="1993"/>
                  </a:lnTo>
                  <a:lnTo>
                    <a:pt x="2095" y="2146"/>
                  </a:lnTo>
                  <a:lnTo>
                    <a:pt x="1661" y="2325"/>
                  </a:lnTo>
                  <a:lnTo>
                    <a:pt x="1291" y="2491"/>
                  </a:lnTo>
                  <a:lnTo>
                    <a:pt x="959" y="2670"/>
                  </a:lnTo>
                  <a:lnTo>
                    <a:pt x="665" y="2848"/>
                  </a:lnTo>
                  <a:lnTo>
                    <a:pt x="550" y="2938"/>
                  </a:lnTo>
                  <a:lnTo>
                    <a:pt x="435" y="3027"/>
                  </a:lnTo>
                  <a:lnTo>
                    <a:pt x="333" y="3129"/>
                  </a:lnTo>
                  <a:lnTo>
                    <a:pt x="243" y="3219"/>
                  </a:lnTo>
                  <a:lnTo>
                    <a:pt x="167" y="3308"/>
                  </a:lnTo>
                  <a:lnTo>
                    <a:pt x="116" y="3410"/>
                  </a:lnTo>
                  <a:lnTo>
                    <a:pt x="65" y="3500"/>
                  </a:lnTo>
                  <a:lnTo>
                    <a:pt x="26" y="3602"/>
                  </a:lnTo>
                  <a:lnTo>
                    <a:pt x="13" y="3691"/>
                  </a:lnTo>
                  <a:lnTo>
                    <a:pt x="1" y="3794"/>
                  </a:lnTo>
                  <a:lnTo>
                    <a:pt x="13" y="3896"/>
                  </a:lnTo>
                  <a:lnTo>
                    <a:pt x="26" y="3985"/>
                  </a:lnTo>
                  <a:lnTo>
                    <a:pt x="65" y="4087"/>
                  </a:lnTo>
                  <a:lnTo>
                    <a:pt x="116" y="4177"/>
                  </a:lnTo>
                  <a:lnTo>
                    <a:pt x="167" y="4279"/>
                  </a:lnTo>
                  <a:lnTo>
                    <a:pt x="243" y="4368"/>
                  </a:lnTo>
                  <a:lnTo>
                    <a:pt x="333" y="4470"/>
                  </a:lnTo>
                  <a:lnTo>
                    <a:pt x="435" y="4560"/>
                  </a:lnTo>
                  <a:lnTo>
                    <a:pt x="550" y="4649"/>
                  </a:lnTo>
                  <a:lnTo>
                    <a:pt x="665" y="4739"/>
                  </a:lnTo>
                  <a:lnTo>
                    <a:pt x="959" y="4917"/>
                  </a:lnTo>
                  <a:lnTo>
                    <a:pt x="1291" y="5096"/>
                  </a:lnTo>
                  <a:lnTo>
                    <a:pt x="1661" y="5275"/>
                  </a:lnTo>
                  <a:lnTo>
                    <a:pt x="2095" y="5441"/>
                  </a:lnTo>
                  <a:lnTo>
                    <a:pt x="2555" y="5607"/>
                  </a:lnTo>
                  <a:lnTo>
                    <a:pt x="3066" y="5760"/>
                  </a:lnTo>
                  <a:lnTo>
                    <a:pt x="3615" y="5914"/>
                  </a:lnTo>
                  <a:lnTo>
                    <a:pt x="4215" y="6067"/>
                  </a:lnTo>
                  <a:lnTo>
                    <a:pt x="4841" y="6207"/>
                  </a:lnTo>
                  <a:lnTo>
                    <a:pt x="5505" y="6348"/>
                  </a:lnTo>
                  <a:lnTo>
                    <a:pt x="6207" y="6475"/>
                  </a:lnTo>
                  <a:lnTo>
                    <a:pt x="6948" y="6603"/>
                  </a:lnTo>
                  <a:lnTo>
                    <a:pt x="7714" y="6718"/>
                  </a:lnTo>
                  <a:lnTo>
                    <a:pt x="8519" y="6833"/>
                  </a:lnTo>
                  <a:lnTo>
                    <a:pt x="9349" y="6935"/>
                  </a:lnTo>
                  <a:lnTo>
                    <a:pt x="10205" y="7037"/>
                  </a:lnTo>
                  <a:lnTo>
                    <a:pt x="11099" y="7127"/>
                  </a:lnTo>
                  <a:lnTo>
                    <a:pt x="12006" y="7216"/>
                  </a:lnTo>
                  <a:lnTo>
                    <a:pt x="12951" y="7293"/>
                  </a:lnTo>
                  <a:lnTo>
                    <a:pt x="13908" y="7357"/>
                  </a:lnTo>
                  <a:lnTo>
                    <a:pt x="14892" y="7421"/>
                  </a:lnTo>
                  <a:lnTo>
                    <a:pt x="15901" y="7472"/>
                  </a:lnTo>
                  <a:lnTo>
                    <a:pt x="16922" y="7510"/>
                  </a:lnTo>
                  <a:lnTo>
                    <a:pt x="17970" y="7536"/>
                  </a:lnTo>
                  <a:lnTo>
                    <a:pt x="19030" y="7561"/>
                  </a:lnTo>
                  <a:lnTo>
                    <a:pt x="20102" y="7574"/>
                  </a:lnTo>
                  <a:lnTo>
                    <a:pt x="21201" y="7587"/>
                  </a:lnTo>
                  <a:lnTo>
                    <a:pt x="22286" y="7574"/>
                  </a:lnTo>
                  <a:lnTo>
                    <a:pt x="23359" y="7561"/>
                  </a:lnTo>
                  <a:lnTo>
                    <a:pt x="24419" y="7536"/>
                  </a:lnTo>
                  <a:lnTo>
                    <a:pt x="25466" y="7510"/>
                  </a:lnTo>
                  <a:lnTo>
                    <a:pt x="26488" y="7472"/>
                  </a:lnTo>
                  <a:lnTo>
                    <a:pt x="27497" y="7421"/>
                  </a:lnTo>
                  <a:lnTo>
                    <a:pt x="28480" y="7357"/>
                  </a:lnTo>
                  <a:lnTo>
                    <a:pt x="29451" y="7293"/>
                  </a:lnTo>
                  <a:lnTo>
                    <a:pt x="30383" y="7216"/>
                  </a:lnTo>
                  <a:lnTo>
                    <a:pt x="31303" y="7127"/>
                  </a:lnTo>
                  <a:lnTo>
                    <a:pt x="32184" y="7037"/>
                  </a:lnTo>
                  <a:lnTo>
                    <a:pt x="33052" y="6935"/>
                  </a:lnTo>
                  <a:lnTo>
                    <a:pt x="33883" y="6833"/>
                  </a:lnTo>
                  <a:lnTo>
                    <a:pt x="34674" y="6718"/>
                  </a:lnTo>
                  <a:lnTo>
                    <a:pt x="35453" y="6603"/>
                  </a:lnTo>
                  <a:lnTo>
                    <a:pt x="36181" y="6475"/>
                  </a:lnTo>
                  <a:lnTo>
                    <a:pt x="36884" y="6348"/>
                  </a:lnTo>
                  <a:lnTo>
                    <a:pt x="37548" y="6207"/>
                  </a:lnTo>
                  <a:lnTo>
                    <a:pt x="38186" y="6067"/>
                  </a:lnTo>
                  <a:lnTo>
                    <a:pt x="38774" y="5914"/>
                  </a:lnTo>
                  <a:lnTo>
                    <a:pt x="39323" y="5760"/>
                  </a:lnTo>
                  <a:lnTo>
                    <a:pt x="39834" y="5607"/>
                  </a:lnTo>
                  <a:lnTo>
                    <a:pt x="40306" y="5441"/>
                  </a:lnTo>
                  <a:lnTo>
                    <a:pt x="40728" y="5275"/>
                  </a:lnTo>
                  <a:lnTo>
                    <a:pt x="41111" y="5096"/>
                  </a:lnTo>
                  <a:lnTo>
                    <a:pt x="41443" y="4917"/>
                  </a:lnTo>
                  <a:lnTo>
                    <a:pt x="41724" y="4739"/>
                  </a:lnTo>
                  <a:lnTo>
                    <a:pt x="41852" y="4649"/>
                  </a:lnTo>
                  <a:lnTo>
                    <a:pt x="41967" y="4560"/>
                  </a:lnTo>
                  <a:lnTo>
                    <a:pt x="42056" y="4470"/>
                  </a:lnTo>
                  <a:lnTo>
                    <a:pt x="42146" y="4368"/>
                  </a:lnTo>
                  <a:lnTo>
                    <a:pt x="42222" y="4279"/>
                  </a:lnTo>
                  <a:lnTo>
                    <a:pt x="42286" y="4177"/>
                  </a:lnTo>
                  <a:lnTo>
                    <a:pt x="42324" y="4087"/>
                  </a:lnTo>
                  <a:lnTo>
                    <a:pt x="42363" y="3985"/>
                  </a:lnTo>
                  <a:lnTo>
                    <a:pt x="42388" y="3896"/>
                  </a:lnTo>
                  <a:lnTo>
                    <a:pt x="42388" y="3794"/>
                  </a:lnTo>
                  <a:lnTo>
                    <a:pt x="42388" y="3691"/>
                  </a:lnTo>
                  <a:lnTo>
                    <a:pt x="42363" y="3602"/>
                  </a:lnTo>
                  <a:lnTo>
                    <a:pt x="42324" y="3500"/>
                  </a:lnTo>
                  <a:lnTo>
                    <a:pt x="42286" y="3410"/>
                  </a:lnTo>
                  <a:lnTo>
                    <a:pt x="42222" y="3308"/>
                  </a:lnTo>
                  <a:lnTo>
                    <a:pt x="42146" y="3219"/>
                  </a:lnTo>
                  <a:lnTo>
                    <a:pt x="42056" y="3129"/>
                  </a:lnTo>
                  <a:lnTo>
                    <a:pt x="41967" y="3027"/>
                  </a:lnTo>
                  <a:lnTo>
                    <a:pt x="41852" y="2938"/>
                  </a:lnTo>
                  <a:lnTo>
                    <a:pt x="41724" y="2848"/>
                  </a:lnTo>
                  <a:lnTo>
                    <a:pt x="41443" y="2670"/>
                  </a:lnTo>
                  <a:lnTo>
                    <a:pt x="41111" y="2491"/>
                  </a:lnTo>
                  <a:lnTo>
                    <a:pt x="40728" y="2325"/>
                  </a:lnTo>
                  <a:lnTo>
                    <a:pt x="40306" y="2146"/>
                  </a:lnTo>
                  <a:lnTo>
                    <a:pt x="39834" y="1993"/>
                  </a:lnTo>
                  <a:lnTo>
                    <a:pt x="39323" y="1827"/>
                  </a:lnTo>
                  <a:lnTo>
                    <a:pt x="38774" y="1674"/>
                  </a:lnTo>
                  <a:lnTo>
                    <a:pt x="38186" y="1533"/>
                  </a:lnTo>
                  <a:lnTo>
                    <a:pt x="37548" y="1380"/>
                  </a:lnTo>
                  <a:lnTo>
                    <a:pt x="36884" y="1252"/>
                  </a:lnTo>
                  <a:lnTo>
                    <a:pt x="36181" y="1112"/>
                  </a:lnTo>
                  <a:lnTo>
                    <a:pt x="35453" y="984"/>
                  </a:lnTo>
                  <a:lnTo>
                    <a:pt x="34674" y="869"/>
                  </a:lnTo>
                  <a:lnTo>
                    <a:pt x="33883" y="754"/>
                  </a:lnTo>
                  <a:lnTo>
                    <a:pt x="33052" y="652"/>
                  </a:lnTo>
                  <a:lnTo>
                    <a:pt x="32184" y="550"/>
                  </a:lnTo>
                  <a:lnTo>
                    <a:pt x="31303" y="460"/>
                  </a:lnTo>
                  <a:lnTo>
                    <a:pt x="30383" y="384"/>
                  </a:lnTo>
                  <a:lnTo>
                    <a:pt x="29451" y="307"/>
                  </a:lnTo>
                  <a:lnTo>
                    <a:pt x="28480" y="230"/>
                  </a:lnTo>
                  <a:lnTo>
                    <a:pt x="27497" y="179"/>
                  </a:lnTo>
                  <a:lnTo>
                    <a:pt x="26488" y="128"/>
                  </a:lnTo>
                  <a:lnTo>
                    <a:pt x="25466" y="77"/>
                  </a:lnTo>
                  <a:lnTo>
                    <a:pt x="24419" y="52"/>
                  </a:lnTo>
                  <a:lnTo>
                    <a:pt x="23359" y="26"/>
                  </a:lnTo>
                  <a:lnTo>
                    <a:pt x="22286" y="13"/>
                  </a:lnTo>
                  <a:lnTo>
                    <a:pt x="21201" y="0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2706740" y="3581232"/>
              <a:ext cx="609226" cy="83397"/>
            </a:xfrm>
            <a:custGeom>
              <a:avLst/>
              <a:gdLst/>
              <a:ahLst/>
              <a:cxnLst/>
              <a:rect l="l" t="t" r="r" b="b"/>
              <a:pathLst>
                <a:path w="41150" h="5633" extrusionOk="0">
                  <a:moveTo>
                    <a:pt x="19949" y="0"/>
                  </a:moveTo>
                  <a:lnTo>
                    <a:pt x="18238" y="13"/>
                  </a:lnTo>
                  <a:lnTo>
                    <a:pt x="16577" y="52"/>
                  </a:lnTo>
                  <a:lnTo>
                    <a:pt x="14943" y="115"/>
                  </a:lnTo>
                  <a:lnTo>
                    <a:pt x="13372" y="192"/>
                  </a:lnTo>
                  <a:lnTo>
                    <a:pt x="11839" y="294"/>
                  </a:lnTo>
                  <a:lnTo>
                    <a:pt x="10371" y="409"/>
                  </a:lnTo>
                  <a:lnTo>
                    <a:pt x="8966" y="550"/>
                  </a:lnTo>
                  <a:lnTo>
                    <a:pt x="7625" y="716"/>
                  </a:lnTo>
                  <a:lnTo>
                    <a:pt x="6361" y="882"/>
                  </a:lnTo>
                  <a:lnTo>
                    <a:pt x="5173" y="1073"/>
                  </a:lnTo>
                  <a:lnTo>
                    <a:pt x="4074" y="1290"/>
                  </a:lnTo>
                  <a:lnTo>
                    <a:pt x="3551" y="1393"/>
                  </a:lnTo>
                  <a:lnTo>
                    <a:pt x="3066" y="1507"/>
                  </a:lnTo>
                  <a:lnTo>
                    <a:pt x="2593" y="1622"/>
                  </a:lnTo>
                  <a:lnTo>
                    <a:pt x="2146" y="1737"/>
                  </a:lnTo>
                  <a:lnTo>
                    <a:pt x="1725" y="1865"/>
                  </a:lnTo>
                  <a:lnTo>
                    <a:pt x="1316" y="1993"/>
                  </a:lnTo>
                  <a:lnTo>
                    <a:pt x="946" y="2121"/>
                  </a:lnTo>
                  <a:lnTo>
                    <a:pt x="601" y="2248"/>
                  </a:lnTo>
                  <a:lnTo>
                    <a:pt x="281" y="2376"/>
                  </a:lnTo>
                  <a:lnTo>
                    <a:pt x="0" y="2516"/>
                  </a:lnTo>
                  <a:lnTo>
                    <a:pt x="716" y="2299"/>
                  </a:lnTo>
                  <a:lnTo>
                    <a:pt x="1507" y="2095"/>
                  </a:lnTo>
                  <a:lnTo>
                    <a:pt x="2363" y="1903"/>
                  </a:lnTo>
                  <a:lnTo>
                    <a:pt x="3295" y="1725"/>
                  </a:lnTo>
                  <a:lnTo>
                    <a:pt x="4292" y="1546"/>
                  </a:lnTo>
                  <a:lnTo>
                    <a:pt x="5352" y="1393"/>
                  </a:lnTo>
                  <a:lnTo>
                    <a:pt x="6463" y="1239"/>
                  </a:lnTo>
                  <a:lnTo>
                    <a:pt x="7625" y="1099"/>
                  </a:lnTo>
                  <a:lnTo>
                    <a:pt x="8851" y="984"/>
                  </a:lnTo>
                  <a:lnTo>
                    <a:pt x="10115" y="869"/>
                  </a:lnTo>
                  <a:lnTo>
                    <a:pt x="11431" y="780"/>
                  </a:lnTo>
                  <a:lnTo>
                    <a:pt x="12784" y="703"/>
                  </a:lnTo>
                  <a:lnTo>
                    <a:pt x="14164" y="639"/>
                  </a:lnTo>
                  <a:lnTo>
                    <a:pt x="15594" y="601"/>
                  </a:lnTo>
                  <a:lnTo>
                    <a:pt x="17050" y="575"/>
                  </a:lnTo>
                  <a:lnTo>
                    <a:pt x="18531" y="562"/>
                  </a:lnTo>
                  <a:lnTo>
                    <a:pt x="19617" y="575"/>
                  </a:lnTo>
                  <a:lnTo>
                    <a:pt x="20690" y="588"/>
                  </a:lnTo>
                  <a:lnTo>
                    <a:pt x="21750" y="614"/>
                  </a:lnTo>
                  <a:lnTo>
                    <a:pt x="22797" y="639"/>
                  </a:lnTo>
                  <a:lnTo>
                    <a:pt x="23819" y="677"/>
                  </a:lnTo>
                  <a:lnTo>
                    <a:pt x="24828" y="728"/>
                  </a:lnTo>
                  <a:lnTo>
                    <a:pt x="25811" y="792"/>
                  </a:lnTo>
                  <a:lnTo>
                    <a:pt x="26782" y="856"/>
                  </a:lnTo>
                  <a:lnTo>
                    <a:pt x="27714" y="933"/>
                  </a:lnTo>
                  <a:lnTo>
                    <a:pt x="28633" y="1022"/>
                  </a:lnTo>
                  <a:lnTo>
                    <a:pt x="29515" y="1112"/>
                  </a:lnTo>
                  <a:lnTo>
                    <a:pt x="30383" y="1214"/>
                  </a:lnTo>
                  <a:lnTo>
                    <a:pt x="31213" y="1316"/>
                  </a:lnTo>
                  <a:lnTo>
                    <a:pt x="32005" y="1431"/>
                  </a:lnTo>
                  <a:lnTo>
                    <a:pt x="32784" y="1546"/>
                  </a:lnTo>
                  <a:lnTo>
                    <a:pt x="33512" y="1674"/>
                  </a:lnTo>
                  <a:lnTo>
                    <a:pt x="34214" y="1801"/>
                  </a:lnTo>
                  <a:lnTo>
                    <a:pt x="34879" y="1942"/>
                  </a:lnTo>
                  <a:lnTo>
                    <a:pt x="35517" y="2082"/>
                  </a:lnTo>
                  <a:lnTo>
                    <a:pt x="36105" y="2235"/>
                  </a:lnTo>
                  <a:lnTo>
                    <a:pt x="36654" y="2389"/>
                  </a:lnTo>
                  <a:lnTo>
                    <a:pt x="37165" y="2542"/>
                  </a:lnTo>
                  <a:lnTo>
                    <a:pt x="37637" y="2708"/>
                  </a:lnTo>
                  <a:lnTo>
                    <a:pt x="38059" y="2874"/>
                  </a:lnTo>
                  <a:lnTo>
                    <a:pt x="38442" y="3053"/>
                  </a:lnTo>
                  <a:lnTo>
                    <a:pt x="38774" y="3232"/>
                  </a:lnTo>
                  <a:lnTo>
                    <a:pt x="39055" y="3410"/>
                  </a:lnTo>
                  <a:lnTo>
                    <a:pt x="39182" y="3500"/>
                  </a:lnTo>
                  <a:lnTo>
                    <a:pt x="39297" y="3589"/>
                  </a:lnTo>
                  <a:lnTo>
                    <a:pt x="39387" y="3679"/>
                  </a:lnTo>
                  <a:lnTo>
                    <a:pt x="39476" y="3781"/>
                  </a:lnTo>
                  <a:lnTo>
                    <a:pt x="39553" y="3870"/>
                  </a:lnTo>
                  <a:lnTo>
                    <a:pt x="39617" y="3972"/>
                  </a:lnTo>
                  <a:lnTo>
                    <a:pt x="39655" y="4062"/>
                  </a:lnTo>
                  <a:lnTo>
                    <a:pt x="39693" y="4164"/>
                  </a:lnTo>
                  <a:lnTo>
                    <a:pt x="39719" y="4253"/>
                  </a:lnTo>
                  <a:lnTo>
                    <a:pt x="39719" y="4355"/>
                  </a:lnTo>
                  <a:lnTo>
                    <a:pt x="39719" y="4432"/>
                  </a:lnTo>
                  <a:lnTo>
                    <a:pt x="39706" y="4522"/>
                  </a:lnTo>
                  <a:lnTo>
                    <a:pt x="39680" y="4611"/>
                  </a:lnTo>
                  <a:lnTo>
                    <a:pt x="39642" y="4688"/>
                  </a:lnTo>
                  <a:lnTo>
                    <a:pt x="39591" y="4764"/>
                  </a:lnTo>
                  <a:lnTo>
                    <a:pt x="39540" y="4854"/>
                  </a:lnTo>
                  <a:lnTo>
                    <a:pt x="39400" y="5007"/>
                  </a:lnTo>
                  <a:lnTo>
                    <a:pt x="39221" y="5173"/>
                  </a:lnTo>
                  <a:lnTo>
                    <a:pt x="39016" y="5326"/>
                  </a:lnTo>
                  <a:lnTo>
                    <a:pt x="38761" y="5479"/>
                  </a:lnTo>
                  <a:lnTo>
                    <a:pt x="38480" y="5633"/>
                  </a:lnTo>
                  <a:lnTo>
                    <a:pt x="39080" y="5428"/>
                  </a:lnTo>
                  <a:lnTo>
                    <a:pt x="39361" y="5326"/>
                  </a:lnTo>
                  <a:lnTo>
                    <a:pt x="39617" y="5211"/>
                  </a:lnTo>
                  <a:lnTo>
                    <a:pt x="39846" y="5096"/>
                  </a:lnTo>
                  <a:lnTo>
                    <a:pt x="40064" y="4994"/>
                  </a:lnTo>
                  <a:lnTo>
                    <a:pt x="40268" y="4879"/>
                  </a:lnTo>
                  <a:lnTo>
                    <a:pt x="40447" y="4764"/>
                  </a:lnTo>
                  <a:lnTo>
                    <a:pt x="40613" y="4649"/>
                  </a:lnTo>
                  <a:lnTo>
                    <a:pt x="40753" y="4522"/>
                  </a:lnTo>
                  <a:lnTo>
                    <a:pt x="40868" y="4407"/>
                  </a:lnTo>
                  <a:lnTo>
                    <a:pt x="40970" y="4292"/>
                  </a:lnTo>
                  <a:lnTo>
                    <a:pt x="41047" y="4164"/>
                  </a:lnTo>
                  <a:lnTo>
                    <a:pt x="41098" y="4049"/>
                  </a:lnTo>
                  <a:lnTo>
                    <a:pt x="41136" y="3921"/>
                  </a:lnTo>
                  <a:lnTo>
                    <a:pt x="41149" y="3794"/>
                  </a:lnTo>
                  <a:lnTo>
                    <a:pt x="41136" y="3691"/>
                  </a:lnTo>
                  <a:lnTo>
                    <a:pt x="41111" y="3602"/>
                  </a:lnTo>
                  <a:lnTo>
                    <a:pt x="41085" y="3500"/>
                  </a:lnTo>
                  <a:lnTo>
                    <a:pt x="41034" y="3410"/>
                  </a:lnTo>
                  <a:lnTo>
                    <a:pt x="40970" y="3308"/>
                  </a:lnTo>
                  <a:lnTo>
                    <a:pt x="40894" y="3219"/>
                  </a:lnTo>
                  <a:lnTo>
                    <a:pt x="40817" y="3129"/>
                  </a:lnTo>
                  <a:lnTo>
                    <a:pt x="40715" y="3027"/>
                  </a:lnTo>
                  <a:lnTo>
                    <a:pt x="40600" y="2938"/>
                  </a:lnTo>
                  <a:lnTo>
                    <a:pt x="40472" y="2848"/>
                  </a:lnTo>
                  <a:lnTo>
                    <a:pt x="40191" y="2670"/>
                  </a:lnTo>
                  <a:lnTo>
                    <a:pt x="39859" y="2491"/>
                  </a:lnTo>
                  <a:lnTo>
                    <a:pt x="39476" y="2325"/>
                  </a:lnTo>
                  <a:lnTo>
                    <a:pt x="39055" y="2146"/>
                  </a:lnTo>
                  <a:lnTo>
                    <a:pt x="38582" y="1993"/>
                  </a:lnTo>
                  <a:lnTo>
                    <a:pt x="38071" y="1827"/>
                  </a:lnTo>
                  <a:lnTo>
                    <a:pt x="37522" y="1674"/>
                  </a:lnTo>
                  <a:lnTo>
                    <a:pt x="36935" y="1533"/>
                  </a:lnTo>
                  <a:lnTo>
                    <a:pt x="36309" y="1380"/>
                  </a:lnTo>
                  <a:lnTo>
                    <a:pt x="35632" y="1252"/>
                  </a:lnTo>
                  <a:lnTo>
                    <a:pt x="34930" y="1112"/>
                  </a:lnTo>
                  <a:lnTo>
                    <a:pt x="34202" y="984"/>
                  </a:lnTo>
                  <a:lnTo>
                    <a:pt x="33435" y="869"/>
                  </a:lnTo>
                  <a:lnTo>
                    <a:pt x="32631" y="754"/>
                  </a:lnTo>
                  <a:lnTo>
                    <a:pt x="31801" y="652"/>
                  </a:lnTo>
                  <a:lnTo>
                    <a:pt x="30945" y="550"/>
                  </a:lnTo>
                  <a:lnTo>
                    <a:pt x="30051" y="460"/>
                  </a:lnTo>
                  <a:lnTo>
                    <a:pt x="29131" y="384"/>
                  </a:lnTo>
                  <a:lnTo>
                    <a:pt x="28199" y="307"/>
                  </a:lnTo>
                  <a:lnTo>
                    <a:pt x="27241" y="230"/>
                  </a:lnTo>
                  <a:lnTo>
                    <a:pt x="26245" y="179"/>
                  </a:lnTo>
                  <a:lnTo>
                    <a:pt x="25249" y="128"/>
                  </a:lnTo>
                  <a:lnTo>
                    <a:pt x="24215" y="77"/>
                  </a:lnTo>
                  <a:lnTo>
                    <a:pt x="23180" y="52"/>
                  </a:lnTo>
                  <a:lnTo>
                    <a:pt x="22120" y="26"/>
                  </a:lnTo>
                  <a:lnTo>
                    <a:pt x="21035" y="13"/>
                  </a:lnTo>
                  <a:lnTo>
                    <a:pt x="19949" y="0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2915476" y="3612234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1" y="1"/>
                  </a:moveTo>
                  <a:lnTo>
                    <a:pt x="1" y="384"/>
                  </a:lnTo>
                  <a:lnTo>
                    <a:pt x="2325" y="384"/>
                  </a:lnTo>
                  <a:lnTo>
                    <a:pt x="3347" y="397"/>
                  </a:lnTo>
                  <a:lnTo>
                    <a:pt x="4254" y="410"/>
                  </a:lnTo>
                  <a:lnTo>
                    <a:pt x="5058" y="461"/>
                  </a:lnTo>
                  <a:lnTo>
                    <a:pt x="5748" y="512"/>
                  </a:lnTo>
                  <a:lnTo>
                    <a:pt x="6323" y="588"/>
                  </a:lnTo>
                  <a:lnTo>
                    <a:pt x="6578" y="627"/>
                  </a:lnTo>
                  <a:lnTo>
                    <a:pt x="6795" y="665"/>
                  </a:lnTo>
                  <a:lnTo>
                    <a:pt x="6987" y="716"/>
                  </a:lnTo>
                  <a:lnTo>
                    <a:pt x="7140" y="780"/>
                  </a:lnTo>
                  <a:lnTo>
                    <a:pt x="7268" y="831"/>
                  </a:lnTo>
                  <a:lnTo>
                    <a:pt x="7370" y="895"/>
                  </a:lnTo>
                  <a:lnTo>
                    <a:pt x="1" y="895"/>
                  </a:lnTo>
                  <a:lnTo>
                    <a:pt x="1" y="1189"/>
                  </a:lnTo>
                  <a:lnTo>
                    <a:pt x="7472" y="1189"/>
                  </a:lnTo>
                  <a:lnTo>
                    <a:pt x="7446" y="1227"/>
                  </a:lnTo>
                  <a:lnTo>
                    <a:pt x="7408" y="1265"/>
                  </a:lnTo>
                  <a:lnTo>
                    <a:pt x="7306" y="1329"/>
                  </a:lnTo>
                  <a:lnTo>
                    <a:pt x="7165" y="1393"/>
                  </a:lnTo>
                  <a:lnTo>
                    <a:pt x="6987" y="1457"/>
                  </a:lnTo>
                  <a:lnTo>
                    <a:pt x="6770" y="1521"/>
                  </a:lnTo>
                  <a:lnTo>
                    <a:pt x="6514" y="1572"/>
                  </a:lnTo>
                  <a:lnTo>
                    <a:pt x="6208" y="1623"/>
                  </a:lnTo>
                  <a:lnTo>
                    <a:pt x="5876" y="1674"/>
                  </a:lnTo>
                  <a:lnTo>
                    <a:pt x="5505" y="1712"/>
                  </a:lnTo>
                  <a:lnTo>
                    <a:pt x="5097" y="1751"/>
                  </a:lnTo>
                  <a:lnTo>
                    <a:pt x="4151" y="1802"/>
                  </a:lnTo>
                  <a:lnTo>
                    <a:pt x="3053" y="1840"/>
                  </a:lnTo>
                  <a:lnTo>
                    <a:pt x="1802" y="1853"/>
                  </a:lnTo>
                  <a:lnTo>
                    <a:pt x="1" y="1853"/>
                  </a:lnTo>
                  <a:lnTo>
                    <a:pt x="1" y="2210"/>
                  </a:lnTo>
                  <a:lnTo>
                    <a:pt x="2197" y="2645"/>
                  </a:lnTo>
                  <a:lnTo>
                    <a:pt x="4215" y="3053"/>
                  </a:lnTo>
                  <a:lnTo>
                    <a:pt x="6131" y="3449"/>
                  </a:lnTo>
                  <a:lnTo>
                    <a:pt x="8021" y="3858"/>
                  </a:lnTo>
                  <a:lnTo>
                    <a:pt x="11163" y="3858"/>
                  </a:lnTo>
                  <a:lnTo>
                    <a:pt x="9107" y="3411"/>
                  </a:lnTo>
                  <a:lnTo>
                    <a:pt x="7051" y="2977"/>
                  </a:lnTo>
                  <a:lnTo>
                    <a:pt x="5033" y="2568"/>
                  </a:lnTo>
                  <a:lnTo>
                    <a:pt x="3079" y="2185"/>
                  </a:lnTo>
                  <a:lnTo>
                    <a:pt x="3845" y="2172"/>
                  </a:lnTo>
                  <a:lnTo>
                    <a:pt x="4586" y="2159"/>
                  </a:lnTo>
                  <a:lnTo>
                    <a:pt x="5275" y="2134"/>
                  </a:lnTo>
                  <a:lnTo>
                    <a:pt x="5927" y="2108"/>
                  </a:lnTo>
                  <a:lnTo>
                    <a:pt x="6540" y="2070"/>
                  </a:lnTo>
                  <a:lnTo>
                    <a:pt x="7102" y="2019"/>
                  </a:lnTo>
                  <a:lnTo>
                    <a:pt x="7638" y="1968"/>
                  </a:lnTo>
                  <a:lnTo>
                    <a:pt x="8111" y="1904"/>
                  </a:lnTo>
                  <a:lnTo>
                    <a:pt x="8558" y="1827"/>
                  </a:lnTo>
                  <a:lnTo>
                    <a:pt x="8941" y="1763"/>
                  </a:lnTo>
                  <a:lnTo>
                    <a:pt x="9285" y="1674"/>
                  </a:lnTo>
                  <a:lnTo>
                    <a:pt x="9579" y="1585"/>
                  </a:lnTo>
                  <a:lnTo>
                    <a:pt x="9822" y="1495"/>
                  </a:lnTo>
                  <a:lnTo>
                    <a:pt x="10026" y="1393"/>
                  </a:lnTo>
                  <a:lnTo>
                    <a:pt x="10103" y="1342"/>
                  </a:lnTo>
                  <a:lnTo>
                    <a:pt x="10167" y="1291"/>
                  </a:lnTo>
                  <a:lnTo>
                    <a:pt x="10218" y="1240"/>
                  </a:lnTo>
                  <a:lnTo>
                    <a:pt x="10256" y="1189"/>
                  </a:lnTo>
                  <a:lnTo>
                    <a:pt x="13781" y="1189"/>
                  </a:lnTo>
                  <a:lnTo>
                    <a:pt x="13781" y="895"/>
                  </a:lnTo>
                  <a:lnTo>
                    <a:pt x="10218" y="895"/>
                  </a:lnTo>
                  <a:lnTo>
                    <a:pt x="10179" y="844"/>
                  </a:lnTo>
                  <a:lnTo>
                    <a:pt x="10128" y="793"/>
                  </a:lnTo>
                  <a:lnTo>
                    <a:pt x="9988" y="703"/>
                  </a:lnTo>
                  <a:lnTo>
                    <a:pt x="9809" y="627"/>
                  </a:lnTo>
                  <a:lnTo>
                    <a:pt x="9579" y="550"/>
                  </a:lnTo>
                  <a:lnTo>
                    <a:pt x="9337" y="474"/>
                  </a:lnTo>
                  <a:lnTo>
                    <a:pt x="9043" y="410"/>
                  </a:lnTo>
                  <a:lnTo>
                    <a:pt x="8724" y="346"/>
                  </a:lnTo>
                  <a:lnTo>
                    <a:pt x="8391" y="295"/>
                  </a:lnTo>
                  <a:lnTo>
                    <a:pt x="13781" y="295"/>
                  </a:lnTo>
                  <a:lnTo>
                    <a:pt x="13781" y="1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2629221" y="3541333"/>
              <a:ext cx="764071" cy="159790"/>
            </a:xfrm>
            <a:custGeom>
              <a:avLst/>
              <a:gdLst/>
              <a:ahLst/>
              <a:cxnLst/>
              <a:rect l="l" t="t" r="r" b="b"/>
              <a:pathLst>
                <a:path w="51609" h="10793" extrusionOk="0">
                  <a:moveTo>
                    <a:pt x="0" y="1"/>
                  </a:moveTo>
                  <a:lnTo>
                    <a:pt x="0" y="5390"/>
                  </a:lnTo>
                  <a:lnTo>
                    <a:pt x="13" y="5531"/>
                  </a:lnTo>
                  <a:lnTo>
                    <a:pt x="39" y="5671"/>
                  </a:lnTo>
                  <a:lnTo>
                    <a:pt x="77" y="5812"/>
                  </a:lnTo>
                  <a:lnTo>
                    <a:pt x="128" y="5952"/>
                  </a:lnTo>
                  <a:lnTo>
                    <a:pt x="205" y="6080"/>
                  </a:lnTo>
                  <a:lnTo>
                    <a:pt x="294" y="6220"/>
                  </a:lnTo>
                  <a:lnTo>
                    <a:pt x="396" y="6348"/>
                  </a:lnTo>
                  <a:lnTo>
                    <a:pt x="524" y="6489"/>
                  </a:lnTo>
                  <a:lnTo>
                    <a:pt x="664" y="6616"/>
                  </a:lnTo>
                  <a:lnTo>
                    <a:pt x="818" y="6744"/>
                  </a:lnTo>
                  <a:lnTo>
                    <a:pt x="984" y="6872"/>
                  </a:lnTo>
                  <a:lnTo>
                    <a:pt x="1162" y="6999"/>
                  </a:lnTo>
                  <a:lnTo>
                    <a:pt x="1354" y="7127"/>
                  </a:lnTo>
                  <a:lnTo>
                    <a:pt x="1571" y="7255"/>
                  </a:lnTo>
                  <a:lnTo>
                    <a:pt x="1788" y="7370"/>
                  </a:lnTo>
                  <a:lnTo>
                    <a:pt x="2031" y="7497"/>
                  </a:lnTo>
                  <a:lnTo>
                    <a:pt x="2542" y="7740"/>
                  </a:lnTo>
                  <a:lnTo>
                    <a:pt x="3116" y="7970"/>
                  </a:lnTo>
                  <a:lnTo>
                    <a:pt x="3729" y="8187"/>
                  </a:lnTo>
                  <a:lnTo>
                    <a:pt x="4406" y="8417"/>
                  </a:lnTo>
                  <a:lnTo>
                    <a:pt x="5122" y="8621"/>
                  </a:lnTo>
                  <a:lnTo>
                    <a:pt x="5888" y="8826"/>
                  </a:lnTo>
                  <a:lnTo>
                    <a:pt x="6705" y="9017"/>
                  </a:lnTo>
                  <a:lnTo>
                    <a:pt x="7561" y="9209"/>
                  </a:lnTo>
                  <a:lnTo>
                    <a:pt x="8455" y="9388"/>
                  </a:lnTo>
                  <a:lnTo>
                    <a:pt x="9387" y="9554"/>
                  </a:lnTo>
                  <a:lnTo>
                    <a:pt x="10370" y="9720"/>
                  </a:lnTo>
                  <a:lnTo>
                    <a:pt x="11379" y="9873"/>
                  </a:lnTo>
                  <a:lnTo>
                    <a:pt x="12427" y="10013"/>
                  </a:lnTo>
                  <a:lnTo>
                    <a:pt x="13499" y="10141"/>
                  </a:lnTo>
                  <a:lnTo>
                    <a:pt x="14623" y="10256"/>
                  </a:lnTo>
                  <a:lnTo>
                    <a:pt x="15760" y="10371"/>
                  </a:lnTo>
                  <a:lnTo>
                    <a:pt x="16935" y="10460"/>
                  </a:lnTo>
                  <a:lnTo>
                    <a:pt x="18135" y="10550"/>
                  </a:lnTo>
                  <a:lnTo>
                    <a:pt x="19361" y="10614"/>
                  </a:lnTo>
                  <a:lnTo>
                    <a:pt x="20600" y="10677"/>
                  </a:lnTo>
                  <a:lnTo>
                    <a:pt x="21877" y="10729"/>
                  </a:lnTo>
                  <a:lnTo>
                    <a:pt x="23167" y="10767"/>
                  </a:lnTo>
                  <a:lnTo>
                    <a:pt x="24483" y="10780"/>
                  </a:lnTo>
                  <a:lnTo>
                    <a:pt x="25811" y="10792"/>
                  </a:lnTo>
                  <a:lnTo>
                    <a:pt x="27139" y="10780"/>
                  </a:lnTo>
                  <a:lnTo>
                    <a:pt x="28442" y="10767"/>
                  </a:lnTo>
                  <a:lnTo>
                    <a:pt x="29732" y="10729"/>
                  </a:lnTo>
                  <a:lnTo>
                    <a:pt x="31009" y="10677"/>
                  </a:lnTo>
                  <a:lnTo>
                    <a:pt x="32260" y="10614"/>
                  </a:lnTo>
                  <a:lnTo>
                    <a:pt x="33486" y="10550"/>
                  </a:lnTo>
                  <a:lnTo>
                    <a:pt x="34674" y="10460"/>
                  </a:lnTo>
                  <a:lnTo>
                    <a:pt x="35849" y="10371"/>
                  </a:lnTo>
                  <a:lnTo>
                    <a:pt x="36998" y="10256"/>
                  </a:lnTo>
                  <a:lnTo>
                    <a:pt x="38109" y="10141"/>
                  </a:lnTo>
                  <a:lnTo>
                    <a:pt x="39182" y="10013"/>
                  </a:lnTo>
                  <a:lnTo>
                    <a:pt x="40229" y="9873"/>
                  </a:lnTo>
                  <a:lnTo>
                    <a:pt x="41251" y="9720"/>
                  </a:lnTo>
                  <a:lnTo>
                    <a:pt x="42222" y="9554"/>
                  </a:lnTo>
                  <a:lnTo>
                    <a:pt x="43154" y="9388"/>
                  </a:lnTo>
                  <a:lnTo>
                    <a:pt x="44061" y="9209"/>
                  </a:lnTo>
                  <a:lnTo>
                    <a:pt x="44904" y="9017"/>
                  </a:lnTo>
                  <a:lnTo>
                    <a:pt x="45721" y="8826"/>
                  </a:lnTo>
                  <a:lnTo>
                    <a:pt x="46487" y="8621"/>
                  </a:lnTo>
                  <a:lnTo>
                    <a:pt x="47203" y="8417"/>
                  </a:lnTo>
                  <a:lnTo>
                    <a:pt x="47879" y="8187"/>
                  </a:lnTo>
                  <a:lnTo>
                    <a:pt x="48505" y="7970"/>
                  </a:lnTo>
                  <a:lnTo>
                    <a:pt x="49067" y="7740"/>
                  </a:lnTo>
                  <a:lnTo>
                    <a:pt x="49591" y="7497"/>
                  </a:lnTo>
                  <a:lnTo>
                    <a:pt x="49821" y="7370"/>
                  </a:lnTo>
                  <a:lnTo>
                    <a:pt x="50050" y="7255"/>
                  </a:lnTo>
                  <a:lnTo>
                    <a:pt x="50255" y="7127"/>
                  </a:lnTo>
                  <a:lnTo>
                    <a:pt x="50459" y="6999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7" y="6616"/>
                  </a:lnTo>
                  <a:lnTo>
                    <a:pt x="51085" y="6489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4" y="6080"/>
                  </a:lnTo>
                  <a:lnTo>
                    <a:pt x="51481" y="5952"/>
                  </a:lnTo>
                  <a:lnTo>
                    <a:pt x="51545" y="5812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09" y="5390"/>
                  </a:lnTo>
                  <a:lnTo>
                    <a:pt x="51609" y="1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2629221" y="3461549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25811" y="0"/>
                  </a:moveTo>
                  <a:lnTo>
                    <a:pt x="24483" y="13"/>
                  </a:lnTo>
                  <a:lnTo>
                    <a:pt x="23167" y="26"/>
                  </a:lnTo>
                  <a:lnTo>
                    <a:pt x="21877" y="64"/>
                  </a:lnTo>
                  <a:lnTo>
                    <a:pt x="20600" y="115"/>
                  </a:lnTo>
                  <a:lnTo>
                    <a:pt x="19361" y="166"/>
                  </a:lnTo>
                  <a:lnTo>
                    <a:pt x="18135" y="243"/>
                  </a:lnTo>
                  <a:lnTo>
                    <a:pt x="16935" y="332"/>
                  </a:lnTo>
                  <a:lnTo>
                    <a:pt x="15760" y="422"/>
                  </a:lnTo>
                  <a:lnTo>
                    <a:pt x="14623" y="537"/>
                  </a:lnTo>
                  <a:lnTo>
                    <a:pt x="13499" y="652"/>
                  </a:lnTo>
                  <a:lnTo>
                    <a:pt x="12427" y="779"/>
                  </a:lnTo>
                  <a:lnTo>
                    <a:pt x="11379" y="920"/>
                  </a:lnTo>
                  <a:lnTo>
                    <a:pt x="10370" y="1073"/>
                  </a:lnTo>
                  <a:lnTo>
                    <a:pt x="9387" y="1226"/>
                  </a:lnTo>
                  <a:lnTo>
                    <a:pt x="8455" y="1405"/>
                  </a:lnTo>
                  <a:lnTo>
                    <a:pt x="7561" y="1584"/>
                  </a:lnTo>
                  <a:lnTo>
                    <a:pt x="6705" y="1763"/>
                  </a:lnTo>
                  <a:lnTo>
                    <a:pt x="5888" y="1967"/>
                  </a:lnTo>
                  <a:lnTo>
                    <a:pt x="5122" y="2171"/>
                  </a:lnTo>
                  <a:lnTo>
                    <a:pt x="4406" y="2376"/>
                  </a:lnTo>
                  <a:lnTo>
                    <a:pt x="3729" y="2593"/>
                  </a:lnTo>
                  <a:lnTo>
                    <a:pt x="3116" y="2823"/>
                  </a:lnTo>
                  <a:lnTo>
                    <a:pt x="2542" y="3053"/>
                  </a:lnTo>
                  <a:lnTo>
                    <a:pt x="2031" y="3295"/>
                  </a:lnTo>
                  <a:lnTo>
                    <a:pt x="1788" y="3410"/>
                  </a:lnTo>
                  <a:lnTo>
                    <a:pt x="1571" y="3538"/>
                  </a:lnTo>
                  <a:lnTo>
                    <a:pt x="1354" y="3666"/>
                  </a:lnTo>
                  <a:lnTo>
                    <a:pt x="1162" y="3793"/>
                  </a:lnTo>
                  <a:lnTo>
                    <a:pt x="984" y="3921"/>
                  </a:lnTo>
                  <a:lnTo>
                    <a:pt x="818" y="4049"/>
                  </a:lnTo>
                  <a:lnTo>
                    <a:pt x="664" y="4177"/>
                  </a:lnTo>
                  <a:lnTo>
                    <a:pt x="524" y="4304"/>
                  </a:lnTo>
                  <a:lnTo>
                    <a:pt x="396" y="4432"/>
                  </a:lnTo>
                  <a:lnTo>
                    <a:pt x="294" y="4572"/>
                  </a:lnTo>
                  <a:lnTo>
                    <a:pt x="205" y="4700"/>
                  </a:lnTo>
                  <a:lnTo>
                    <a:pt x="128" y="4841"/>
                  </a:lnTo>
                  <a:lnTo>
                    <a:pt x="77" y="4981"/>
                  </a:lnTo>
                  <a:lnTo>
                    <a:pt x="39" y="5122"/>
                  </a:lnTo>
                  <a:lnTo>
                    <a:pt x="13" y="5249"/>
                  </a:lnTo>
                  <a:lnTo>
                    <a:pt x="0" y="5390"/>
                  </a:lnTo>
                  <a:lnTo>
                    <a:pt x="13" y="5530"/>
                  </a:lnTo>
                  <a:lnTo>
                    <a:pt x="39" y="5671"/>
                  </a:lnTo>
                  <a:lnTo>
                    <a:pt x="77" y="5811"/>
                  </a:lnTo>
                  <a:lnTo>
                    <a:pt x="128" y="5939"/>
                  </a:lnTo>
                  <a:lnTo>
                    <a:pt x="205" y="6079"/>
                  </a:lnTo>
                  <a:lnTo>
                    <a:pt x="294" y="6220"/>
                  </a:lnTo>
                  <a:lnTo>
                    <a:pt x="396" y="6348"/>
                  </a:lnTo>
                  <a:lnTo>
                    <a:pt x="524" y="6475"/>
                  </a:lnTo>
                  <a:lnTo>
                    <a:pt x="664" y="6616"/>
                  </a:lnTo>
                  <a:lnTo>
                    <a:pt x="818" y="6744"/>
                  </a:lnTo>
                  <a:lnTo>
                    <a:pt x="984" y="6871"/>
                  </a:lnTo>
                  <a:lnTo>
                    <a:pt x="1162" y="6999"/>
                  </a:lnTo>
                  <a:lnTo>
                    <a:pt x="1354" y="7127"/>
                  </a:lnTo>
                  <a:lnTo>
                    <a:pt x="1571" y="7242"/>
                  </a:lnTo>
                  <a:lnTo>
                    <a:pt x="1788" y="7369"/>
                  </a:lnTo>
                  <a:lnTo>
                    <a:pt x="2031" y="7497"/>
                  </a:lnTo>
                  <a:lnTo>
                    <a:pt x="2542" y="7727"/>
                  </a:lnTo>
                  <a:lnTo>
                    <a:pt x="3116" y="7970"/>
                  </a:lnTo>
                  <a:lnTo>
                    <a:pt x="3729" y="8187"/>
                  </a:lnTo>
                  <a:lnTo>
                    <a:pt x="4406" y="8404"/>
                  </a:lnTo>
                  <a:lnTo>
                    <a:pt x="5122" y="8621"/>
                  </a:lnTo>
                  <a:lnTo>
                    <a:pt x="5888" y="8825"/>
                  </a:lnTo>
                  <a:lnTo>
                    <a:pt x="6705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387" y="9553"/>
                  </a:lnTo>
                  <a:lnTo>
                    <a:pt x="10370" y="9719"/>
                  </a:lnTo>
                  <a:lnTo>
                    <a:pt x="11379" y="9860"/>
                  </a:lnTo>
                  <a:lnTo>
                    <a:pt x="12427" y="10000"/>
                  </a:lnTo>
                  <a:lnTo>
                    <a:pt x="13499" y="10141"/>
                  </a:lnTo>
                  <a:lnTo>
                    <a:pt x="14623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5" y="10549"/>
                  </a:lnTo>
                  <a:lnTo>
                    <a:pt x="19361" y="10613"/>
                  </a:lnTo>
                  <a:lnTo>
                    <a:pt x="20600" y="10677"/>
                  </a:lnTo>
                  <a:lnTo>
                    <a:pt x="21877" y="10728"/>
                  </a:lnTo>
                  <a:lnTo>
                    <a:pt x="23167" y="10754"/>
                  </a:lnTo>
                  <a:lnTo>
                    <a:pt x="24483" y="10779"/>
                  </a:lnTo>
                  <a:lnTo>
                    <a:pt x="27139" y="10779"/>
                  </a:lnTo>
                  <a:lnTo>
                    <a:pt x="28442" y="10754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0" y="10613"/>
                  </a:lnTo>
                  <a:lnTo>
                    <a:pt x="33486" y="10549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8" y="10256"/>
                  </a:lnTo>
                  <a:lnTo>
                    <a:pt x="38109" y="10141"/>
                  </a:lnTo>
                  <a:lnTo>
                    <a:pt x="39182" y="10000"/>
                  </a:lnTo>
                  <a:lnTo>
                    <a:pt x="40229" y="9860"/>
                  </a:lnTo>
                  <a:lnTo>
                    <a:pt x="41251" y="9719"/>
                  </a:lnTo>
                  <a:lnTo>
                    <a:pt x="42222" y="9553"/>
                  </a:lnTo>
                  <a:lnTo>
                    <a:pt x="43154" y="9387"/>
                  </a:lnTo>
                  <a:lnTo>
                    <a:pt x="44061" y="9208"/>
                  </a:lnTo>
                  <a:lnTo>
                    <a:pt x="44904" y="9017"/>
                  </a:lnTo>
                  <a:lnTo>
                    <a:pt x="45721" y="8825"/>
                  </a:lnTo>
                  <a:lnTo>
                    <a:pt x="46487" y="8621"/>
                  </a:lnTo>
                  <a:lnTo>
                    <a:pt x="47203" y="8404"/>
                  </a:lnTo>
                  <a:lnTo>
                    <a:pt x="47879" y="8187"/>
                  </a:lnTo>
                  <a:lnTo>
                    <a:pt x="48505" y="7970"/>
                  </a:lnTo>
                  <a:lnTo>
                    <a:pt x="49067" y="7727"/>
                  </a:lnTo>
                  <a:lnTo>
                    <a:pt x="49591" y="7497"/>
                  </a:lnTo>
                  <a:lnTo>
                    <a:pt x="49821" y="7369"/>
                  </a:lnTo>
                  <a:lnTo>
                    <a:pt x="50050" y="7242"/>
                  </a:lnTo>
                  <a:lnTo>
                    <a:pt x="50255" y="7127"/>
                  </a:lnTo>
                  <a:lnTo>
                    <a:pt x="50459" y="6999"/>
                  </a:lnTo>
                  <a:lnTo>
                    <a:pt x="50638" y="6871"/>
                  </a:lnTo>
                  <a:lnTo>
                    <a:pt x="50804" y="6744"/>
                  </a:lnTo>
                  <a:lnTo>
                    <a:pt x="50957" y="6616"/>
                  </a:lnTo>
                  <a:lnTo>
                    <a:pt x="51085" y="6475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4" y="6079"/>
                  </a:lnTo>
                  <a:lnTo>
                    <a:pt x="51481" y="5939"/>
                  </a:lnTo>
                  <a:lnTo>
                    <a:pt x="51545" y="5811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09" y="5390"/>
                  </a:lnTo>
                  <a:lnTo>
                    <a:pt x="51609" y="5249"/>
                  </a:lnTo>
                  <a:lnTo>
                    <a:pt x="51583" y="5122"/>
                  </a:lnTo>
                  <a:lnTo>
                    <a:pt x="51545" y="4981"/>
                  </a:lnTo>
                  <a:lnTo>
                    <a:pt x="51481" y="4841"/>
                  </a:lnTo>
                  <a:lnTo>
                    <a:pt x="51404" y="4700"/>
                  </a:lnTo>
                  <a:lnTo>
                    <a:pt x="51315" y="4572"/>
                  </a:lnTo>
                  <a:lnTo>
                    <a:pt x="51213" y="4432"/>
                  </a:lnTo>
                  <a:lnTo>
                    <a:pt x="51085" y="4304"/>
                  </a:lnTo>
                  <a:lnTo>
                    <a:pt x="50957" y="4177"/>
                  </a:lnTo>
                  <a:lnTo>
                    <a:pt x="50804" y="4049"/>
                  </a:lnTo>
                  <a:lnTo>
                    <a:pt x="50638" y="3921"/>
                  </a:lnTo>
                  <a:lnTo>
                    <a:pt x="50459" y="3793"/>
                  </a:lnTo>
                  <a:lnTo>
                    <a:pt x="50255" y="3666"/>
                  </a:lnTo>
                  <a:lnTo>
                    <a:pt x="50050" y="3538"/>
                  </a:lnTo>
                  <a:lnTo>
                    <a:pt x="49821" y="3410"/>
                  </a:lnTo>
                  <a:lnTo>
                    <a:pt x="49591" y="3295"/>
                  </a:lnTo>
                  <a:lnTo>
                    <a:pt x="49067" y="3053"/>
                  </a:lnTo>
                  <a:lnTo>
                    <a:pt x="48505" y="2823"/>
                  </a:lnTo>
                  <a:lnTo>
                    <a:pt x="47879" y="2593"/>
                  </a:lnTo>
                  <a:lnTo>
                    <a:pt x="47203" y="2376"/>
                  </a:lnTo>
                  <a:lnTo>
                    <a:pt x="46487" y="2171"/>
                  </a:lnTo>
                  <a:lnTo>
                    <a:pt x="45721" y="1967"/>
                  </a:lnTo>
                  <a:lnTo>
                    <a:pt x="44904" y="1763"/>
                  </a:lnTo>
                  <a:lnTo>
                    <a:pt x="44061" y="1584"/>
                  </a:lnTo>
                  <a:lnTo>
                    <a:pt x="43154" y="1405"/>
                  </a:lnTo>
                  <a:lnTo>
                    <a:pt x="42222" y="1226"/>
                  </a:lnTo>
                  <a:lnTo>
                    <a:pt x="41251" y="1073"/>
                  </a:lnTo>
                  <a:lnTo>
                    <a:pt x="40229" y="920"/>
                  </a:lnTo>
                  <a:lnTo>
                    <a:pt x="39182" y="779"/>
                  </a:lnTo>
                  <a:lnTo>
                    <a:pt x="38109" y="652"/>
                  </a:lnTo>
                  <a:lnTo>
                    <a:pt x="36998" y="537"/>
                  </a:lnTo>
                  <a:lnTo>
                    <a:pt x="35849" y="422"/>
                  </a:lnTo>
                  <a:lnTo>
                    <a:pt x="34674" y="332"/>
                  </a:lnTo>
                  <a:lnTo>
                    <a:pt x="33486" y="243"/>
                  </a:lnTo>
                  <a:lnTo>
                    <a:pt x="32260" y="166"/>
                  </a:lnTo>
                  <a:lnTo>
                    <a:pt x="31009" y="115"/>
                  </a:lnTo>
                  <a:lnTo>
                    <a:pt x="29732" y="64"/>
                  </a:lnTo>
                  <a:lnTo>
                    <a:pt x="28442" y="26"/>
                  </a:lnTo>
                  <a:lnTo>
                    <a:pt x="27139" y="13"/>
                  </a:lnTo>
                  <a:lnTo>
                    <a:pt x="258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2697472" y="3475732"/>
              <a:ext cx="627569" cy="112326"/>
            </a:xfrm>
            <a:custGeom>
              <a:avLst/>
              <a:gdLst/>
              <a:ahLst/>
              <a:cxnLst/>
              <a:rect l="l" t="t" r="r" b="b"/>
              <a:pathLst>
                <a:path w="42389" h="7587" extrusionOk="0">
                  <a:moveTo>
                    <a:pt x="21201" y="0"/>
                  </a:moveTo>
                  <a:lnTo>
                    <a:pt x="20102" y="13"/>
                  </a:lnTo>
                  <a:lnTo>
                    <a:pt x="19030" y="26"/>
                  </a:lnTo>
                  <a:lnTo>
                    <a:pt x="17970" y="51"/>
                  </a:lnTo>
                  <a:lnTo>
                    <a:pt x="16922" y="77"/>
                  </a:lnTo>
                  <a:lnTo>
                    <a:pt x="15901" y="128"/>
                  </a:lnTo>
                  <a:lnTo>
                    <a:pt x="14892" y="179"/>
                  </a:lnTo>
                  <a:lnTo>
                    <a:pt x="13908" y="230"/>
                  </a:lnTo>
                  <a:lnTo>
                    <a:pt x="12951" y="307"/>
                  </a:lnTo>
                  <a:lnTo>
                    <a:pt x="12006" y="383"/>
                  </a:lnTo>
                  <a:lnTo>
                    <a:pt x="11099" y="460"/>
                  </a:lnTo>
                  <a:lnTo>
                    <a:pt x="10205" y="549"/>
                  </a:lnTo>
                  <a:lnTo>
                    <a:pt x="9349" y="651"/>
                  </a:lnTo>
                  <a:lnTo>
                    <a:pt x="8519" y="754"/>
                  </a:lnTo>
                  <a:lnTo>
                    <a:pt x="7714" y="869"/>
                  </a:lnTo>
                  <a:lnTo>
                    <a:pt x="6948" y="996"/>
                  </a:lnTo>
                  <a:lnTo>
                    <a:pt x="6207" y="1111"/>
                  </a:lnTo>
                  <a:lnTo>
                    <a:pt x="5505" y="1252"/>
                  </a:lnTo>
                  <a:lnTo>
                    <a:pt x="4841" y="1379"/>
                  </a:lnTo>
                  <a:lnTo>
                    <a:pt x="4215" y="1533"/>
                  </a:lnTo>
                  <a:lnTo>
                    <a:pt x="3615" y="1673"/>
                  </a:lnTo>
                  <a:lnTo>
                    <a:pt x="3066" y="1826"/>
                  </a:lnTo>
                  <a:lnTo>
                    <a:pt x="2555" y="1992"/>
                  </a:lnTo>
                  <a:lnTo>
                    <a:pt x="2095" y="2158"/>
                  </a:lnTo>
                  <a:lnTo>
                    <a:pt x="1661" y="2325"/>
                  </a:lnTo>
                  <a:lnTo>
                    <a:pt x="1291" y="2491"/>
                  </a:lnTo>
                  <a:lnTo>
                    <a:pt x="959" y="2669"/>
                  </a:lnTo>
                  <a:lnTo>
                    <a:pt x="665" y="2848"/>
                  </a:lnTo>
                  <a:lnTo>
                    <a:pt x="550" y="2938"/>
                  </a:lnTo>
                  <a:lnTo>
                    <a:pt x="435" y="3027"/>
                  </a:lnTo>
                  <a:lnTo>
                    <a:pt x="333" y="3129"/>
                  </a:lnTo>
                  <a:lnTo>
                    <a:pt x="243" y="3219"/>
                  </a:lnTo>
                  <a:lnTo>
                    <a:pt x="167" y="3308"/>
                  </a:lnTo>
                  <a:lnTo>
                    <a:pt x="116" y="3410"/>
                  </a:lnTo>
                  <a:lnTo>
                    <a:pt x="65" y="3499"/>
                  </a:lnTo>
                  <a:lnTo>
                    <a:pt x="26" y="3602"/>
                  </a:lnTo>
                  <a:lnTo>
                    <a:pt x="13" y="3704"/>
                  </a:lnTo>
                  <a:lnTo>
                    <a:pt x="1" y="3793"/>
                  </a:lnTo>
                  <a:lnTo>
                    <a:pt x="13" y="3895"/>
                  </a:lnTo>
                  <a:lnTo>
                    <a:pt x="26" y="3985"/>
                  </a:lnTo>
                  <a:lnTo>
                    <a:pt x="65" y="4087"/>
                  </a:lnTo>
                  <a:lnTo>
                    <a:pt x="116" y="4189"/>
                  </a:lnTo>
                  <a:lnTo>
                    <a:pt x="167" y="4279"/>
                  </a:lnTo>
                  <a:lnTo>
                    <a:pt x="243" y="4368"/>
                  </a:lnTo>
                  <a:lnTo>
                    <a:pt x="333" y="4470"/>
                  </a:lnTo>
                  <a:lnTo>
                    <a:pt x="435" y="4559"/>
                  </a:lnTo>
                  <a:lnTo>
                    <a:pt x="550" y="4649"/>
                  </a:lnTo>
                  <a:lnTo>
                    <a:pt x="665" y="4738"/>
                  </a:lnTo>
                  <a:lnTo>
                    <a:pt x="959" y="4917"/>
                  </a:lnTo>
                  <a:lnTo>
                    <a:pt x="1291" y="5096"/>
                  </a:lnTo>
                  <a:lnTo>
                    <a:pt x="1661" y="5275"/>
                  </a:lnTo>
                  <a:lnTo>
                    <a:pt x="2095" y="5441"/>
                  </a:lnTo>
                  <a:lnTo>
                    <a:pt x="2555" y="5607"/>
                  </a:lnTo>
                  <a:lnTo>
                    <a:pt x="3066" y="5760"/>
                  </a:lnTo>
                  <a:lnTo>
                    <a:pt x="3615" y="5913"/>
                  </a:lnTo>
                  <a:lnTo>
                    <a:pt x="4215" y="6066"/>
                  </a:lnTo>
                  <a:lnTo>
                    <a:pt x="4841" y="6207"/>
                  </a:lnTo>
                  <a:lnTo>
                    <a:pt x="5505" y="6347"/>
                  </a:lnTo>
                  <a:lnTo>
                    <a:pt x="6207" y="6475"/>
                  </a:lnTo>
                  <a:lnTo>
                    <a:pt x="6948" y="6603"/>
                  </a:lnTo>
                  <a:lnTo>
                    <a:pt x="7714" y="6718"/>
                  </a:lnTo>
                  <a:lnTo>
                    <a:pt x="8519" y="6833"/>
                  </a:lnTo>
                  <a:lnTo>
                    <a:pt x="9349" y="6935"/>
                  </a:lnTo>
                  <a:lnTo>
                    <a:pt x="10205" y="7037"/>
                  </a:lnTo>
                  <a:lnTo>
                    <a:pt x="11099" y="7126"/>
                  </a:lnTo>
                  <a:lnTo>
                    <a:pt x="12006" y="7216"/>
                  </a:lnTo>
                  <a:lnTo>
                    <a:pt x="12951" y="7293"/>
                  </a:lnTo>
                  <a:lnTo>
                    <a:pt x="13908" y="7356"/>
                  </a:lnTo>
                  <a:lnTo>
                    <a:pt x="14892" y="7420"/>
                  </a:lnTo>
                  <a:lnTo>
                    <a:pt x="15901" y="7471"/>
                  </a:lnTo>
                  <a:lnTo>
                    <a:pt x="16922" y="7510"/>
                  </a:lnTo>
                  <a:lnTo>
                    <a:pt x="17970" y="7548"/>
                  </a:lnTo>
                  <a:lnTo>
                    <a:pt x="19030" y="7561"/>
                  </a:lnTo>
                  <a:lnTo>
                    <a:pt x="20102" y="7586"/>
                  </a:lnTo>
                  <a:lnTo>
                    <a:pt x="22286" y="7586"/>
                  </a:lnTo>
                  <a:lnTo>
                    <a:pt x="23359" y="7561"/>
                  </a:lnTo>
                  <a:lnTo>
                    <a:pt x="24419" y="7548"/>
                  </a:lnTo>
                  <a:lnTo>
                    <a:pt x="25466" y="7510"/>
                  </a:lnTo>
                  <a:lnTo>
                    <a:pt x="26488" y="7471"/>
                  </a:lnTo>
                  <a:lnTo>
                    <a:pt x="27497" y="7420"/>
                  </a:lnTo>
                  <a:lnTo>
                    <a:pt x="28480" y="7356"/>
                  </a:lnTo>
                  <a:lnTo>
                    <a:pt x="29451" y="7293"/>
                  </a:lnTo>
                  <a:lnTo>
                    <a:pt x="30383" y="7216"/>
                  </a:lnTo>
                  <a:lnTo>
                    <a:pt x="31303" y="7126"/>
                  </a:lnTo>
                  <a:lnTo>
                    <a:pt x="32184" y="7037"/>
                  </a:lnTo>
                  <a:lnTo>
                    <a:pt x="33052" y="6935"/>
                  </a:lnTo>
                  <a:lnTo>
                    <a:pt x="33883" y="6833"/>
                  </a:lnTo>
                  <a:lnTo>
                    <a:pt x="34674" y="6718"/>
                  </a:lnTo>
                  <a:lnTo>
                    <a:pt x="35453" y="6603"/>
                  </a:lnTo>
                  <a:lnTo>
                    <a:pt x="36181" y="6475"/>
                  </a:lnTo>
                  <a:lnTo>
                    <a:pt x="36884" y="6347"/>
                  </a:lnTo>
                  <a:lnTo>
                    <a:pt x="37548" y="6207"/>
                  </a:lnTo>
                  <a:lnTo>
                    <a:pt x="38186" y="6066"/>
                  </a:lnTo>
                  <a:lnTo>
                    <a:pt x="38774" y="5913"/>
                  </a:lnTo>
                  <a:lnTo>
                    <a:pt x="39323" y="5760"/>
                  </a:lnTo>
                  <a:lnTo>
                    <a:pt x="39834" y="5607"/>
                  </a:lnTo>
                  <a:lnTo>
                    <a:pt x="40306" y="5441"/>
                  </a:lnTo>
                  <a:lnTo>
                    <a:pt x="40728" y="5275"/>
                  </a:lnTo>
                  <a:lnTo>
                    <a:pt x="41111" y="5096"/>
                  </a:lnTo>
                  <a:lnTo>
                    <a:pt x="41443" y="4917"/>
                  </a:lnTo>
                  <a:lnTo>
                    <a:pt x="41724" y="4738"/>
                  </a:lnTo>
                  <a:lnTo>
                    <a:pt x="41852" y="4649"/>
                  </a:lnTo>
                  <a:lnTo>
                    <a:pt x="41967" y="4559"/>
                  </a:lnTo>
                  <a:lnTo>
                    <a:pt x="42056" y="4470"/>
                  </a:lnTo>
                  <a:lnTo>
                    <a:pt x="42146" y="4368"/>
                  </a:lnTo>
                  <a:lnTo>
                    <a:pt x="42222" y="4279"/>
                  </a:lnTo>
                  <a:lnTo>
                    <a:pt x="42286" y="4189"/>
                  </a:lnTo>
                  <a:lnTo>
                    <a:pt x="42324" y="4087"/>
                  </a:lnTo>
                  <a:lnTo>
                    <a:pt x="42363" y="3985"/>
                  </a:lnTo>
                  <a:lnTo>
                    <a:pt x="42388" y="3895"/>
                  </a:lnTo>
                  <a:lnTo>
                    <a:pt x="42388" y="3793"/>
                  </a:lnTo>
                  <a:lnTo>
                    <a:pt x="42388" y="3704"/>
                  </a:lnTo>
                  <a:lnTo>
                    <a:pt x="42363" y="3602"/>
                  </a:lnTo>
                  <a:lnTo>
                    <a:pt x="42324" y="3499"/>
                  </a:lnTo>
                  <a:lnTo>
                    <a:pt x="42286" y="3410"/>
                  </a:lnTo>
                  <a:lnTo>
                    <a:pt x="42222" y="3308"/>
                  </a:lnTo>
                  <a:lnTo>
                    <a:pt x="42146" y="3219"/>
                  </a:lnTo>
                  <a:lnTo>
                    <a:pt x="42056" y="3129"/>
                  </a:lnTo>
                  <a:lnTo>
                    <a:pt x="41967" y="3027"/>
                  </a:lnTo>
                  <a:lnTo>
                    <a:pt x="41852" y="2938"/>
                  </a:lnTo>
                  <a:lnTo>
                    <a:pt x="41724" y="2848"/>
                  </a:lnTo>
                  <a:lnTo>
                    <a:pt x="41443" y="2669"/>
                  </a:lnTo>
                  <a:lnTo>
                    <a:pt x="41111" y="2491"/>
                  </a:lnTo>
                  <a:lnTo>
                    <a:pt x="40728" y="2325"/>
                  </a:lnTo>
                  <a:lnTo>
                    <a:pt x="40306" y="2158"/>
                  </a:lnTo>
                  <a:lnTo>
                    <a:pt x="39834" y="1992"/>
                  </a:lnTo>
                  <a:lnTo>
                    <a:pt x="39323" y="1826"/>
                  </a:lnTo>
                  <a:lnTo>
                    <a:pt x="38774" y="1673"/>
                  </a:lnTo>
                  <a:lnTo>
                    <a:pt x="38186" y="1533"/>
                  </a:lnTo>
                  <a:lnTo>
                    <a:pt x="37548" y="1379"/>
                  </a:lnTo>
                  <a:lnTo>
                    <a:pt x="36884" y="1252"/>
                  </a:lnTo>
                  <a:lnTo>
                    <a:pt x="36181" y="1111"/>
                  </a:lnTo>
                  <a:lnTo>
                    <a:pt x="35453" y="996"/>
                  </a:lnTo>
                  <a:lnTo>
                    <a:pt x="34674" y="869"/>
                  </a:lnTo>
                  <a:lnTo>
                    <a:pt x="33883" y="754"/>
                  </a:lnTo>
                  <a:lnTo>
                    <a:pt x="33052" y="651"/>
                  </a:lnTo>
                  <a:lnTo>
                    <a:pt x="32184" y="549"/>
                  </a:lnTo>
                  <a:lnTo>
                    <a:pt x="31303" y="460"/>
                  </a:lnTo>
                  <a:lnTo>
                    <a:pt x="30383" y="383"/>
                  </a:lnTo>
                  <a:lnTo>
                    <a:pt x="29451" y="307"/>
                  </a:lnTo>
                  <a:lnTo>
                    <a:pt x="28480" y="230"/>
                  </a:lnTo>
                  <a:lnTo>
                    <a:pt x="27497" y="179"/>
                  </a:lnTo>
                  <a:lnTo>
                    <a:pt x="26488" y="128"/>
                  </a:lnTo>
                  <a:lnTo>
                    <a:pt x="25466" y="77"/>
                  </a:lnTo>
                  <a:lnTo>
                    <a:pt x="24419" y="51"/>
                  </a:lnTo>
                  <a:lnTo>
                    <a:pt x="23359" y="26"/>
                  </a:lnTo>
                  <a:lnTo>
                    <a:pt x="22286" y="13"/>
                  </a:lnTo>
                  <a:lnTo>
                    <a:pt x="21201" y="0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2706740" y="3475732"/>
              <a:ext cx="609226" cy="83397"/>
            </a:xfrm>
            <a:custGeom>
              <a:avLst/>
              <a:gdLst/>
              <a:ahLst/>
              <a:cxnLst/>
              <a:rect l="l" t="t" r="r" b="b"/>
              <a:pathLst>
                <a:path w="41150" h="5633" extrusionOk="0">
                  <a:moveTo>
                    <a:pt x="19949" y="0"/>
                  </a:moveTo>
                  <a:lnTo>
                    <a:pt x="18238" y="13"/>
                  </a:lnTo>
                  <a:lnTo>
                    <a:pt x="16577" y="51"/>
                  </a:lnTo>
                  <a:lnTo>
                    <a:pt x="14943" y="115"/>
                  </a:lnTo>
                  <a:lnTo>
                    <a:pt x="13372" y="192"/>
                  </a:lnTo>
                  <a:lnTo>
                    <a:pt x="11839" y="294"/>
                  </a:lnTo>
                  <a:lnTo>
                    <a:pt x="10371" y="409"/>
                  </a:lnTo>
                  <a:lnTo>
                    <a:pt x="8966" y="549"/>
                  </a:lnTo>
                  <a:lnTo>
                    <a:pt x="7625" y="715"/>
                  </a:lnTo>
                  <a:lnTo>
                    <a:pt x="6361" y="881"/>
                  </a:lnTo>
                  <a:lnTo>
                    <a:pt x="5173" y="1073"/>
                  </a:lnTo>
                  <a:lnTo>
                    <a:pt x="4074" y="1290"/>
                  </a:lnTo>
                  <a:lnTo>
                    <a:pt x="3551" y="1392"/>
                  </a:lnTo>
                  <a:lnTo>
                    <a:pt x="3066" y="1507"/>
                  </a:lnTo>
                  <a:lnTo>
                    <a:pt x="2593" y="1622"/>
                  </a:lnTo>
                  <a:lnTo>
                    <a:pt x="2146" y="1737"/>
                  </a:lnTo>
                  <a:lnTo>
                    <a:pt x="1725" y="1865"/>
                  </a:lnTo>
                  <a:lnTo>
                    <a:pt x="1316" y="1992"/>
                  </a:lnTo>
                  <a:lnTo>
                    <a:pt x="946" y="2120"/>
                  </a:lnTo>
                  <a:lnTo>
                    <a:pt x="601" y="2248"/>
                  </a:lnTo>
                  <a:lnTo>
                    <a:pt x="281" y="2376"/>
                  </a:lnTo>
                  <a:lnTo>
                    <a:pt x="0" y="2516"/>
                  </a:lnTo>
                  <a:lnTo>
                    <a:pt x="716" y="2299"/>
                  </a:lnTo>
                  <a:lnTo>
                    <a:pt x="1507" y="2095"/>
                  </a:lnTo>
                  <a:lnTo>
                    <a:pt x="2363" y="1903"/>
                  </a:lnTo>
                  <a:lnTo>
                    <a:pt x="3295" y="1724"/>
                  </a:lnTo>
                  <a:lnTo>
                    <a:pt x="4292" y="1545"/>
                  </a:lnTo>
                  <a:lnTo>
                    <a:pt x="5352" y="1392"/>
                  </a:lnTo>
                  <a:lnTo>
                    <a:pt x="6463" y="1239"/>
                  </a:lnTo>
                  <a:lnTo>
                    <a:pt x="7625" y="1098"/>
                  </a:lnTo>
                  <a:lnTo>
                    <a:pt x="8851" y="984"/>
                  </a:lnTo>
                  <a:lnTo>
                    <a:pt x="10115" y="881"/>
                  </a:lnTo>
                  <a:lnTo>
                    <a:pt x="11431" y="779"/>
                  </a:lnTo>
                  <a:lnTo>
                    <a:pt x="12784" y="703"/>
                  </a:lnTo>
                  <a:lnTo>
                    <a:pt x="14164" y="651"/>
                  </a:lnTo>
                  <a:lnTo>
                    <a:pt x="15594" y="600"/>
                  </a:lnTo>
                  <a:lnTo>
                    <a:pt x="17050" y="575"/>
                  </a:lnTo>
                  <a:lnTo>
                    <a:pt x="18531" y="562"/>
                  </a:lnTo>
                  <a:lnTo>
                    <a:pt x="19617" y="575"/>
                  </a:lnTo>
                  <a:lnTo>
                    <a:pt x="20690" y="588"/>
                  </a:lnTo>
                  <a:lnTo>
                    <a:pt x="21750" y="613"/>
                  </a:lnTo>
                  <a:lnTo>
                    <a:pt x="22797" y="639"/>
                  </a:lnTo>
                  <a:lnTo>
                    <a:pt x="23819" y="690"/>
                  </a:lnTo>
                  <a:lnTo>
                    <a:pt x="24828" y="741"/>
                  </a:lnTo>
                  <a:lnTo>
                    <a:pt x="25811" y="792"/>
                  </a:lnTo>
                  <a:lnTo>
                    <a:pt x="26782" y="869"/>
                  </a:lnTo>
                  <a:lnTo>
                    <a:pt x="27714" y="932"/>
                  </a:lnTo>
                  <a:lnTo>
                    <a:pt x="28633" y="1022"/>
                  </a:lnTo>
                  <a:lnTo>
                    <a:pt x="29515" y="1111"/>
                  </a:lnTo>
                  <a:lnTo>
                    <a:pt x="30383" y="1213"/>
                  </a:lnTo>
                  <a:lnTo>
                    <a:pt x="31213" y="1316"/>
                  </a:lnTo>
                  <a:lnTo>
                    <a:pt x="32005" y="1431"/>
                  </a:lnTo>
                  <a:lnTo>
                    <a:pt x="32784" y="1545"/>
                  </a:lnTo>
                  <a:lnTo>
                    <a:pt x="33512" y="1673"/>
                  </a:lnTo>
                  <a:lnTo>
                    <a:pt x="34214" y="1801"/>
                  </a:lnTo>
                  <a:lnTo>
                    <a:pt x="34879" y="1941"/>
                  </a:lnTo>
                  <a:lnTo>
                    <a:pt x="35517" y="2082"/>
                  </a:lnTo>
                  <a:lnTo>
                    <a:pt x="36105" y="2235"/>
                  </a:lnTo>
                  <a:lnTo>
                    <a:pt x="36654" y="2388"/>
                  </a:lnTo>
                  <a:lnTo>
                    <a:pt x="37165" y="2554"/>
                  </a:lnTo>
                  <a:lnTo>
                    <a:pt x="37637" y="2708"/>
                  </a:lnTo>
                  <a:lnTo>
                    <a:pt x="38059" y="2874"/>
                  </a:lnTo>
                  <a:lnTo>
                    <a:pt x="38442" y="3052"/>
                  </a:lnTo>
                  <a:lnTo>
                    <a:pt x="38774" y="3231"/>
                  </a:lnTo>
                  <a:lnTo>
                    <a:pt x="39055" y="3410"/>
                  </a:lnTo>
                  <a:lnTo>
                    <a:pt x="39182" y="3499"/>
                  </a:lnTo>
                  <a:lnTo>
                    <a:pt x="39297" y="3589"/>
                  </a:lnTo>
                  <a:lnTo>
                    <a:pt x="39387" y="3678"/>
                  </a:lnTo>
                  <a:lnTo>
                    <a:pt x="39476" y="3780"/>
                  </a:lnTo>
                  <a:lnTo>
                    <a:pt x="39553" y="3870"/>
                  </a:lnTo>
                  <a:lnTo>
                    <a:pt x="39617" y="3972"/>
                  </a:lnTo>
                  <a:lnTo>
                    <a:pt x="39655" y="4061"/>
                  </a:lnTo>
                  <a:lnTo>
                    <a:pt x="39693" y="4164"/>
                  </a:lnTo>
                  <a:lnTo>
                    <a:pt x="39719" y="4253"/>
                  </a:lnTo>
                  <a:lnTo>
                    <a:pt x="39719" y="4355"/>
                  </a:lnTo>
                  <a:lnTo>
                    <a:pt x="39719" y="4445"/>
                  </a:lnTo>
                  <a:lnTo>
                    <a:pt x="39706" y="4521"/>
                  </a:lnTo>
                  <a:lnTo>
                    <a:pt x="39680" y="4611"/>
                  </a:lnTo>
                  <a:lnTo>
                    <a:pt x="39642" y="4687"/>
                  </a:lnTo>
                  <a:lnTo>
                    <a:pt x="39591" y="4777"/>
                  </a:lnTo>
                  <a:lnTo>
                    <a:pt x="39540" y="4853"/>
                  </a:lnTo>
                  <a:lnTo>
                    <a:pt x="39400" y="5019"/>
                  </a:lnTo>
                  <a:lnTo>
                    <a:pt x="39221" y="5172"/>
                  </a:lnTo>
                  <a:lnTo>
                    <a:pt x="39016" y="5326"/>
                  </a:lnTo>
                  <a:lnTo>
                    <a:pt x="38761" y="5479"/>
                  </a:lnTo>
                  <a:lnTo>
                    <a:pt x="38480" y="5632"/>
                  </a:lnTo>
                  <a:lnTo>
                    <a:pt x="38480" y="5632"/>
                  </a:lnTo>
                  <a:lnTo>
                    <a:pt x="39080" y="5428"/>
                  </a:lnTo>
                  <a:lnTo>
                    <a:pt x="39361" y="5326"/>
                  </a:lnTo>
                  <a:lnTo>
                    <a:pt x="39617" y="5211"/>
                  </a:lnTo>
                  <a:lnTo>
                    <a:pt x="39846" y="5096"/>
                  </a:lnTo>
                  <a:lnTo>
                    <a:pt x="40064" y="4994"/>
                  </a:lnTo>
                  <a:lnTo>
                    <a:pt x="40268" y="4879"/>
                  </a:lnTo>
                  <a:lnTo>
                    <a:pt x="40447" y="4764"/>
                  </a:lnTo>
                  <a:lnTo>
                    <a:pt x="40613" y="4649"/>
                  </a:lnTo>
                  <a:lnTo>
                    <a:pt x="40753" y="4534"/>
                  </a:lnTo>
                  <a:lnTo>
                    <a:pt x="40868" y="4406"/>
                  </a:lnTo>
                  <a:lnTo>
                    <a:pt x="40970" y="4291"/>
                  </a:lnTo>
                  <a:lnTo>
                    <a:pt x="41047" y="4164"/>
                  </a:lnTo>
                  <a:lnTo>
                    <a:pt x="41098" y="4049"/>
                  </a:lnTo>
                  <a:lnTo>
                    <a:pt x="41136" y="3921"/>
                  </a:lnTo>
                  <a:lnTo>
                    <a:pt x="41149" y="3793"/>
                  </a:lnTo>
                  <a:lnTo>
                    <a:pt x="41136" y="3704"/>
                  </a:lnTo>
                  <a:lnTo>
                    <a:pt x="41111" y="3602"/>
                  </a:lnTo>
                  <a:lnTo>
                    <a:pt x="41085" y="3499"/>
                  </a:lnTo>
                  <a:lnTo>
                    <a:pt x="41034" y="3410"/>
                  </a:lnTo>
                  <a:lnTo>
                    <a:pt x="40970" y="3308"/>
                  </a:lnTo>
                  <a:lnTo>
                    <a:pt x="40894" y="3219"/>
                  </a:lnTo>
                  <a:lnTo>
                    <a:pt x="40817" y="3129"/>
                  </a:lnTo>
                  <a:lnTo>
                    <a:pt x="40715" y="3027"/>
                  </a:lnTo>
                  <a:lnTo>
                    <a:pt x="40600" y="2938"/>
                  </a:lnTo>
                  <a:lnTo>
                    <a:pt x="40472" y="2848"/>
                  </a:lnTo>
                  <a:lnTo>
                    <a:pt x="40191" y="2669"/>
                  </a:lnTo>
                  <a:lnTo>
                    <a:pt x="39859" y="2491"/>
                  </a:lnTo>
                  <a:lnTo>
                    <a:pt x="39476" y="2325"/>
                  </a:lnTo>
                  <a:lnTo>
                    <a:pt x="39055" y="2158"/>
                  </a:lnTo>
                  <a:lnTo>
                    <a:pt x="38582" y="1992"/>
                  </a:lnTo>
                  <a:lnTo>
                    <a:pt x="38071" y="1826"/>
                  </a:lnTo>
                  <a:lnTo>
                    <a:pt x="37522" y="1673"/>
                  </a:lnTo>
                  <a:lnTo>
                    <a:pt x="36935" y="1533"/>
                  </a:lnTo>
                  <a:lnTo>
                    <a:pt x="36309" y="1379"/>
                  </a:lnTo>
                  <a:lnTo>
                    <a:pt x="35632" y="1252"/>
                  </a:lnTo>
                  <a:lnTo>
                    <a:pt x="34930" y="1111"/>
                  </a:lnTo>
                  <a:lnTo>
                    <a:pt x="34202" y="996"/>
                  </a:lnTo>
                  <a:lnTo>
                    <a:pt x="33435" y="869"/>
                  </a:lnTo>
                  <a:lnTo>
                    <a:pt x="32631" y="754"/>
                  </a:lnTo>
                  <a:lnTo>
                    <a:pt x="31801" y="651"/>
                  </a:lnTo>
                  <a:lnTo>
                    <a:pt x="30945" y="549"/>
                  </a:lnTo>
                  <a:lnTo>
                    <a:pt x="30051" y="460"/>
                  </a:lnTo>
                  <a:lnTo>
                    <a:pt x="29131" y="383"/>
                  </a:lnTo>
                  <a:lnTo>
                    <a:pt x="28199" y="307"/>
                  </a:lnTo>
                  <a:lnTo>
                    <a:pt x="27241" y="230"/>
                  </a:lnTo>
                  <a:lnTo>
                    <a:pt x="26245" y="179"/>
                  </a:lnTo>
                  <a:lnTo>
                    <a:pt x="25249" y="128"/>
                  </a:lnTo>
                  <a:lnTo>
                    <a:pt x="24215" y="77"/>
                  </a:lnTo>
                  <a:lnTo>
                    <a:pt x="23180" y="51"/>
                  </a:lnTo>
                  <a:lnTo>
                    <a:pt x="22120" y="26"/>
                  </a:lnTo>
                  <a:lnTo>
                    <a:pt x="21035" y="13"/>
                  </a:lnTo>
                  <a:lnTo>
                    <a:pt x="19949" y="0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2915476" y="3506734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1" y="1"/>
                  </a:moveTo>
                  <a:lnTo>
                    <a:pt x="1" y="384"/>
                  </a:lnTo>
                  <a:lnTo>
                    <a:pt x="2325" y="384"/>
                  </a:lnTo>
                  <a:lnTo>
                    <a:pt x="3347" y="397"/>
                  </a:lnTo>
                  <a:lnTo>
                    <a:pt x="4254" y="422"/>
                  </a:lnTo>
                  <a:lnTo>
                    <a:pt x="5058" y="460"/>
                  </a:lnTo>
                  <a:lnTo>
                    <a:pt x="5748" y="511"/>
                  </a:lnTo>
                  <a:lnTo>
                    <a:pt x="6323" y="588"/>
                  </a:lnTo>
                  <a:lnTo>
                    <a:pt x="6578" y="626"/>
                  </a:lnTo>
                  <a:lnTo>
                    <a:pt x="6795" y="678"/>
                  </a:lnTo>
                  <a:lnTo>
                    <a:pt x="6987" y="716"/>
                  </a:lnTo>
                  <a:lnTo>
                    <a:pt x="7140" y="780"/>
                  </a:lnTo>
                  <a:lnTo>
                    <a:pt x="7268" y="831"/>
                  </a:lnTo>
                  <a:lnTo>
                    <a:pt x="7370" y="895"/>
                  </a:lnTo>
                  <a:lnTo>
                    <a:pt x="1" y="895"/>
                  </a:lnTo>
                  <a:lnTo>
                    <a:pt x="1" y="1188"/>
                  </a:lnTo>
                  <a:lnTo>
                    <a:pt x="7472" y="1188"/>
                  </a:lnTo>
                  <a:lnTo>
                    <a:pt x="7446" y="1227"/>
                  </a:lnTo>
                  <a:lnTo>
                    <a:pt x="7408" y="1265"/>
                  </a:lnTo>
                  <a:lnTo>
                    <a:pt x="7306" y="1329"/>
                  </a:lnTo>
                  <a:lnTo>
                    <a:pt x="7165" y="1393"/>
                  </a:lnTo>
                  <a:lnTo>
                    <a:pt x="6987" y="1457"/>
                  </a:lnTo>
                  <a:lnTo>
                    <a:pt x="6770" y="1520"/>
                  </a:lnTo>
                  <a:lnTo>
                    <a:pt x="6514" y="1571"/>
                  </a:lnTo>
                  <a:lnTo>
                    <a:pt x="6208" y="1623"/>
                  </a:lnTo>
                  <a:lnTo>
                    <a:pt x="5876" y="1674"/>
                  </a:lnTo>
                  <a:lnTo>
                    <a:pt x="5505" y="1712"/>
                  </a:lnTo>
                  <a:lnTo>
                    <a:pt x="5097" y="1750"/>
                  </a:lnTo>
                  <a:lnTo>
                    <a:pt x="4637" y="1776"/>
                  </a:lnTo>
                  <a:lnTo>
                    <a:pt x="4151" y="1801"/>
                  </a:lnTo>
                  <a:lnTo>
                    <a:pt x="3053" y="1840"/>
                  </a:lnTo>
                  <a:lnTo>
                    <a:pt x="1802" y="1852"/>
                  </a:lnTo>
                  <a:lnTo>
                    <a:pt x="1" y="1852"/>
                  </a:lnTo>
                  <a:lnTo>
                    <a:pt x="1" y="2223"/>
                  </a:lnTo>
                  <a:lnTo>
                    <a:pt x="2197" y="2644"/>
                  </a:lnTo>
                  <a:lnTo>
                    <a:pt x="4215" y="3053"/>
                  </a:lnTo>
                  <a:lnTo>
                    <a:pt x="6131" y="3449"/>
                  </a:lnTo>
                  <a:lnTo>
                    <a:pt x="8021" y="3858"/>
                  </a:lnTo>
                  <a:lnTo>
                    <a:pt x="11163" y="3858"/>
                  </a:lnTo>
                  <a:lnTo>
                    <a:pt x="9107" y="3411"/>
                  </a:lnTo>
                  <a:lnTo>
                    <a:pt x="7051" y="2976"/>
                  </a:lnTo>
                  <a:lnTo>
                    <a:pt x="5033" y="2568"/>
                  </a:lnTo>
                  <a:lnTo>
                    <a:pt x="3079" y="2185"/>
                  </a:lnTo>
                  <a:lnTo>
                    <a:pt x="3845" y="2185"/>
                  </a:lnTo>
                  <a:lnTo>
                    <a:pt x="4586" y="2159"/>
                  </a:lnTo>
                  <a:lnTo>
                    <a:pt x="5275" y="2133"/>
                  </a:lnTo>
                  <a:lnTo>
                    <a:pt x="5927" y="2108"/>
                  </a:lnTo>
                  <a:lnTo>
                    <a:pt x="6540" y="2070"/>
                  </a:lnTo>
                  <a:lnTo>
                    <a:pt x="7102" y="2018"/>
                  </a:lnTo>
                  <a:lnTo>
                    <a:pt x="7638" y="1967"/>
                  </a:lnTo>
                  <a:lnTo>
                    <a:pt x="8111" y="1904"/>
                  </a:lnTo>
                  <a:lnTo>
                    <a:pt x="8558" y="1840"/>
                  </a:lnTo>
                  <a:lnTo>
                    <a:pt x="8941" y="1763"/>
                  </a:lnTo>
                  <a:lnTo>
                    <a:pt x="9285" y="1674"/>
                  </a:lnTo>
                  <a:lnTo>
                    <a:pt x="9579" y="1597"/>
                  </a:lnTo>
                  <a:lnTo>
                    <a:pt x="9822" y="1495"/>
                  </a:lnTo>
                  <a:lnTo>
                    <a:pt x="10026" y="1405"/>
                  </a:lnTo>
                  <a:lnTo>
                    <a:pt x="10103" y="1354"/>
                  </a:lnTo>
                  <a:lnTo>
                    <a:pt x="10167" y="1291"/>
                  </a:lnTo>
                  <a:lnTo>
                    <a:pt x="10218" y="1239"/>
                  </a:lnTo>
                  <a:lnTo>
                    <a:pt x="10256" y="1188"/>
                  </a:lnTo>
                  <a:lnTo>
                    <a:pt x="13781" y="1188"/>
                  </a:lnTo>
                  <a:lnTo>
                    <a:pt x="13781" y="895"/>
                  </a:lnTo>
                  <a:lnTo>
                    <a:pt x="10218" y="895"/>
                  </a:lnTo>
                  <a:lnTo>
                    <a:pt x="10179" y="844"/>
                  </a:lnTo>
                  <a:lnTo>
                    <a:pt x="10128" y="792"/>
                  </a:lnTo>
                  <a:lnTo>
                    <a:pt x="9988" y="703"/>
                  </a:lnTo>
                  <a:lnTo>
                    <a:pt x="9809" y="626"/>
                  </a:lnTo>
                  <a:lnTo>
                    <a:pt x="9579" y="550"/>
                  </a:lnTo>
                  <a:lnTo>
                    <a:pt x="9337" y="473"/>
                  </a:lnTo>
                  <a:lnTo>
                    <a:pt x="9043" y="409"/>
                  </a:lnTo>
                  <a:lnTo>
                    <a:pt x="8724" y="345"/>
                  </a:lnTo>
                  <a:lnTo>
                    <a:pt x="8391" y="294"/>
                  </a:lnTo>
                  <a:lnTo>
                    <a:pt x="13781" y="294"/>
                  </a:lnTo>
                  <a:lnTo>
                    <a:pt x="13781" y="1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2629221" y="3435833"/>
              <a:ext cx="764071" cy="159790"/>
            </a:xfrm>
            <a:custGeom>
              <a:avLst/>
              <a:gdLst/>
              <a:ahLst/>
              <a:cxnLst/>
              <a:rect l="l" t="t" r="r" b="b"/>
              <a:pathLst>
                <a:path w="51609" h="10793" extrusionOk="0">
                  <a:moveTo>
                    <a:pt x="0" y="0"/>
                  </a:moveTo>
                  <a:lnTo>
                    <a:pt x="0" y="5403"/>
                  </a:lnTo>
                  <a:lnTo>
                    <a:pt x="13" y="5530"/>
                  </a:lnTo>
                  <a:lnTo>
                    <a:pt x="39" y="5671"/>
                  </a:lnTo>
                  <a:lnTo>
                    <a:pt x="77" y="5811"/>
                  </a:lnTo>
                  <a:lnTo>
                    <a:pt x="128" y="5952"/>
                  </a:lnTo>
                  <a:lnTo>
                    <a:pt x="205" y="6080"/>
                  </a:lnTo>
                  <a:lnTo>
                    <a:pt x="294" y="6220"/>
                  </a:lnTo>
                  <a:lnTo>
                    <a:pt x="396" y="6348"/>
                  </a:lnTo>
                  <a:lnTo>
                    <a:pt x="524" y="6488"/>
                  </a:lnTo>
                  <a:lnTo>
                    <a:pt x="664" y="6616"/>
                  </a:lnTo>
                  <a:lnTo>
                    <a:pt x="818" y="6744"/>
                  </a:lnTo>
                  <a:lnTo>
                    <a:pt x="984" y="6871"/>
                  </a:lnTo>
                  <a:lnTo>
                    <a:pt x="1162" y="6999"/>
                  </a:lnTo>
                  <a:lnTo>
                    <a:pt x="1354" y="7127"/>
                  </a:lnTo>
                  <a:lnTo>
                    <a:pt x="1571" y="7254"/>
                  </a:lnTo>
                  <a:lnTo>
                    <a:pt x="1788" y="7369"/>
                  </a:lnTo>
                  <a:lnTo>
                    <a:pt x="2031" y="7497"/>
                  </a:lnTo>
                  <a:lnTo>
                    <a:pt x="2542" y="7740"/>
                  </a:lnTo>
                  <a:lnTo>
                    <a:pt x="3116" y="7970"/>
                  </a:lnTo>
                  <a:lnTo>
                    <a:pt x="3729" y="8200"/>
                  </a:lnTo>
                  <a:lnTo>
                    <a:pt x="4406" y="8417"/>
                  </a:lnTo>
                  <a:lnTo>
                    <a:pt x="5122" y="8621"/>
                  </a:lnTo>
                  <a:lnTo>
                    <a:pt x="5888" y="8825"/>
                  </a:lnTo>
                  <a:lnTo>
                    <a:pt x="6705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387" y="9553"/>
                  </a:lnTo>
                  <a:lnTo>
                    <a:pt x="10370" y="9719"/>
                  </a:lnTo>
                  <a:lnTo>
                    <a:pt x="11379" y="9873"/>
                  </a:lnTo>
                  <a:lnTo>
                    <a:pt x="12427" y="10013"/>
                  </a:lnTo>
                  <a:lnTo>
                    <a:pt x="13499" y="10141"/>
                  </a:lnTo>
                  <a:lnTo>
                    <a:pt x="14623" y="10256"/>
                  </a:lnTo>
                  <a:lnTo>
                    <a:pt x="15760" y="10371"/>
                  </a:lnTo>
                  <a:lnTo>
                    <a:pt x="16935" y="10460"/>
                  </a:lnTo>
                  <a:lnTo>
                    <a:pt x="18135" y="10549"/>
                  </a:lnTo>
                  <a:lnTo>
                    <a:pt x="19361" y="10626"/>
                  </a:lnTo>
                  <a:lnTo>
                    <a:pt x="20600" y="10677"/>
                  </a:lnTo>
                  <a:lnTo>
                    <a:pt x="21877" y="10728"/>
                  </a:lnTo>
                  <a:lnTo>
                    <a:pt x="23167" y="10767"/>
                  </a:lnTo>
                  <a:lnTo>
                    <a:pt x="24483" y="10779"/>
                  </a:lnTo>
                  <a:lnTo>
                    <a:pt x="25811" y="10792"/>
                  </a:lnTo>
                  <a:lnTo>
                    <a:pt x="27139" y="10779"/>
                  </a:lnTo>
                  <a:lnTo>
                    <a:pt x="28442" y="10767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0" y="10626"/>
                  </a:lnTo>
                  <a:lnTo>
                    <a:pt x="33486" y="10549"/>
                  </a:lnTo>
                  <a:lnTo>
                    <a:pt x="34674" y="10460"/>
                  </a:lnTo>
                  <a:lnTo>
                    <a:pt x="35849" y="10371"/>
                  </a:lnTo>
                  <a:lnTo>
                    <a:pt x="36998" y="10256"/>
                  </a:lnTo>
                  <a:lnTo>
                    <a:pt x="38109" y="10141"/>
                  </a:lnTo>
                  <a:lnTo>
                    <a:pt x="39182" y="10013"/>
                  </a:lnTo>
                  <a:lnTo>
                    <a:pt x="40229" y="9873"/>
                  </a:lnTo>
                  <a:lnTo>
                    <a:pt x="41251" y="9719"/>
                  </a:lnTo>
                  <a:lnTo>
                    <a:pt x="42222" y="9553"/>
                  </a:lnTo>
                  <a:lnTo>
                    <a:pt x="43154" y="9387"/>
                  </a:lnTo>
                  <a:lnTo>
                    <a:pt x="44061" y="9208"/>
                  </a:lnTo>
                  <a:lnTo>
                    <a:pt x="44904" y="9017"/>
                  </a:lnTo>
                  <a:lnTo>
                    <a:pt x="45721" y="8825"/>
                  </a:lnTo>
                  <a:lnTo>
                    <a:pt x="46487" y="8621"/>
                  </a:lnTo>
                  <a:lnTo>
                    <a:pt x="47203" y="8417"/>
                  </a:lnTo>
                  <a:lnTo>
                    <a:pt x="47879" y="8200"/>
                  </a:lnTo>
                  <a:lnTo>
                    <a:pt x="48505" y="7970"/>
                  </a:lnTo>
                  <a:lnTo>
                    <a:pt x="49067" y="7740"/>
                  </a:lnTo>
                  <a:lnTo>
                    <a:pt x="49591" y="7497"/>
                  </a:lnTo>
                  <a:lnTo>
                    <a:pt x="49821" y="7369"/>
                  </a:lnTo>
                  <a:lnTo>
                    <a:pt x="50050" y="7254"/>
                  </a:lnTo>
                  <a:lnTo>
                    <a:pt x="50255" y="7127"/>
                  </a:lnTo>
                  <a:lnTo>
                    <a:pt x="50459" y="6999"/>
                  </a:lnTo>
                  <a:lnTo>
                    <a:pt x="50638" y="6871"/>
                  </a:lnTo>
                  <a:lnTo>
                    <a:pt x="50804" y="6744"/>
                  </a:lnTo>
                  <a:lnTo>
                    <a:pt x="50957" y="6616"/>
                  </a:lnTo>
                  <a:lnTo>
                    <a:pt x="51085" y="6488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4" y="6080"/>
                  </a:lnTo>
                  <a:lnTo>
                    <a:pt x="51481" y="5952"/>
                  </a:lnTo>
                  <a:lnTo>
                    <a:pt x="51545" y="5811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09" y="5403"/>
                  </a:lnTo>
                  <a:lnTo>
                    <a:pt x="51609" y="0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2629221" y="3356034"/>
              <a:ext cx="764071" cy="159790"/>
            </a:xfrm>
            <a:custGeom>
              <a:avLst/>
              <a:gdLst/>
              <a:ahLst/>
              <a:cxnLst/>
              <a:rect l="l" t="t" r="r" b="b"/>
              <a:pathLst>
                <a:path w="51609" h="10793" extrusionOk="0">
                  <a:moveTo>
                    <a:pt x="25811" y="1"/>
                  </a:moveTo>
                  <a:lnTo>
                    <a:pt x="24483" y="14"/>
                  </a:lnTo>
                  <a:lnTo>
                    <a:pt x="23167" y="27"/>
                  </a:lnTo>
                  <a:lnTo>
                    <a:pt x="21877" y="65"/>
                  </a:lnTo>
                  <a:lnTo>
                    <a:pt x="20600" y="116"/>
                  </a:lnTo>
                  <a:lnTo>
                    <a:pt x="19361" y="167"/>
                  </a:lnTo>
                  <a:lnTo>
                    <a:pt x="18135" y="244"/>
                  </a:lnTo>
                  <a:lnTo>
                    <a:pt x="16935" y="333"/>
                  </a:lnTo>
                  <a:lnTo>
                    <a:pt x="15760" y="422"/>
                  </a:lnTo>
                  <a:lnTo>
                    <a:pt x="14623" y="537"/>
                  </a:lnTo>
                  <a:lnTo>
                    <a:pt x="13499" y="652"/>
                  </a:lnTo>
                  <a:lnTo>
                    <a:pt x="12427" y="780"/>
                  </a:lnTo>
                  <a:lnTo>
                    <a:pt x="11379" y="921"/>
                  </a:lnTo>
                  <a:lnTo>
                    <a:pt x="10370" y="1074"/>
                  </a:lnTo>
                  <a:lnTo>
                    <a:pt x="9387" y="1240"/>
                  </a:lnTo>
                  <a:lnTo>
                    <a:pt x="8455" y="1406"/>
                  </a:lnTo>
                  <a:lnTo>
                    <a:pt x="7561" y="1585"/>
                  </a:lnTo>
                  <a:lnTo>
                    <a:pt x="6705" y="1763"/>
                  </a:lnTo>
                  <a:lnTo>
                    <a:pt x="5888" y="1968"/>
                  </a:lnTo>
                  <a:lnTo>
                    <a:pt x="5122" y="2172"/>
                  </a:lnTo>
                  <a:lnTo>
                    <a:pt x="4406" y="2376"/>
                  </a:lnTo>
                  <a:lnTo>
                    <a:pt x="3729" y="2594"/>
                  </a:lnTo>
                  <a:lnTo>
                    <a:pt x="3116" y="2823"/>
                  </a:lnTo>
                  <a:lnTo>
                    <a:pt x="2542" y="3053"/>
                  </a:lnTo>
                  <a:lnTo>
                    <a:pt x="2031" y="3296"/>
                  </a:lnTo>
                  <a:lnTo>
                    <a:pt x="1788" y="3424"/>
                  </a:lnTo>
                  <a:lnTo>
                    <a:pt x="1571" y="3539"/>
                  </a:lnTo>
                  <a:lnTo>
                    <a:pt x="1354" y="3666"/>
                  </a:lnTo>
                  <a:lnTo>
                    <a:pt x="1162" y="3794"/>
                  </a:lnTo>
                  <a:lnTo>
                    <a:pt x="984" y="3922"/>
                  </a:lnTo>
                  <a:lnTo>
                    <a:pt x="818" y="4049"/>
                  </a:lnTo>
                  <a:lnTo>
                    <a:pt x="664" y="4177"/>
                  </a:lnTo>
                  <a:lnTo>
                    <a:pt x="524" y="4305"/>
                  </a:lnTo>
                  <a:lnTo>
                    <a:pt x="396" y="4445"/>
                  </a:lnTo>
                  <a:lnTo>
                    <a:pt x="294" y="4573"/>
                  </a:lnTo>
                  <a:lnTo>
                    <a:pt x="205" y="4714"/>
                  </a:lnTo>
                  <a:lnTo>
                    <a:pt x="128" y="4841"/>
                  </a:lnTo>
                  <a:lnTo>
                    <a:pt x="77" y="4982"/>
                  </a:lnTo>
                  <a:lnTo>
                    <a:pt x="39" y="5122"/>
                  </a:lnTo>
                  <a:lnTo>
                    <a:pt x="13" y="5250"/>
                  </a:lnTo>
                  <a:lnTo>
                    <a:pt x="0" y="5390"/>
                  </a:lnTo>
                  <a:lnTo>
                    <a:pt x="13" y="5531"/>
                  </a:lnTo>
                  <a:lnTo>
                    <a:pt x="39" y="5671"/>
                  </a:lnTo>
                  <a:lnTo>
                    <a:pt x="77" y="5812"/>
                  </a:lnTo>
                  <a:lnTo>
                    <a:pt x="128" y="5952"/>
                  </a:lnTo>
                  <a:lnTo>
                    <a:pt x="205" y="6080"/>
                  </a:lnTo>
                  <a:lnTo>
                    <a:pt x="294" y="6221"/>
                  </a:lnTo>
                  <a:lnTo>
                    <a:pt x="396" y="6348"/>
                  </a:lnTo>
                  <a:lnTo>
                    <a:pt x="524" y="6476"/>
                  </a:lnTo>
                  <a:lnTo>
                    <a:pt x="664" y="6616"/>
                  </a:lnTo>
                  <a:lnTo>
                    <a:pt x="818" y="6744"/>
                  </a:lnTo>
                  <a:lnTo>
                    <a:pt x="984" y="6872"/>
                  </a:lnTo>
                  <a:lnTo>
                    <a:pt x="1162" y="7000"/>
                  </a:lnTo>
                  <a:lnTo>
                    <a:pt x="1354" y="7127"/>
                  </a:lnTo>
                  <a:lnTo>
                    <a:pt x="1571" y="7255"/>
                  </a:lnTo>
                  <a:lnTo>
                    <a:pt x="1788" y="7370"/>
                  </a:lnTo>
                  <a:lnTo>
                    <a:pt x="2031" y="7498"/>
                  </a:lnTo>
                  <a:lnTo>
                    <a:pt x="2542" y="7728"/>
                  </a:lnTo>
                  <a:lnTo>
                    <a:pt x="3116" y="7970"/>
                  </a:lnTo>
                  <a:lnTo>
                    <a:pt x="3729" y="8187"/>
                  </a:lnTo>
                  <a:lnTo>
                    <a:pt x="4406" y="8404"/>
                  </a:lnTo>
                  <a:lnTo>
                    <a:pt x="5122" y="8622"/>
                  </a:lnTo>
                  <a:lnTo>
                    <a:pt x="5888" y="8826"/>
                  </a:lnTo>
                  <a:lnTo>
                    <a:pt x="6705" y="9017"/>
                  </a:lnTo>
                  <a:lnTo>
                    <a:pt x="7561" y="9209"/>
                  </a:lnTo>
                  <a:lnTo>
                    <a:pt x="8455" y="9388"/>
                  </a:lnTo>
                  <a:lnTo>
                    <a:pt x="9387" y="9554"/>
                  </a:lnTo>
                  <a:lnTo>
                    <a:pt x="10370" y="9720"/>
                  </a:lnTo>
                  <a:lnTo>
                    <a:pt x="11379" y="9860"/>
                  </a:lnTo>
                  <a:lnTo>
                    <a:pt x="12427" y="10001"/>
                  </a:lnTo>
                  <a:lnTo>
                    <a:pt x="13499" y="10141"/>
                  </a:lnTo>
                  <a:lnTo>
                    <a:pt x="14623" y="10256"/>
                  </a:lnTo>
                  <a:lnTo>
                    <a:pt x="15760" y="10358"/>
                  </a:lnTo>
                  <a:lnTo>
                    <a:pt x="16935" y="10461"/>
                  </a:lnTo>
                  <a:lnTo>
                    <a:pt x="18135" y="10550"/>
                  </a:lnTo>
                  <a:lnTo>
                    <a:pt x="19361" y="10614"/>
                  </a:lnTo>
                  <a:lnTo>
                    <a:pt x="20600" y="10678"/>
                  </a:lnTo>
                  <a:lnTo>
                    <a:pt x="21877" y="10729"/>
                  </a:lnTo>
                  <a:lnTo>
                    <a:pt x="23167" y="10754"/>
                  </a:lnTo>
                  <a:lnTo>
                    <a:pt x="24483" y="10780"/>
                  </a:lnTo>
                  <a:lnTo>
                    <a:pt x="25811" y="10793"/>
                  </a:lnTo>
                  <a:lnTo>
                    <a:pt x="27139" y="10780"/>
                  </a:lnTo>
                  <a:lnTo>
                    <a:pt x="28442" y="10754"/>
                  </a:lnTo>
                  <a:lnTo>
                    <a:pt x="29732" y="10729"/>
                  </a:lnTo>
                  <a:lnTo>
                    <a:pt x="31009" y="10678"/>
                  </a:lnTo>
                  <a:lnTo>
                    <a:pt x="32260" y="10614"/>
                  </a:lnTo>
                  <a:lnTo>
                    <a:pt x="33486" y="10550"/>
                  </a:lnTo>
                  <a:lnTo>
                    <a:pt x="34674" y="10461"/>
                  </a:lnTo>
                  <a:lnTo>
                    <a:pt x="35849" y="10358"/>
                  </a:lnTo>
                  <a:lnTo>
                    <a:pt x="36998" y="10256"/>
                  </a:lnTo>
                  <a:lnTo>
                    <a:pt x="38109" y="10141"/>
                  </a:lnTo>
                  <a:lnTo>
                    <a:pt x="39182" y="10001"/>
                  </a:lnTo>
                  <a:lnTo>
                    <a:pt x="40229" y="9860"/>
                  </a:lnTo>
                  <a:lnTo>
                    <a:pt x="41251" y="9720"/>
                  </a:lnTo>
                  <a:lnTo>
                    <a:pt x="42222" y="9554"/>
                  </a:lnTo>
                  <a:lnTo>
                    <a:pt x="43154" y="9388"/>
                  </a:lnTo>
                  <a:lnTo>
                    <a:pt x="44061" y="9209"/>
                  </a:lnTo>
                  <a:lnTo>
                    <a:pt x="44904" y="9017"/>
                  </a:lnTo>
                  <a:lnTo>
                    <a:pt x="45721" y="8826"/>
                  </a:lnTo>
                  <a:lnTo>
                    <a:pt x="46487" y="8622"/>
                  </a:lnTo>
                  <a:lnTo>
                    <a:pt x="47203" y="8404"/>
                  </a:lnTo>
                  <a:lnTo>
                    <a:pt x="47879" y="8187"/>
                  </a:lnTo>
                  <a:lnTo>
                    <a:pt x="48505" y="7970"/>
                  </a:lnTo>
                  <a:lnTo>
                    <a:pt x="49067" y="7728"/>
                  </a:lnTo>
                  <a:lnTo>
                    <a:pt x="49591" y="7498"/>
                  </a:lnTo>
                  <a:lnTo>
                    <a:pt x="49821" y="7370"/>
                  </a:lnTo>
                  <a:lnTo>
                    <a:pt x="50050" y="7255"/>
                  </a:lnTo>
                  <a:lnTo>
                    <a:pt x="50255" y="7127"/>
                  </a:lnTo>
                  <a:lnTo>
                    <a:pt x="50459" y="7000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7" y="6616"/>
                  </a:lnTo>
                  <a:lnTo>
                    <a:pt x="51085" y="6476"/>
                  </a:lnTo>
                  <a:lnTo>
                    <a:pt x="51213" y="6348"/>
                  </a:lnTo>
                  <a:lnTo>
                    <a:pt x="51315" y="6221"/>
                  </a:lnTo>
                  <a:lnTo>
                    <a:pt x="51404" y="6080"/>
                  </a:lnTo>
                  <a:lnTo>
                    <a:pt x="51481" y="5952"/>
                  </a:lnTo>
                  <a:lnTo>
                    <a:pt x="51545" y="5812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09" y="5390"/>
                  </a:lnTo>
                  <a:lnTo>
                    <a:pt x="51609" y="5250"/>
                  </a:lnTo>
                  <a:lnTo>
                    <a:pt x="51583" y="5122"/>
                  </a:lnTo>
                  <a:lnTo>
                    <a:pt x="51545" y="4982"/>
                  </a:lnTo>
                  <a:lnTo>
                    <a:pt x="51481" y="4841"/>
                  </a:lnTo>
                  <a:lnTo>
                    <a:pt x="51404" y="4714"/>
                  </a:lnTo>
                  <a:lnTo>
                    <a:pt x="51315" y="4573"/>
                  </a:lnTo>
                  <a:lnTo>
                    <a:pt x="51213" y="4445"/>
                  </a:lnTo>
                  <a:lnTo>
                    <a:pt x="51085" y="4305"/>
                  </a:lnTo>
                  <a:lnTo>
                    <a:pt x="50957" y="4177"/>
                  </a:lnTo>
                  <a:lnTo>
                    <a:pt x="50804" y="4049"/>
                  </a:lnTo>
                  <a:lnTo>
                    <a:pt x="50638" y="3922"/>
                  </a:lnTo>
                  <a:lnTo>
                    <a:pt x="50459" y="3794"/>
                  </a:lnTo>
                  <a:lnTo>
                    <a:pt x="50255" y="3666"/>
                  </a:lnTo>
                  <a:lnTo>
                    <a:pt x="50050" y="3539"/>
                  </a:lnTo>
                  <a:lnTo>
                    <a:pt x="49821" y="3424"/>
                  </a:lnTo>
                  <a:lnTo>
                    <a:pt x="49591" y="3296"/>
                  </a:lnTo>
                  <a:lnTo>
                    <a:pt x="49067" y="3053"/>
                  </a:lnTo>
                  <a:lnTo>
                    <a:pt x="48505" y="2823"/>
                  </a:lnTo>
                  <a:lnTo>
                    <a:pt x="47879" y="2594"/>
                  </a:lnTo>
                  <a:lnTo>
                    <a:pt x="47203" y="2376"/>
                  </a:lnTo>
                  <a:lnTo>
                    <a:pt x="46487" y="2172"/>
                  </a:lnTo>
                  <a:lnTo>
                    <a:pt x="45721" y="1968"/>
                  </a:lnTo>
                  <a:lnTo>
                    <a:pt x="44904" y="1763"/>
                  </a:lnTo>
                  <a:lnTo>
                    <a:pt x="44061" y="1585"/>
                  </a:lnTo>
                  <a:lnTo>
                    <a:pt x="43154" y="1406"/>
                  </a:lnTo>
                  <a:lnTo>
                    <a:pt x="42222" y="1240"/>
                  </a:lnTo>
                  <a:lnTo>
                    <a:pt x="41251" y="1074"/>
                  </a:lnTo>
                  <a:lnTo>
                    <a:pt x="40229" y="921"/>
                  </a:lnTo>
                  <a:lnTo>
                    <a:pt x="39182" y="780"/>
                  </a:lnTo>
                  <a:lnTo>
                    <a:pt x="38109" y="652"/>
                  </a:lnTo>
                  <a:lnTo>
                    <a:pt x="36998" y="537"/>
                  </a:lnTo>
                  <a:lnTo>
                    <a:pt x="35849" y="422"/>
                  </a:lnTo>
                  <a:lnTo>
                    <a:pt x="34674" y="333"/>
                  </a:lnTo>
                  <a:lnTo>
                    <a:pt x="33486" y="244"/>
                  </a:lnTo>
                  <a:lnTo>
                    <a:pt x="32260" y="167"/>
                  </a:lnTo>
                  <a:lnTo>
                    <a:pt x="31009" y="116"/>
                  </a:lnTo>
                  <a:lnTo>
                    <a:pt x="29732" y="65"/>
                  </a:lnTo>
                  <a:lnTo>
                    <a:pt x="28442" y="27"/>
                  </a:lnTo>
                  <a:lnTo>
                    <a:pt x="27139" y="14"/>
                  </a:lnTo>
                  <a:lnTo>
                    <a:pt x="258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2697472" y="3370409"/>
              <a:ext cx="627569" cy="112133"/>
            </a:xfrm>
            <a:custGeom>
              <a:avLst/>
              <a:gdLst/>
              <a:ahLst/>
              <a:cxnLst/>
              <a:rect l="l" t="t" r="r" b="b"/>
              <a:pathLst>
                <a:path w="42389" h="7574" extrusionOk="0">
                  <a:moveTo>
                    <a:pt x="20102" y="1"/>
                  </a:moveTo>
                  <a:lnTo>
                    <a:pt x="19030" y="13"/>
                  </a:lnTo>
                  <a:lnTo>
                    <a:pt x="17970" y="39"/>
                  </a:lnTo>
                  <a:lnTo>
                    <a:pt x="16922" y="77"/>
                  </a:lnTo>
                  <a:lnTo>
                    <a:pt x="15901" y="116"/>
                  </a:lnTo>
                  <a:lnTo>
                    <a:pt x="14892" y="167"/>
                  </a:lnTo>
                  <a:lnTo>
                    <a:pt x="13908" y="230"/>
                  </a:lnTo>
                  <a:lnTo>
                    <a:pt x="12951" y="294"/>
                  </a:lnTo>
                  <a:lnTo>
                    <a:pt x="12006" y="371"/>
                  </a:lnTo>
                  <a:lnTo>
                    <a:pt x="11099" y="448"/>
                  </a:lnTo>
                  <a:lnTo>
                    <a:pt x="10205" y="550"/>
                  </a:lnTo>
                  <a:lnTo>
                    <a:pt x="9349" y="639"/>
                  </a:lnTo>
                  <a:lnTo>
                    <a:pt x="8519" y="754"/>
                  </a:lnTo>
                  <a:lnTo>
                    <a:pt x="7714" y="856"/>
                  </a:lnTo>
                  <a:lnTo>
                    <a:pt x="6948" y="984"/>
                  </a:lnTo>
                  <a:lnTo>
                    <a:pt x="6207" y="1099"/>
                  </a:lnTo>
                  <a:lnTo>
                    <a:pt x="5505" y="1239"/>
                  </a:lnTo>
                  <a:lnTo>
                    <a:pt x="4841" y="1380"/>
                  </a:lnTo>
                  <a:lnTo>
                    <a:pt x="4215" y="1520"/>
                  </a:lnTo>
                  <a:lnTo>
                    <a:pt x="3615" y="1661"/>
                  </a:lnTo>
                  <a:lnTo>
                    <a:pt x="3066" y="1814"/>
                  </a:lnTo>
                  <a:lnTo>
                    <a:pt x="2555" y="1980"/>
                  </a:lnTo>
                  <a:lnTo>
                    <a:pt x="2095" y="2146"/>
                  </a:lnTo>
                  <a:lnTo>
                    <a:pt x="1661" y="2312"/>
                  </a:lnTo>
                  <a:lnTo>
                    <a:pt x="1291" y="2478"/>
                  </a:lnTo>
                  <a:lnTo>
                    <a:pt x="959" y="2657"/>
                  </a:lnTo>
                  <a:lnTo>
                    <a:pt x="665" y="2836"/>
                  </a:lnTo>
                  <a:lnTo>
                    <a:pt x="550" y="2925"/>
                  </a:lnTo>
                  <a:lnTo>
                    <a:pt x="435" y="3015"/>
                  </a:lnTo>
                  <a:lnTo>
                    <a:pt x="333" y="3117"/>
                  </a:lnTo>
                  <a:lnTo>
                    <a:pt x="243" y="3206"/>
                  </a:lnTo>
                  <a:lnTo>
                    <a:pt x="167" y="3308"/>
                  </a:lnTo>
                  <a:lnTo>
                    <a:pt x="116" y="3398"/>
                  </a:lnTo>
                  <a:lnTo>
                    <a:pt x="65" y="3487"/>
                  </a:lnTo>
                  <a:lnTo>
                    <a:pt x="26" y="3589"/>
                  </a:lnTo>
                  <a:lnTo>
                    <a:pt x="13" y="3691"/>
                  </a:lnTo>
                  <a:lnTo>
                    <a:pt x="1" y="3781"/>
                  </a:lnTo>
                  <a:lnTo>
                    <a:pt x="13" y="3883"/>
                  </a:lnTo>
                  <a:lnTo>
                    <a:pt x="26" y="3985"/>
                  </a:lnTo>
                  <a:lnTo>
                    <a:pt x="65" y="4075"/>
                  </a:lnTo>
                  <a:lnTo>
                    <a:pt x="116" y="4177"/>
                  </a:lnTo>
                  <a:lnTo>
                    <a:pt x="167" y="4266"/>
                  </a:lnTo>
                  <a:lnTo>
                    <a:pt x="243" y="4356"/>
                  </a:lnTo>
                  <a:lnTo>
                    <a:pt x="333" y="4458"/>
                  </a:lnTo>
                  <a:lnTo>
                    <a:pt x="435" y="4547"/>
                  </a:lnTo>
                  <a:lnTo>
                    <a:pt x="550" y="4637"/>
                  </a:lnTo>
                  <a:lnTo>
                    <a:pt x="665" y="4726"/>
                  </a:lnTo>
                  <a:lnTo>
                    <a:pt x="959" y="4918"/>
                  </a:lnTo>
                  <a:lnTo>
                    <a:pt x="1291" y="5084"/>
                  </a:lnTo>
                  <a:lnTo>
                    <a:pt x="1661" y="5262"/>
                  </a:lnTo>
                  <a:lnTo>
                    <a:pt x="2095" y="5428"/>
                  </a:lnTo>
                  <a:lnTo>
                    <a:pt x="2555" y="5594"/>
                  </a:lnTo>
                  <a:lnTo>
                    <a:pt x="3066" y="5748"/>
                  </a:lnTo>
                  <a:lnTo>
                    <a:pt x="3615" y="5901"/>
                  </a:lnTo>
                  <a:lnTo>
                    <a:pt x="4215" y="6054"/>
                  </a:lnTo>
                  <a:lnTo>
                    <a:pt x="4841" y="6195"/>
                  </a:lnTo>
                  <a:lnTo>
                    <a:pt x="5505" y="6335"/>
                  </a:lnTo>
                  <a:lnTo>
                    <a:pt x="6207" y="6463"/>
                  </a:lnTo>
                  <a:lnTo>
                    <a:pt x="6948" y="6591"/>
                  </a:lnTo>
                  <a:lnTo>
                    <a:pt x="7714" y="6705"/>
                  </a:lnTo>
                  <a:lnTo>
                    <a:pt x="8519" y="6820"/>
                  </a:lnTo>
                  <a:lnTo>
                    <a:pt x="9349" y="6923"/>
                  </a:lnTo>
                  <a:lnTo>
                    <a:pt x="10205" y="7025"/>
                  </a:lnTo>
                  <a:lnTo>
                    <a:pt x="11099" y="7114"/>
                  </a:lnTo>
                  <a:lnTo>
                    <a:pt x="12006" y="7204"/>
                  </a:lnTo>
                  <a:lnTo>
                    <a:pt x="12951" y="7280"/>
                  </a:lnTo>
                  <a:lnTo>
                    <a:pt x="13908" y="7344"/>
                  </a:lnTo>
                  <a:lnTo>
                    <a:pt x="14892" y="7408"/>
                  </a:lnTo>
                  <a:lnTo>
                    <a:pt x="15901" y="7459"/>
                  </a:lnTo>
                  <a:lnTo>
                    <a:pt x="16922" y="7497"/>
                  </a:lnTo>
                  <a:lnTo>
                    <a:pt x="17970" y="7536"/>
                  </a:lnTo>
                  <a:lnTo>
                    <a:pt x="19030" y="7561"/>
                  </a:lnTo>
                  <a:lnTo>
                    <a:pt x="20102" y="7574"/>
                  </a:lnTo>
                  <a:lnTo>
                    <a:pt x="22286" y="7574"/>
                  </a:lnTo>
                  <a:lnTo>
                    <a:pt x="23359" y="7561"/>
                  </a:lnTo>
                  <a:lnTo>
                    <a:pt x="24419" y="7536"/>
                  </a:lnTo>
                  <a:lnTo>
                    <a:pt x="25466" y="7497"/>
                  </a:lnTo>
                  <a:lnTo>
                    <a:pt x="26488" y="7459"/>
                  </a:lnTo>
                  <a:lnTo>
                    <a:pt x="27497" y="7408"/>
                  </a:lnTo>
                  <a:lnTo>
                    <a:pt x="28480" y="7344"/>
                  </a:lnTo>
                  <a:lnTo>
                    <a:pt x="29451" y="7280"/>
                  </a:lnTo>
                  <a:lnTo>
                    <a:pt x="30383" y="7204"/>
                  </a:lnTo>
                  <a:lnTo>
                    <a:pt x="31303" y="7114"/>
                  </a:lnTo>
                  <a:lnTo>
                    <a:pt x="32184" y="7025"/>
                  </a:lnTo>
                  <a:lnTo>
                    <a:pt x="33052" y="6923"/>
                  </a:lnTo>
                  <a:lnTo>
                    <a:pt x="33883" y="6820"/>
                  </a:lnTo>
                  <a:lnTo>
                    <a:pt x="34674" y="6705"/>
                  </a:lnTo>
                  <a:lnTo>
                    <a:pt x="35453" y="6591"/>
                  </a:lnTo>
                  <a:lnTo>
                    <a:pt x="36181" y="6463"/>
                  </a:lnTo>
                  <a:lnTo>
                    <a:pt x="36884" y="6335"/>
                  </a:lnTo>
                  <a:lnTo>
                    <a:pt x="37548" y="6195"/>
                  </a:lnTo>
                  <a:lnTo>
                    <a:pt x="38186" y="6054"/>
                  </a:lnTo>
                  <a:lnTo>
                    <a:pt x="38774" y="5901"/>
                  </a:lnTo>
                  <a:lnTo>
                    <a:pt x="39323" y="5748"/>
                  </a:lnTo>
                  <a:lnTo>
                    <a:pt x="39834" y="5594"/>
                  </a:lnTo>
                  <a:lnTo>
                    <a:pt x="40306" y="5428"/>
                  </a:lnTo>
                  <a:lnTo>
                    <a:pt x="40728" y="5262"/>
                  </a:lnTo>
                  <a:lnTo>
                    <a:pt x="41111" y="5084"/>
                  </a:lnTo>
                  <a:lnTo>
                    <a:pt x="41443" y="4918"/>
                  </a:lnTo>
                  <a:lnTo>
                    <a:pt x="41724" y="4726"/>
                  </a:lnTo>
                  <a:lnTo>
                    <a:pt x="41852" y="4637"/>
                  </a:lnTo>
                  <a:lnTo>
                    <a:pt x="41967" y="4547"/>
                  </a:lnTo>
                  <a:lnTo>
                    <a:pt x="42056" y="4458"/>
                  </a:lnTo>
                  <a:lnTo>
                    <a:pt x="42146" y="4356"/>
                  </a:lnTo>
                  <a:lnTo>
                    <a:pt x="42222" y="4266"/>
                  </a:lnTo>
                  <a:lnTo>
                    <a:pt x="42286" y="4177"/>
                  </a:lnTo>
                  <a:lnTo>
                    <a:pt x="42324" y="4075"/>
                  </a:lnTo>
                  <a:lnTo>
                    <a:pt x="42363" y="3985"/>
                  </a:lnTo>
                  <a:lnTo>
                    <a:pt x="42388" y="3883"/>
                  </a:lnTo>
                  <a:lnTo>
                    <a:pt x="42388" y="3781"/>
                  </a:lnTo>
                  <a:lnTo>
                    <a:pt x="42388" y="3691"/>
                  </a:lnTo>
                  <a:lnTo>
                    <a:pt x="42363" y="3589"/>
                  </a:lnTo>
                  <a:lnTo>
                    <a:pt x="42324" y="3487"/>
                  </a:lnTo>
                  <a:lnTo>
                    <a:pt x="42286" y="3398"/>
                  </a:lnTo>
                  <a:lnTo>
                    <a:pt x="42222" y="3308"/>
                  </a:lnTo>
                  <a:lnTo>
                    <a:pt x="42146" y="3206"/>
                  </a:lnTo>
                  <a:lnTo>
                    <a:pt x="42056" y="3117"/>
                  </a:lnTo>
                  <a:lnTo>
                    <a:pt x="41967" y="3015"/>
                  </a:lnTo>
                  <a:lnTo>
                    <a:pt x="41852" y="2925"/>
                  </a:lnTo>
                  <a:lnTo>
                    <a:pt x="41724" y="2836"/>
                  </a:lnTo>
                  <a:lnTo>
                    <a:pt x="41443" y="2657"/>
                  </a:lnTo>
                  <a:lnTo>
                    <a:pt x="41111" y="2478"/>
                  </a:lnTo>
                  <a:lnTo>
                    <a:pt x="40728" y="2312"/>
                  </a:lnTo>
                  <a:lnTo>
                    <a:pt x="40306" y="2146"/>
                  </a:lnTo>
                  <a:lnTo>
                    <a:pt x="39834" y="1980"/>
                  </a:lnTo>
                  <a:lnTo>
                    <a:pt x="39323" y="1814"/>
                  </a:lnTo>
                  <a:lnTo>
                    <a:pt x="38774" y="1661"/>
                  </a:lnTo>
                  <a:lnTo>
                    <a:pt x="38186" y="1520"/>
                  </a:lnTo>
                  <a:lnTo>
                    <a:pt x="37548" y="1380"/>
                  </a:lnTo>
                  <a:lnTo>
                    <a:pt x="36884" y="1239"/>
                  </a:lnTo>
                  <a:lnTo>
                    <a:pt x="36181" y="1099"/>
                  </a:lnTo>
                  <a:lnTo>
                    <a:pt x="35453" y="984"/>
                  </a:lnTo>
                  <a:lnTo>
                    <a:pt x="34674" y="856"/>
                  </a:lnTo>
                  <a:lnTo>
                    <a:pt x="33883" y="754"/>
                  </a:lnTo>
                  <a:lnTo>
                    <a:pt x="33052" y="639"/>
                  </a:lnTo>
                  <a:lnTo>
                    <a:pt x="32184" y="550"/>
                  </a:lnTo>
                  <a:lnTo>
                    <a:pt x="31303" y="448"/>
                  </a:lnTo>
                  <a:lnTo>
                    <a:pt x="30383" y="371"/>
                  </a:lnTo>
                  <a:lnTo>
                    <a:pt x="29451" y="294"/>
                  </a:lnTo>
                  <a:lnTo>
                    <a:pt x="28480" y="230"/>
                  </a:lnTo>
                  <a:lnTo>
                    <a:pt x="27497" y="167"/>
                  </a:lnTo>
                  <a:lnTo>
                    <a:pt x="26488" y="116"/>
                  </a:lnTo>
                  <a:lnTo>
                    <a:pt x="25466" y="77"/>
                  </a:lnTo>
                  <a:lnTo>
                    <a:pt x="24419" y="39"/>
                  </a:lnTo>
                  <a:lnTo>
                    <a:pt x="23359" y="13"/>
                  </a:lnTo>
                  <a:lnTo>
                    <a:pt x="22286" y="1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2706740" y="3370409"/>
              <a:ext cx="609226" cy="83204"/>
            </a:xfrm>
            <a:custGeom>
              <a:avLst/>
              <a:gdLst/>
              <a:ahLst/>
              <a:cxnLst/>
              <a:rect l="l" t="t" r="r" b="b"/>
              <a:pathLst>
                <a:path w="41150" h="5620" extrusionOk="0">
                  <a:moveTo>
                    <a:pt x="18238" y="1"/>
                  </a:moveTo>
                  <a:lnTo>
                    <a:pt x="16577" y="39"/>
                  </a:lnTo>
                  <a:lnTo>
                    <a:pt x="14943" y="103"/>
                  </a:lnTo>
                  <a:lnTo>
                    <a:pt x="13372" y="179"/>
                  </a:lnTo>
                  <a:lnTo>
                    <a:pt x="11839" y="282"/>
                  </a:lnTo>
                  <a:lnTo>
                    <a:pt x="10371" y="409"/>
                  </a:lnTo>
                  <a:lnTo>
                    <a:pt x="8966" y="537"/>
                  </a:lnTo>
                  <a:lnTo>
                    <a:pt x="7625" y="703"/>
                  </a:lnTo>
                  <a:lnTo>
                    <a:pt x="6361" y="882"/>
                  </a:lnTo>
                  <a:lnTo>
                    <a:pt x="5173" y="1073"/>
                  </a:lnTo>
                  <a:lnTo>
                    <a:pt x="4074" y="1278"/>
                  </a:lnTo>
                  <a:lnTo>
                    <a:pt x="3551" y="1380"/>
                  </a:lnTo>
                  <a:lnTo>
                    <a:pt x="3066" y="1495"/>
                  </a:lnTo>
                  <a:lnTo>
                    <a:pt x="2593" y="1610"/>
                  </a:lnTo>
                  <a:lnTo>
                    <a:pt x="2146" y="1725"/>
                  </a:lnTo>
                  <a:lnTo>
                    <a:pt x="1725" y="1852"/>
                  </a:lnTo>
                  <a:lnTo>
                    <a:pt x="1316" y="1980"/>
                  </a:lnTo>
                  <a:lnTo>
                    <a:pt x="946" y="2108"/>
                  </a:lnTo>
                  <a:lnTo>
                    <a:pt x="601" y="2236"/>
                  </a:lnTo>
                  <a:lnTo>
                    <a:pt x="281" y="2363"/>
                  </a:lnTo>
                  <a:lnTo>
                    <a:pt x="0" y="2504"/>
                  </a:lnTo>
                  <a:lnTo>
                    <a:pt x="716" y="2287"/>
                  </a:lnTo>
                  <a:lnTo>
                    <a:pt x="1507" y="2082"/>
                  </a:lnTo>
                  <a:lnTo>
                    <a:pt x="2363" y="1891"/>
                  </a:lnTo>
                  <a:lnTo>
                    <a:pt x="3295" y="1712"/>
                  </a:lnTo>
                  <a:lnTo>
                    <a:pt x="4292" y="1533"/>
                  </a:lnTo>
                  <a:lnTo>
                    <a:pt x="5352" y="1380"/>
                  </a:lnTo>
                  <a:lnTo>
                    <a:pt x="6463" y="1227"/>
                  </a:lnTo>
                  <a:lnTo>
                    <a:pt x="7625" y="1099"/>
                  </a:lnTo>
                  <a:lnTo>
                    <a:pt x="8851" y="971"/>
                  </a:lnTo>
                  <a:lnTo>
                    <a:pt x="10115" y="869"/>
                  </a:lnTo>
                  <a:lnTo>
                    <a:pt x="11431" y="767"/>
                  </a:lnTo>
                  <a:lnTo>
                    <a:pt x="12784" y="690"/>
                  </a:lnTo>
                  <a:lnTo>
                    <a:pt x="14164" y="639"/>
                  </a:lnTo>
                  <a:lnTo>
                    <a:pt x="15594" y="588"/>
                  </a:lnTo>
                  <a:lnTo>
                    <a:pt x="17050" y="563"/>
                  </a:lnTo>
                  <a:lnTo>
                    <a:pt x="18531" y="550"/>
                  </a:lnTo>
                  <a:lnTo>
                    <a:pt x="19617" y="563"/>
                  </a:lnTo>
                  <a:lnTo>
                    <a:pt x="20690" y="575"/>
                  </a:lnTo>
                  <a:lnTo>
                    <a:pt x="21750" y="601"/>
                  </a:lnTo>
                  <a:lnTo>
                    <a:pt x="22797" y="626"/>
                  </a:lnTo>
                  <a:lnTo>
                    <a:pt x="23819" y="677"/>
                  </a:lnTo>
                  <a:lnTo>
                    <a:pt x="24828" y="729"/>
                  </a:lnTo>
                  <a:lnTo>
                    <a:pt x="25811" y="780"/>
                  </a:lnTo>
                  <a:lnTo>
                    <a:pt x="26782" y="856"/>
                  </a:lnTo>
                  <a:lnTo>
                    <a:pt x="27714" y="933"/>
                  </a:lnTo>
                  <a:lnTo>
                    <a:pt x="28633" y="1010"/>
                  </a:lnTo>
                  <a:lnTo>
                    <a:pt x="29515" y="1099"/>
                  </a:lnTo>
                  <a:lnTo>
                    <a:pt x="30383" y="1201"/>
                  </a:lnTo>
                  <a:lnTo>
                    <a:pt x="31213" y="1303"/>
                  </a:lnTo>
                  <a:lnTo>
                    <a:pt x="32005" y="1418"/>
                  </a:lnTo>
                  <a:lnTo>
                    <a:pt x="32784" y="1533"/>
                  </a:lnTo>
                  <a:lnTo>
                    <a:pt x="33512" y="1661"/>
                  </a:lnTo>
                  <a:lnTo>
                    <a:pt x="34214" y="1801"/>
                  </a:lnTo>
                  <a:lnTo>
                    <a:pt x="34879" y="1929"/>
                  </a:lnTo>
                  <a:lnTo>
                    <a:pt x="35517" y="2082"/>
                  </a:lnTo>
                  <a:lnTo>
                    <a:pt x="36105" y="2223"/>
                  </a:lnTo>
                  <a:lnTo>
                    <a:pt x="36654" y="2376"/>
                  </a:lnTo>
                  <a:lnTo>
                    <a:pt x="37165" y="2542"/>
                  </a:lnTo>
                  <a:lnTo>
                    <a:pt x="37637" y="2695"/>
                  </a:lnTo>
                  <a:lnTo>
                    <a:pt x="38059" y="2874"/>
                  </a:lnTo>
                  <a:lnTo>
                    <a:pt x="38442" y="3040"/>
                  </a:lnTo>
                  <a:lnTo>
                    <a:pt x="38774" y="3219"/>
                  </a:lnTo>
                  <a:lnTo>
                    <a:pt x="39055" y="3398"/>
                  </a:lnTo>
                  <a:lnTo>
                    <a:pt x="39182" y="3487"/>
                  </a:lnTo>
                  <a:lnTo>
                    <a:pt x="39297" y="3577"/>
                  </a:lnTo>
                  <a:lnTo>
                    <a:pt x="39387" y="3679"/>
                  </a:lnTo>
                  <a:lnTo>
                    <a:pt x="39476" y="3768"/>
                  </a:lnTo>
                  <a:lnTo>
                    <a:pt x="39553" y="3858"/>
                  </a:lnTo>
                  <a:lnTo>
                    <a:pt x="39617" y="3960"/>
                  </a:lnTo>
                  <a:lnTo>
                    <a:pt x="39655" y="4049"/>
                  </a:lnTo>
                  <a:lnTo>
                    <a:pt x="39693" y="4151"/>
                  </a:lnTo>
                  <a:lnTo>
                    <a:pt x="39719" y="4241"/>
                  </a:lnTo>
                  <a:lnTo>
                    <a:pt x="39719" y="4343"/>
                  </a:lnTo>
                  <a:lnTo>
                    <a:pt x="39719" y="4432"/>
                  </a:lnTo>
                  <a:lnTo>
                    <a:pt x="39706" y="4509"/>
                  </a:lnTo>
                  <a:lnTo>
                    <a:pt x="39680" y="4598"/>
                  </a:lnTo>
                  <a:lnTo>
                    <a:pt x="39642" y="4675"/>
                  </a:lnTo>
                  <a:lnTo>
                    <a:pt x="39591" y="4764"/>
                  </a:lnTo>
                  <a:lnTo>
                    <a:pt x="39540" y="4841"/>
                  </a:lnTo>
                  <a:lnTo>
                    <a:pt x="39400" y="5007"/>
                  </a:lnTo>
                  <a:lnTo>
                    <a:pt x="39221" y="5160"/>
                  </a:lnTo>
                  <a:lnTo>
                    <a:pt x="39016" y="5313"/>
                  </a:lnTo>
                  <a:lnTo>
                    <a:pt x="38761" y="5467"/>
                  </a:lnTo>
                  <a:lnTo>
                    <a:pt x="38480" y="5620"/>
                  </a:lnTo>
                  <a:lnTo>
                    <a:pt x="38480" y="5620"/>
                  </a:lnTo>
                  <a:lnTo>
                    <a:pt x="39080" y="5416"/>
                  </a:lnTo>
                  <a:lnTo>
                    <a:pt x="39361" y="5313"/>
                  </a:lnTo>
                  <a:lnTo>
                    <a:pt x="39617" y="5198"/>
                  </a:lnTo>
                  <a:lnTo>
                    <a:pt x="39846" y="5096"/>
                  </a:lnTo>
                  <a:lnTo>
                    <a:pt x="40064" y="4981"/>
                  </a:lnTo>
                  <a:lnTo>
                    <a:pt x="40268" y="4866"/>
                  </a:lnTo>
                  <a:lnTo>
                    <a:pt x="40447" y="4751"/>
                  </a:lnTo>
                  <a:lnTo>
                    <a:pt x="40613" y="4637"/>
                  </a:lnTo>
                  <a:lnTo>
                    <a:pt x="40753" y="4522"/>
                  </a:lnTo>
                  <a:lnTo>
                    <a:pt x="40868" y="4394"/>
                  </a:lnTo>
                  <a:lnTo>
                    <a:pt x="40970" y="4279"/>
                  </a:lnTo>
                  <a:lnTo>
                    <a:pt x="41047" y="4151"/>
                  </a:lnTo>
                  <a:lnTo>
                    <a:pt x="41098" y="4036"/>
                  </a:lnTo>
                  <a:lnTo>
                    <a:pt x="41136" y="3909"/>
                  </a:lnTo>
                  <a:lnTo>
                    <a:pt x="41149" y="3781"/>
                  </a:lnTo>
                  <a:lnTo>
                    <a:pt x="41136" y="3691"/>
                  </a:lnTo>
                  <a:lnTo>
                    <a:pt x="41111" y="3589"/>
                  </a:lnTo>
                  <a:lnTo>
                    <a:pt x="41085" y="3487"/>
                  </a:lnTo>
                  <a:lnTo>
                    <a:pt x="41034" y="3398"/>
                  </a:lnTo>
                  <a:lnTo>
                    <a:pt x="40970" y="3308"/>
                  </a:lnTo>
                  <a:lnTo>
                    <a:pt x="40894" y="3206"/>
                  </a:lnTo>
                  <a:lnTo>
                    <a:pt x="40817" y="3117"/>
                  </a:lnTo>
                  <a:lnTo>
                    <a:pt x="40715" y="3015"/>
                  </a:lnTo>
                  <a:lnTo>
                    <a:pt x="40600" y="2925"/>
                  </a:lnTo>
                  <a:lnTo>
                    <a:pt x="40472" y="2836"/>
                  </a:lnTo>
                  <a:lnTo>
                    <a:pt x="40191" y="2657"/>
                  </a:lnTo>
                  <a:lnTo>
                    <a:pt x="39859" y="2478"/>
                  </a:lnTo>
                  <a:lnTo>
                    <a:pt x="39476" y="2312"/>
                  </a:lnTo>
                  <a:lnTo>
                    <a:pt x="39055" y="2146"/>
                  </a:lnTo>
                  <a:lnTo>
                    <a:pt x="38582" y="1980"/>
                  </a:lnTo>
                  <a:lnTo>
                    <a:pt x="38071" y="1814"/>
                  </a:lnTo>
                  <a:lnTo>
                    <a:pt x="37522" y="1661"/>
                  </a:lnTo>
                  <a:lnTo>
                    <a:pt x="36935" y="1520"/>
                  </a:lnTo>
                  <a:lnTo>
                    <a:pt x="36309" y="1380"/>
                  </a:lnTo>
                  <a:lnTo>
                    <a:pt x="35632" y="1239"/>
                  </a:lnTo>
                  <a:lnTo>
                    <a:pt x="34930" y="1099"/>
                  </a:lnTo>
                  <a:lnTo>
                    <a:pt x="34202" y="984"/>
                  </a:lnTo>
                  <a:lnTo>
                    <a:pt x="33435" y="856"/>
                  </a:lnTo>
                  <a:lnTo>
                    <a:pt x="32631" y="754"/>
                  </a:lnTo>
                  <a:lnTo>
                    <a:pt x="31801" y="639"/>
                  </a:lnTo>
                  <a:lnTo>
                    <a:pt x="30945" y="550"/>
                  </a:lnTo>
                  <a:lnTo>
                    <a:pt x="30051" y="448"/>
                  </a:lnTo>
                  <a:lnTo>
                    <a:pt x="29131" y="371"/>
                  </a:lnTo>
                  <a:lnTo>
                    <a:pt x="28199" y="294"/>
                  </a:lnTo>
                  <a:lnTo>
                    <a:pt x="27241" y="230"/>
                  </a:lnTo>
                  <a:lnTo>
                    <a:pt x="26245" y="167"/>
                  </a:lnTo>
                  <a:lnTo>
                    <a:pt x="25249" y="116"/>
                  </a:lnTo>
                  <a:lnTo>
                    <a:pt x="24215" y="77"/>
                  </a:lnTo>
                  <a:lnTo>
                    <a:pt x="23180" y="39"/>
                  </a:lnTo>
                  <a:lnTo>
                    <a:pt x="22120" y="13"/>
                  </a:lnTo>
                  <a:lnTo>
                    <a:pt x="21035" y="1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2915476" y="3401233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1" y="0"/>
                  </a:moveTo>
                  <a:lnTo>
                    <a:pt x="1" y="383"/>
                  </a:lnTo>
                  <a:lnTo>
                    <a:pt x="2325" y="383"/>
                  </a:lnTo>
                  <a:lnTo>
                    <a:pt x="3347" y="396"/>
                  </a:lnTo>
                  <a:lnTo>
                    <a:pt x="4254" y="422"/>
                  </a:lnTo>
                  <a:lnTo>
                    <a:pt x="5058" y="460"/>
                  </a:lnTo>
                  <a:lnTo>
                    <a:pt x="5748" y="511"/>
                  </a:lnTo>
                  <a:lnTo>
                    <a:pt x="6323" y="588"/>
                  </a:lnTo>
                  <a:lnTo>
                    <a:pt x="6578" y="626"/>
                  </a:lnTo>
                  <a:lnTo>
                    <a:pt x="6795" y="677"/>
                  </a:lnTo>
                  <a:lnTo>
                    <a:pt x="6987" y="715"/>
                  </a:lnTo>
                  <a:lnTo>
                    <a:pt x="7140" y="779"/>
                  </a:lnTo>
                  <a:lnTo>
                    <a:pt x="7268" y="830"/>
                  </a:lnTo>
                  <a:lnTo>
                    <a:pt x="7370" y="894"/>
                  </a:lnTo>
                  <a:lnTo>
                    <a:pt x="1" y="894"/>
                  </a:lnTo>
                  <a:lnTo>
                    <a:pt x="1" y="1188"/>
                  </a:lnTo>
                  <a:lnTo>
                    <a:pt x="7472" y="1188"/>
                  </a:lnTo>
                  <a:lnTo>
                    <a:pt x="7446" y="1226"/>
                  </a:lnTo>
                  <a:lnTo>
                    <a:pt x="7408" y="1265"/>
                  </a:lnTo>
                  <a:lnTo>
                    <a:pt x="7306" y="1329"/>
                  </a:lnTo>
                  <a:lnTo>
                    <a:pt x="7165" y="1405"/>
                  </a:lnTo>
                  <a:lnTo>
                    <a:pt x="6987" y="1456"/>
                  </a:lnTo>
                  <a:lnTo>
                    <a:pt x="6770" y="1520"/>
                  </a:lnTo>
                  <a:lnTo>
                    <a:pt x="6514" y="1571"/>
                  </a:lnTo>
                  <a:lnTo>
                    <a:pt x="6208" y="1622"/>
                  </a:lnTo>
                  <a:lnTo>
                    <a:pt x="5876" y="1673"/>
                  </a:lnTo>
                  <a:lnTo>
                    <a:pt x="5505" y="1712"/>
                  </a:lnTo>
                  <a:lnTo>
                    <a:pt x="5097" y="1750"/>
                  </a:lnTo>
                  <a:lnTo>
                    <a:pt x="4637" y="1776"/>
                  </a:lnTo>
                  <a:lnTo>
                    <a:pt x="4151" y="1801"/>
                  </a:lnTo>
                  <a:lnTo>
                    <a:pt x="3053" y="1839"/>
                  </a:lnTo>
                  <a:lnTo>
                    <a:pt x="1802" y="1852"/>
                  </a:lnTo>
                  <a:lnTo>
                    <a:pt x="1" y="1852"/>
                  </a:lnTo>
                  <a:lnTo>
                    <a:pt x="1" y="2222"/>
                  </a:lnTo>
                  <a:lnTo>
                    <a:pt x="2197" y="2644"/>
                  </a:lnTo>
                  <a:lnTo>
                    <a:pt x="4215" y="3053"/>
                  </a:lnTo>
                  <a:lnTo>
                    <a:pt x="6131" y="3461"/>
                  </a:lnTo>
                  <a:lnTo>
                    <a:pt x="8021" y="3857"/>
                  </a:lnTo>
                  <a:lnTo>
                    <a:pt x="11163" y="3857"/>
                  </a:lnTo>
                  <a:lnTo>
                    <a:pt x="9107" y="3410"/>
                  </a:lnTo>
                  <a:lnTo>
                    <a:pt x="7051" y="2976"/>
                  </a:lnTo>
                  <a:lnTo>
                    <a:pt x="5033" y="2567"/>
                  </a:lnTo>
                  <a:lnTo>
                    <a:pt x="3079" y="2184"/>
                  </a:lnTo>
                  <a:lnTo>
                    <a:pt x="3845" y="2184"/>
                  </a:lnTo>
                  <a:lnTo>
                    <a:pt x="4586" y="2159"/>
                  </a:lnTo>
                  <a:lnTo>
                    <a:pt x="5275" y="2133"/>
                  </a:lnTo>
                  <a:lnTo>
                    <a:pt x="5927" y="2108"/>
                  </a:lnTo>
                  <a:lnTo>
                    <a:pt x="6540" y="2069"/>
                  </a:lnTo>
                  <a:lnTo>
                    <a:pt x="7102" y="2018"/>
                  </a:lnTo>
                  <a:lnTo>
                    <a:pt x="7638" y="1967"/>
                  </a:lnTo>
                  <a:lnTo>
                    <a:pt x="8111" y="1903"/>
                  </a:lnTo>
                  <a:lnTo>
                    <a:pt x="8558" y="1839"/>
                  </a:lnTo>
                  <a:lnTo>
                    <a:pt x="8941" y="1763"/>
                  </a:lnTo>
                  <a:lnTo>
                    <a:pt x="9285" y="1673"/>
                  </a:lnTo>
                  <a:lnTo>
                    <a:pt x="9579" y="1597"/>
                  </a:lnTo>
                  <a:lnTo>
                    <a:pt x="9822" y="1495"/>
                  </a:lnTo>
                  <a:lnTo>
                    <a:pt x="10026" y="1405"/>
                  </a:lnTo>
                  <a:lnTo>
                    <a:pt x="10103" y="1354"/>
                  </a:lnTo>
                  <a:lnTo>
                    <a:pt x="10167" y="1303"/>
                  </a:lnTo>
                  <a:lnTo>
                    <a:pt x="10218" y="1239"/>
                  </a:lnTo>
                  <a:lnTo>
                    <a:pt x="10256" y="1188"/>
                  </a:lnTo>
                  <a:lnTo>
                    <a:pt x="13781" y="1188"/>
                  </a:lnTo>
                  <a:lnTo>
                    <a:pt x="13781" y="894"/>
                  </a:lnTo>
                  <a:lnTo>
                    <a:pt x="10218" y="894"/>
                  </a:lnTo>
                  <a:lnTo>
                    <a:pt x="10179" y="843"/>
                  </a:lnTo>
                  <a:lnTo>
                    <a:pt x="10128" y="792"/>
                  </a:lnTo>
                  <a:lnTo>
                    <a:pt x="9988" y="703"/>
                  </a:lnTo>
                  <a:lnTo>
                    <a:pt x="9809" y="626"/>
                  </a:lnTo>
                  <a:lnTo>
                    <a:pt x="9579" y="549"/>
                  </a:lnTo>
                  <a:lnTo>
                    <a:pt x="9337" y="473"/>
                  </a:lnTo>
                  <a:lnTo>
                    <a:pt x="9043" y="409"/>
                  </a:lnTo>
                  <a:lnTo>
                    <a:pt x="8724" y="345"/>
                  </a:lnTo>
                  <a:lnTo>
                    <a:pt x="8391" y="294"/>
                  </a:lnTo>
                  <a:lnTo>
                    <a:pt x="13781" y="294"/>
                  </a:lnTo>
                  <a:lnTo>
                    <a:pt x="13781" y="0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2629221" y="3330332"/>
              <a:ext cx="764071" cy="159776"/>
            </a:xfrm>
            <a:custGeom>
              <a:avLst/>
              <a:gdLst/>
              <a:ahLst/>
              <a:cxnLst/>
              <a:rect l="l" t="t" r="r" b="b"/>
              <a:pathLst>
                <a:path w="51609" h="10792" extrusionOk="0">
                  <a:moveTo>
                    <a:pt x="0" y="0"/>
                  </a:moveTo>
                  <a:lnTo>
                    <a:pt x="0" y="5402"/>
                  </a:lnTo>
                  <a:lnTo>
                    <a:pt x="13" y="5543"/>
                  </a:lnTo>
                  <a:lnTo>
                    <a:pt x="39" y="5671"/>
                  </a:lnTo>
                  <a:lnTo>
                    <a:pt x="77" y="5811"/>
                  </a:lnTo>
                  <a:lnTo>
                    <a:pt x="128" y="5951"/>
                  </a:lnTo>
                  <a:lnTo>
                    <a:pt x="205" y="6079"/>
                  </a:lnTo>
                  <a:lnTo>
                    <a:pt x="294" y="6220"/>
                  </a:lnTo>
                  <a:lnTo>
                    <a:pt x="396" y="6347"/>
                  </a:lnTo>
                  <a:lnTo>
                    <a:pt x="524" y="6488"/>
                  </a:lnTo>
                  <a:lnTo>
                    <a:pt x="664" y="6616"/>
                  </a:lnTo>
                  <a:lnTo>
                    <a:pt x="818" y="6743"/>
                  </a:lnTo>
                  <a:lnTo>
                    <a:pt x="984" y="6871"/>
                  </a:lnTo>
                  <a:lnTo>
                    <a:pt x="1162" y="6999"/>
                  </a:lnTo>
                  <a:lnTo>
                    <a:pt x="1354" y="7126"/>
                  </a:lnTo>
                  <a:lnTo>
                    <a:pt x="1571" y="7254"/>
                  </a:lnTo>
                  <a:lnTo>
                    <a:pt x="1788" y="7369"/>
                  </a:lnTo>
                  <a:lnTo>
                    <a:pt x="2031" y="7497"/>
                  </a:lnTo>
                  <a:lnTo>
                    <a:pt x="2542" y="7739"/>
                  </a:lnTo>
                  <a:lnTo>
                    <a:pt x="3116" y="7969"/>
                  </a:lnTo>
                  <a:lnTo>
                    <a:pt x="3729" y="8199"/>
                  </a:lnTo>
                  <a:lnTo>
                    <a:pt x="4406" y="8416"/>
                  </a:lnTo>
                  <a:lnTo>
                    <a:pt x="5122" y="8621"/>
                  </a:lnTo>
                  <a:lnTo>
                    <a:pt x="5888" y="8825"/>
                  </a:lnTo>
                  <a:lnTo>
                    <a:pt x="6705" y="9029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387" y="9553"/>
                  </a:lnTo>
                  <a:lnTo>
                    <a:pt x="10370" y="9719"/>
                  </a:lnTo>
                  <a:lnTo>
                    <a:pt x="11379" y="9872"/>
                  </a:lnTo>
                  <a:lnTo>
                    <a:pt x="12427" y="10013"/>
                  </a:lnTo>
                  <a:lnTo>
                    <a:pt x="13499" y="10140"/>
                  </a:lnTo>
                  <a:lnTo>
                    <a:pt x="14623" y="10255"/>
                  </a:lnTo>
                  <a:lnTo>
                    <a:pt x="15760" y="10370"/>
                  </a:lnTo>
                  <a:lnTo>
                    <a:pt x="16935" y="10460"/>
                  </a:lnTo>
                  <a:lnTo>
                    <a:pt x="18135" y="10549"/>
                  </a:lnTo>
                  <a:lnTo>
                    <a:pt x="19361" y="10626"/>
                  </a:lnTo>
                  <a:lnTo>
                    <a:pt x="20600" y="10677"/>
                  </a:lnTo>
                  <a:lnTo>
                    <a:pt x="21877" y="10728"/>
                  </a:lnTo>
                  <a:lnTo>
                    <a:pt x="23167" y="10766"/>
                  </a:lnTo>
                  <a:lnTo>
                    <a:pt x="24483" y="10779"/>
                  </a:lnTo>
                  <a:lnTo>
                    <a:pt x="25811" y="10792"/>
                  </a:lnTo>
                  <a:lnTo>
                    <a:pt x="27139" y="10779"/>
                  </a:lnTo>
                  <a:lnTo>
                    <a:pt x="28442" y="10766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0" y="10626"/>
                  </a:lnTo>
                  <a:lnTo>
                    <a:pt x="33486" y="10549"/>
                  </a:lnTo>
                  <a:lnTo>
                    <a:pt x="34674" y="10460"/>
                  </a:lnTo>
                  <a:lnTo>
                    <a:pt x="35849" y="10370"/>
                  </a:lnTo>
                  <a:lnTo>
                    <a:pt x="36998" y="10255"/>
                  </a:lnTo>
                  <a:lnTo>
                    <a:pt x="38109" y="10140"/>
                  </a:lnTo>
                  <a:lnTo>
                    <a:pt x="39182" y="10013"/>
                  </a:lnTo>
                  <a:lnTo>
                    <a:pt x="40229" y="9872"/>
                  </a:lnTo>
                  <a:lnTo>
                    <a:pt x="41251" y="9719"/>
                  </a:lnTo>
                  <a:lnTo>
                    <a:pt x="42222" y="9553"/>
                  </a:lnTo>
                  <a:lnTo>
                    <a:pt x="43154" y="9387"/>
                  </a:lnTo>
                  <a:lnTo>
                    <a:pt x="44061" y="9208"/>
                  </a:lnTo>
                  <a:lnTo>
                    <a:pt x="44904" y="9029"/>
                  </a:lnTo>
                  <a:lnTo>
                    <a:pt x="45721" y="8825"/>
                  </a:lnTo>
                  <a:lnTo>
                    <a:pt x="46487" y="8621"/>
                  </a:lnTo>
                  <a:lnTo>
                    <a:pt x="47203" y="8416"/>
                  </a:lnTo>
                  <a:lnTo>
                    <a:pt x="47879" y="8199"/>
                  </a:lnTo>
                  <a:lnTo>
                    <a:pt x="48505" y="7969"/>
                  </a:lnTo>
                  <a:lnTo>
                    <a:pt x="49067" y="7739"/>
                  </a:lnTo>
                  <a:lnTo>
                    <a:pt x="49591" y="7497"/>
                  </a:lnTo>
                  <a:lnTo>
                    <a:pt x="49821" y="7369"/>
                  </a:lnTo>
                  <a:lnTo>
                    <a:pt x="50050" y="7254"/>
                  </a:lnTo>
                  <a:lnTo>
                    <a:pt x="50255" y="7126"/>
                  </a:lnTo>
                  <a:lnTo>
                    <a:pt x="50459" y="6999"/>
                  </a:lnTo>
                  <a:lnTo>
                    <a:pt x="50638" y="6871"/>
                  </a:lnTo>
                  <a:lnTo>
                    <a:pt x="50804" y="6743"/>
                  </a:lnTo>
                  <a:lnTo>
                    <a:pt x="50957" y="6616"/>
                  </a:lnTo>
                  <a:lnTo>
                    <a:pt x="51085" y="6488"/>
                  </a:lnTo>
                  <a:lnTo>
                    <a:pt x="51213" y="6347"/>
                  </a:lnTo>
                  <a:lnTo>
                    <a:pt x="51315" y="6220"/>
                  </a:lnTo>
                  <a:lnTo>
                    <a:pt x="51404" y="6079"/>
                  </a:lnTo>
                  <a:lnTo>
                    <a:pt x="51481" y="5951"/>
                  </a:lnTo>
                  <a:lnTo>
                    <a:pt x="51545" y="5811"/>
                  </a:lnTo>
                  <a:lnTo>
                    <a:pt x="51583" y="5671"/>
                  </a:lnTo>
                  <a:lnTo>
                    <a:pt x="51609" y="5543"/>
                  </a:lnTo>
                  <a:lnTo>
                    <a:pt x="51609" y="5402"/>
                  </a:lnTo>
                  <a:lnTo>
                    <a:pt x="51609" y="0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2629221" y="3250533"/>
              <a:ext cx="764071" cy="159790"/>
            </a:xfrm>
            <a:custGeom>
              <a:avLst/>
              <a:gdLst/>
              <a:ahLst/>
              <a:cxnLst/>
              <a:rect l="l" t="t" r="r" b="b"/>
              <a:pathLst>
                <a:path w="51609" h="10793" extrusionOk="0">
                  <a:moveTo>
                    <a:pt x="25811" y="1"/>
                  </a:moveTo>
                  <a:lnTo>
                    <a:pt x="24483" y="13"/>
                  </a:lnTo>
                  <a:lnTo>
                    <a:pt x="23167" y="26"/>
                  </a:lnTo>
                  <a:lnTo>
                    <a:pt x="21877" y="65"/>
                  </a:lnTo>
                  <a:lnTo>
                    <a:pt x="20600" y="116"/>
                  </a:lnTo>
                  <a:lnTo>
                    <a:pt x="19361" y="167"/>
                  </a:lnTo>
                  <a:lnTo>
                    <a:pt x="18135" y="243"/>
                  </a:lnTo>
                  <a:lnTo>
                    <a:pt x="16935" y="333"/>
                  </a:lnTo>
                  <a:lnTo>
                    <a:pt x="15760" y="422"/>
                  </a:lnTo>
                  <a:lnTo>
                    <a:pt x="14623" y="537"/>
                  </a:lnTo>
                  <a:lnTo>
                    <a:pt x="13499" y="652"/>
                  </a:lnTo>
                  <a:lnTo>
                    <a:pt x="12427" y="780"/>
                  </a:lnTo>
                  <a:lnTo>
                    <a:pt x="11379" y="920"/>
                  </a:lnTo>
                  <a:lnTo>
                    <a:pt x="10370" y="1073"/>
                  </a:lnTo>
                  <a:lnTo>
                    <a:pt x="9387" y="1239"/>
                  </a:lnTo>
                  <a:lnTo>
                    <a:pt x="8455" y="1405"/>
                  </a:lnTo>
                  <a:lnTo>
                    <a:pt x="7561" y="1584"/>
                  </a:lnTo>
                  <a:lnTo>
                    <a:pt x="6705" y="1776"/>
                  </a:lnTo>
                  <a:lnTo>
                    <a:pt x="5888" y="1967"/>
                  </a:lnTo>
                  <a:lnTo>
                    <a:pt x="5122" y="2172"/>
                  </a:lnTo>
                  <a:lnTo>
                    <a:pt x="4406" y="2376"/>
                  </a:lnTo>
                  <a:lnTo>
                    <a:pt x="3729" y="2593"/>
                  </a:lnTo>
                  <a:lnTo>
                    <a:pt x="3116" y="2823"/>
                  </a:lnTo>
                  <a:lnTo>
                    <a:pt x="2542" y="3053"/>
                  </a:lnTo>
                  <a:lnTo>
                    <a:pt x="2031" y="3296"/>
                  </a:lnTo>
                  <a:lnTo>
                    <a:pt x="1788" y="3423"/>
                  </a:lnTo>
                  <a:lnTo>
                    <a:pt x="1571" y="3538"/>
                  </a:lnTo>
                  <a:lnTo>
                    <a:pt x="1354" y="3666"/>
                  </a:lnTo>
                  <a:lnTo>
                    <a:pt x="1162" y="3794"/>
                  </a:lnTo>
                  <a:lnTo>
                    <a:pt x="984" y="3921"/>
                  </a:lnTo>
                  <a:lnTo>
                    <a:pt x="818" y="4049"/>
                  </a:lnTo>
                  <a:lnTo>
                    <a:pt x="664" y="4177"/>
                  </a:lnTo>
                  <a:lnTo>
                    <a:pt x="524" y="4305"/>
                  </a:lnTo>
                  <a:lnTo>
                    <a:pt x="396" y="4445"/>
                  </a:lnTo>
                  <a:lnTo>
                    <a:pt x="294" y="4573"/>
                  </a:lnTo>
                  <a:lnTo>
                    <a:pt x="205" y="4713"/>
                  </a:lnTo>
                  <a:lnTo>
                    <a:pt x="128" y="4841"/>
                  </a:lnTo>
                  <a:lnTo>
                    <a:pt x="77" y="4981"/>
                  </a:lnTo>
                  <a:lnTo>
                    <a:pt x="39" y="5122"/>
                  </a:lnTo>
                  <a:lnTo>
                    <a:pt x="13" y="5262"/>
                  </a:lnTo>
                  <a:lnTo>
                    <a:pt x="0" y="5390"/>
                  </a:lnTo>
                  <a:lnTo>
                    <a:pt x="13" y="5531"/>
                  </a:lnTo>
                  <a:lnTo>
                    <a:pt x="39" y="5671"/>
                  </a:lnTo>
                  <a:lnTo>
                    <a:pt x="77" y="5812"/>
                  </a:lnTo>
                  <a:lnTo>
                    <a:pt x="128" y="5952"/>
                  </a:lnTo>
                  <a:lnTo>
                    <a:pt x="205" y="6080"/>
                  </a:lnTo>
                  <a:lnTo>
                    <a:pt x="294" y="6220"/>
                  </a:lnTo>
                  <a:lnTo>
                    <a:pt x="396" y="6348"/>
                  </a:lnTo>
                  <a:lnTo>
                    <a:pt x="524" y="6488"/>
                  </a:lnTo>
                  <a:lnTo>
                    <a:pt x="664" y="6616"/>
                  </a:lnTo>
                  <a:lnTo>
                    <a:pt x="818" y="6744"/>
                  </a:lnTo>
                  <a:lnTo>
                    <a:pt x="984" y="6872"/>
                  </a:lnTo>
                  <a:lnTo>
                    <a:pt x="1162" y="6999"/>
                  </a:lnTo>
                  <a:lnTo>
                    <a:pt x="1354" y="7127"/>
                  </a:lnTo>
                  <a:lnTo>
                    <a:pt x="1571" y="7255"/>
                  </a:lnTo>
                  <a:lnTo>
                    <a:pt x="1788" y="7370"/>
                  </a:lnTo>
                  <a:lnTo>
                    <a:pt x="2031" y="7497"/>
                  </a:lnTo>
                  <a:lnTo>
                    <a:pt x="2542" y="7727"/>
                  </a:lnTo>
                  <a:lnTo>
                    <a:pt x="3116" y="7970"/>
                  </a:lnTo>
                  <a:lnTo>
                    <a:pt x="3729" y="8187"/>
                  </a:lnTo>
                  <a:lnTo>
                    <a:pt x="4406" y="8417"/>
                  </a:lnTo>
                  <a:lnTo>
                    <a:pt x="5122" y="8621"/>
                  </a:lnTo>
                  <a:lnTo>
                    <a:pt x="5888" y="8826"/>
                  </a:lnTo>
                  <a:lnTo>
                    <a:pt x="6705" y="9017"/>
                  </a:lnTo>
                  <a:lnTo>
                    <a:pt x="7561" y="9209"/>
                  </a:lnTo>
                  <a:lnTo>
                    <a:pt x="8455" y="9387"/>
                  </a:lnTo>
                  <a:lnTo>
                    <a:pt x="9387" y="9554"/>
                  </a:lnTo>
                  <a:lnTo>
                    <a:pt x="10370" y="9720"/>
                  </a:lnTo>
                  <a:lnTo>
                    <a:pt x="11379" y="9873"/>
                  </a:lnTo>
                  <a:lnTo>
                    <a:pt x="12427" y="10013"/>
                  </a:lnTo>
                  <a:lnTo>
                    <a:pt x="13499" y="10141"/>
                  </a:lnTo>
                  <a:lnTo>
                    <a:pt x="14623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5" y="10550"/>
                  </a:lnTo>
                  <a:lnTo>
                    <a:pt x="19361" y="10614"/>
                  </a:lnTo>
                  <a:lnTo>
                    <a:pt x="20600" y="10677"/>
                  </a:lnTo>
                  <a:lnTo>
                    <a:pt x="21877" y="10728"/>
                  </a:lnTo>
                  <a:lnTo>
                    <a:pt x="23167" y="10754"/>
                  </a:lnTo>
                  <a:lnTo>
                    <a:pt x="24483" y="10780"/>
                  </a:lnTo>
                  <a:lnTo>
                    <a:pt x="25811" y="10792"/>
                  </a:lnTo>
                  <a:lnTo>
                    <a:pt x="27139" y="10780"/>
                  </a:lnTo>
                  <a:lnTo>
                    <a:pt x="28442" y="10754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0" y="10614"/>
                  </a:lnTo>
                  <a:lnTo>
                    <a:pt x="33486" y="10550"/>
                  </a:lnTo>
                  <a:lnTo>
                    <a:pt x="34674" y="10460"/>
                  </a:lnTo>
                  <a:lnTo>
                    <a:pt x="35849" y="10358"/>
                  </a:lnTo>
                  <a:lnTo>
                    <a:pt x="36998" y="10256"/>
                  </a:lnTo>
                  <a:lnTo>
                    <a:pt x="38109" y="10141"/>
                  </a:lnTo>
                  <a:lnTo>
                    <a:pt x="39182" y="10013"/>
                  </a:lnTo>
                  <a:lnTo>
                    <a:pt x="40229" y="9873"/>
                  </a:lnTo>
                  <a:lnTo>
                    <a:pt x="41251" y="9720"/>
                  </a:lnTo>
                  <a:lnTo>
                    <a:pt x="42222" y="9554"/>
                  </a:lnTo>
                  <a:lnTo>
                    <a:pt x="43154" y="9387"/>
                  </a:lnTo>
                  <a:lnTo>
                    <a:pt x="44061" y="9209"/>
                  </a:lnTo>
                  <a:lnTo>
                    <a:pt x="44904" y="9017"/>
                  </a:lnTo>
                  <a:lnTo>
                    <a:pt x="45721" y="8826"/>
                  </a:lnTo>
                  <a:lnTo>
                    <a:pt x="46487" y="8621"/>
                  </a:lnTo>
                  <a:lnTo>
                    <a:pt x="47203" y="8417"/>
                  </a:lnTo>
                  <a:lnTo>
                    <a:pt x="47879" y="8187"/>
                  </a:lnTo>
                  <a:lnTo>
                    <a:pt x="48505" y="7970"/>
                  </a:lnTo>
                  <a:lnTo>
                    <a:pt x="49067" y="7727"/>
                  </a:lnTo>
                  <a:lnTo>
                    <a:pt x="49591" y="7497"/>
                  </a:lnTo>
                  <a:lnTo>
                    <a:pt x="49821" y="7370"/>
                  </a:lnTo>
                  <a:lnTo>
                    <a:pt x="50050" y="7255"/>
                  </a:lnTo>
                  <a:lnTo>
                    <a:pt x="50255" y="7127"/>
                  </a:lnTo>
                  <a:lnTo>
                    <a:pt x="50459" y="6999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7" y="6616"/>
                  </a:lnTo>
                  <a:lnTo>
                    <a:pt x="51085" y="6488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4" y="6080"/>
                  </a:lnTo>
                  <a:lnTo>
                    <a:pt x="51481" y="5952"/>
                  </a:lnTo>
                  <a:lnTo>
                    <a:pt x="51545" y="5812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09" y="5390"/>
                  </a:lnTo>
                  <a:lnTo>
                    <a:pt x="51609" y="5262"/>
                  </a:lnTo>
                  <a:lnTo>
                    <a:pt x="51583" y="5122"/>
                  </a:lnTo>
                  <a:lnTo>
                    <a:pt x="51545" y="4981"/>
                  </a:lnTo>
                  <a:lnTo>
                    <a:pt x="51481" y="4841"/>
                  </a:lnTo>
                  <a:lnTo>
                    <a:pt x="51404" y="4713"/>
                  </a:lnTo>
                  <a:lnTo>
                    <a:pt x="51315" y="4573"/>
                  </a:lnTo>
                  <a:lnTo>
                    <a:pt x="51213" y="4445"/>
                  </a:lnTo>
                  <a:lnTo>
                    <a:pt x="51085" y="4305"/>
                  </a:lnTo>
                  <a:lnTo>
                    <a:pt x="50957" y="4177"/>
                  </a:lnTo>
                  <a:lnTo>
                    <a:pt x="50804" y="4049"/>
                  </a:lnTo>
                  <a:lnTo>
                    <a:pt x="50638" y="3921"/>
                  </a:lnTo>
                  <a:lnTo>
                    <a:pt x="50459" y="3794"/>
                  </a:lnTo>
                  <a:lnTo>
                    <a:pt x="50255" y="3666"/>
                  </a:lnTo>
                  <a:lnTo>
                    <a:pt x="50050" y="3538"/>
                  </a:lnTo>
                  <a:lnTo>
                    <a:pt x="49821" y="3423"/>
                  </a:lnTo>
                  <a:lnTo>
                    <a:pt x="49591" y="3296"/>
                  </a:lnTo>
                  <a:lnTo>
                    <a:pt x="49067" y="3053"/>
                  </a:lnTo>
                  <a:lnTo>
                    <a:pt x="48505" y="2823"/>
                  </a:lnTo>
                  <a:lnTo>
                    <a:pt x="47879" y="2593"/>
                  </a:lnTo>
                  <a:lnTo>
                    <a:pt x="47203" y="2376"/>
                  </a:lnTo>
                  <a:lnTo>
                    <a:pt x="46487" y="2172"/>
                  </a:lnTo>
                  <a:lnTo>
                    <a:pt x="45721" y="1967"/>
                  </a:lnTo>
                  <a:lnTo>
                    <a:pt x="44904" y="1776"/>
                  </a:lnTo>
                  <a:lnTo>
                    <a:pt x="44061" y="1584"/>
                  </a:lnTo>
                  <a:lnTo>
                    <a:pt x="43154" y="1405"/>
                  </a:lnTo>
                  <a:lnTo>
                    <a:pt x="42222" y="1239"/>
                  </a:lnTo>
                  <a:lnTo>
                    <a:pt x="41251" y="1073"/>
                  </a:lnTo>
                  <a:lnTo>
                    <a:pt x="40229" y="920"/>
                  </a:lnTo>
                  <a:lnTo>
                    <a:pt x="39182" y="780"/>
                  </a:lnTo>
                  <a:lnTo>
                    <a:pt x="38109" y="652"/>
                  </a:lnTo>
                  <a:lnTo>
                    <a:pt x="36998" y="537"/>
                  </a:lnTo>
                  <a:lnTo>
                    <a:pt x="35849" y="422"/>
                  </a:lnTo>
                  <a:lnTo>
                    <a:pt x="34674" y="333"/>
                  </a:lnTo>
                  <a:lnTo>
                    <a:pt x="33486" y="243"/>
                  </a:lnTo>
                  <a:lnTo>
                    <a:pt x="32260" y="167"/>
                  </a:lnTo>
                  <a:lnTo>
                    <a:pt x="31009" y="116"/>
                  </a:lnTo>
                  <a:lnTo>
                    <a:pt x="29732" y="65"/>
                  </a:lnTo>
                  <a:lnTo>
                    <a:pt x="28442" y="26"/>
                  </a:lnTo>
                  <a:lnTo>
                    <a:pt x="27139" y="13"/>
                  </a:lnTo>
                  <a:lnTo>
                    <a:pt x="258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2697472" y="3264909"/>
              <a:ext cx="627569" cy="112133"/>
            </a:xfrm>
            <a:custGeom>
              <a:avLst/>
              <a:gdLst/>
              <a:ahLst/>
              <a:cxnLst/>
              <a:rect l="l" t="t" r="r" b="b"/>
              <a:pathLst>
                <a:path w="42389" h="7574" extrusionOk="0">
                  <a:moveTo>
                    <a:pt x="20102" y="0"/>
                  </a:moveTo>
                  <a:lnTo>
                    <a:pt x="19030" y="13"/>
                  </a:lnTo>
                  <a:lnTo>
                    <a:pt x="17970" y="39"/>
                  </a:lnTo>
                  <a:lnTo>
                    <a:pt x="16922" y="77"/>
                  </a:lnTo>
                  <a:lnTo>
                    <a:pt x="15901" y="115"/>
                  </a:lnTo>
                  <a:lnTo>
                    <a:pt x="14892" y="166"/>
                  </a:lnTo>
                  <a:lnTo>
                    <a:pt x="13908" y="230"/>
                  </a:lnTo>
                  <a:lnTo>
                    <a:pt x="12951" y="294"/>
                  </a:lnTo>
                  <a:lnTo>
                    <a:pt x="12006" y="371"/>
                  </a:lnTo>
                  <a:lnTo>
                    <a:pt x="11099" y="447"/>
                  </a:lnTo>
                  <a:lnTo>
                    <a:pt x="10205" y="549"/>
                  </a:lnTo>
                  <a:lnTo>
                    <a:pt x="9349" y="639"/>
                  </a:lnTo>
                  <a:lnTo>
                    <a:pt x="8519" y="754"/>
                  </a:lnTo>
                  <a:lnTo>
                    <a:pt x="7714" y="856"/>
                  </a:lnTo>
                  <a:lnTo>
                    <a:pt x="6948" y="984"/>
                  </a:lnTo>
                  <a:lnTo>
                    <a:pt x="6207" y="1111"/>
                  </a:lnTo>
                  <a:lnTo>
                    <a:pt x="5505" y="1239"/>
                  </a:lnTo>
                  <a:lnTo>
                    <a:pt x="4841" y="1380"/>
                  </a:lnTo>
                  <a:lnTo>
                    <a:pt x="4215" y="1520"/>
                  </a:lnTo>
                  <a:lnTo>
                    <a:pt x="3615" y="1661"/>
                  </a:lnTo>
                  <a:lnTo>
                    <a:pt x="3066" y="1827"/>
                  </a:lnTo>
                  <a:lnTo>
                    <a:pt x="2555" y="1980"/>
                  </a:lnTo>
                  <a:lnTo>
                    <a:pt x="2095" y="2146"/>
                  </a:lnTo>
                  <a:lnTo>
                    <a:pt x="1661" y="2312"/>
                  </a:lnTo>
                  <a:lnTo>
                    <a:pt x="1291" y="2478"/>
                  </a:lnTo>
                  <a:lnTo>
                    <a:pt x="959" y="2657"/>
                  </a:lnTo>
                  <a:lnTo>
                    <a:pt x="665" y="2835"/>
                  </a:lnTo>
                  <a:lnTo>
                    <a:pt x="550" y="2925"/>
                  </a:lnTo>
                  <a:lnTo>
                    <a:pt x="435" y="3027"/>
                  </a:lnTo>
                  <a:lnTo>
                    <a:pt x="333" y="3116"/>
                  </a:lnTo>
                  <a:lnTo>
                    <a:pt x="243" y="3206"/>
                  </a:lnTo>
                  <a:lnTo>
                    <a:pt x="167" y="3308"/>
                  </a:lnTo>
                  <a:lnTo>
                    <a:pt x="116" y="3397"/>
                  </a:lnTo>
                  <a:lnTo>
                    <a:pt x="65" y="3500"/>
                  </a:lnTo>
                  <a:lnTo>
                    <a:pt x="26" y="3589"/>
                  </a:lnTo>
                  <a:lnTo>
                    <a:pt x="13" y="3691"/>
                  </a:lnTo>
                  <a:lnTo>
                    <a:pt x="1" y="3781"/>
                  </a:lnTo>
                  <a:lnTo>
                    <a:pt x="13" y="3883"/>
                  </a:lnTo>
                  <a:lnTo>
                    <a:pt x="26" y="3985"/>
                  </a:lnTo>
                  <a:lnTo>
                    <a:pt x="65" y="4074"/>
                  </a:lnTo>
                  <a:lnTo>
                    <a:pt x="116" y="4176"/>
                  </a:lnTo>
                  <a:lnTo>
                    <a:pt x="167" y="4266"/>
                  </a:lnTo>
                  <a:lnTo>
                    <a:pt x="243" y="4368"/>
                  </a:lnTo>
                  <a:lnTo>
                    <a:pt x="333" y="4457"/>
                  </a:lnTo>
                  <a:lnTo>
                    <a:pt x="435" y="4547"/>
                  </a:lnTo>
                  <a:lnTo>
                    <a:pt x="550" y="4636"/>
                  </a:lnTo>
                  <a:lnTo>
                    <a:pt x="665" y="4738"/>
                  </a:lnTo>
                  <a:lnTo>
                    <a:pt x="959" y="4917"/>
                  </a:lnTo>
                  <a:lnTo>
                    <a:pt x="1291" y="5083"/>
                  </a:lnTo>
                  <a:lnTo>
                    <a:pt x="1661" y="5262"/>
                  </a:lnTo>
                  <a:lnTo>
                    <a:pt x="2095" y="5428"/>
                  </a:lnTo>
                  <a:lnTo>
                    <a:pt x="2555" y="5594"/>
                  </a:lnTo>
                  <a:lnTo>
                    <a:pt x="3066" y="5747"/>
                  </a:lnTo>
                  <a:lnTo>
                    <a:pt x="3615" y="5901"/>
                  </a:lnTo>
                  <a:lnTo>
                    <a:pt x="4215" y="6054"/>
                  </a:lnTo>
                  <a:lnTo>
                    <a:pt x="4841" y="6194"/>
                  </a:lnTo>
                  <a:lnTo>
                    <a:pt x="5505" y="6335"/>
                  </a:lnTo>
                  <a:lnTo>
                    <a:pt x="6207" y="6462"/>
                  </a:lnTo>
                  <a:lnTo>
                    <a:pt x="6948" y="6590"/>
                  </a:lnTo>
                  <a:lnTo>
                    <a:pt x="7714" y="6705"/>
                  </a:lnTo>
                  <a:lnTo>
                    <a:pt x="8519" y="6820"/>
                  </a:lnTo>
                  <a:lnTo>
                    <a:pt x="9349" y="6922"/>
                  </a:lnTo>
                  <a:lnTo>
                    <a:pt x="10205" y="7024"/>
                  </a:lnTo>
                  <a:lnTo>
                    <a:pt x="11099" y="7114"/>
                  </a:lnTo>
                  <a:lnTo>
                    <a:pt x="12006" y="7203"/>
                  </a:lnTo>
                  <a:lnTo>
                    <a:pt x="12951" y="7280"/>
                  </a:lnTo>
                  <a:lnTo>
                    <a:pt x="13908" y="7344"/>
                  </a:lnTo>
                  <a:lnTo>
                    <a:pt x="14892" y="7408"/>
                  </a:lnTo>
                  <a:lnTo>
                    <a:pt x="15901" y="7459"/>
                  </a:lnTo>
                  <a:lnTo>
                    <a:pt x="16922" y="7497"/>
                  </a:lnTo>
                  <a:lnTo>
                    <a:pt x="17970" y="7535"/>
                  </a:lnTo>
                  <a:lnTo>
                    <a:pt x="19030" y="7561"/>
                  </a:lnTo>
                  <a:lnTo>
                    <a:pt x="20102" y="7574"/>
                  </a:lnTo>
                  <a:lnTo>
                    <a:pt x="22286" y="7574"/>
                  </a:lnTo>
                  <a:lnTo>
                    <a:pt x="23359" y="7561"/>
                  </a:lnTo>
                  <a:lnTo>
                    <a:pt x="24419" y="7535"/>
                  </a:lnTo>
                  <a:lnTo>
                    <a:pt x="25466" y="7497"/>
                  </a:lnTo>
                  <a:lnTo>
                    <a:pt x="26488" y="7459"/>
                  </a:lnTo>
                  <a:lnTo>
                    <a:pt x="27497" y="7408"/>
                  </a:lnTo>
                  <a:lnTo>
                    <a:pt x="28480" y="7344"/>
                  </a:lnTo>
                  <a:lnTo>
                    <a:pt x="29451" y="7280"/>
                  </a:lnTo>
                  <a:lnTo>
                    <a:pt x="30383" y="7203"/>
                  </a:lnTo>
                  <a:lnTo>
                    <a:pt x="31303" y="7114"/>
                  </a:lnTo>
                  <a:lnTo>
                    <a:pt x="32184" y="7024"/>
                  </a:lnTo>
                  <a:lnTo>
                    <a:pt x="33052" y="6922"/>
                  </a:lnTo>
                  <a:lnTo>
                    <a:pt x="33883" y="6820"/>
                  </a:lnTo>
                  <a:lnTo>
                    <a:pt x="34674" y="6705"/>
                  </a:lnTo>
                  <a:lnTo>
                    <a:pt x="35453" y="6590"/>
                  </a:lnTo>
                  <a:lnTo>
                    <a:pt x="36181" y="6462"/>
                  </a:lnTo>
                  <a:lnTo>
                    <a:pt x="36884" y="6335"/>
                  </a:lnTo>
                  <a:lnTo>
                    <a:pt x="37548" y="6194"/>
                  </a:lnTo>
                  <a:lnTo>
                    <a:pt x="38186" y="6054"/>
                  </a:lnTo>
                  <a:lnTo>
                    <a:pt x="38774" y="5901"/>
                  </a:lnTo>
                  <a:lnTo>
                    <a:pt x="39323" y="5747"/>
                  </a:lnTo>
                  <a:lnTo>
                    <a:pt x="39834" y="5594"/>
                  </a:lnTo>
                  <a:lnTo>
                    <a:pt x="40306" y="5428"/>
                  </a:lnTo>
                  <a:lnTo>
                    <a:pt x="40728" y="5262"/>
                  </a:lnTo>
                  <a:lnTo>
                    <a:pt x="41111" y="5083"/>
                  </a:lnTo>
                  <a:lnTo>
                    <a:pt x="41443" y="4917"/>
                  </a:lnTo>
                  <a:lnTo>
                    <a:pt x="41724" y="4738"/>
                  </a:lnTo>
                  <a:lnTo>
                    <a:pt x="41852" y="4636"/>
                  </a:lnTo>
                  <a:lnTo>
                    <a:pt x="41967" y="4547"/>
                  </a:lnTo>
                  <a:lnTo>
                    <a:pt x="42056" y="4457"/>
                  </a:lnTo>
                  <a:lnTo>
                    <a:pt x="42146" y="4368"/>
                  </a:lnTo>
                  <a:lnTo>
                    <a:pt x="42222" y="4266"/>
                  </a:lnTo>
                  <a:lnTo>
                    <a:pt x="42286" y="4176"/>
                  </a:lnTo>
                  <a:lnTo>
                    <a:pt x="42324" y="4074"/>
                  </a:lnTo>
                  <a:lnTo>
                    <a:pt x="42363" y="3985"/>
                  </a:lnTo>
                  <a:lnTo>
                    <a:pt x="42388" y="3883"/>
                  </a:lnTo>
                  <a:lnTo>
                    <a:pt x="42388" y="3781"/>
                  </a:lnTo>
                  <a:lnTo>
                    <a:pt x="42388" y="3691"/>
                  </a:lnTo>
                  <a:lnTo>
                    <a:pt x="42363" y="3589"/>
                  </a:lnTo>
                  <a:lnTo>
                    <a:pt x="42324" y="3500"/>
                  </a:lnTo>
                  <a:lnTo>
                    <a:pt x="42286" y="3397"/>
                  </a:lnTo>
                  <a:lnTo>
                    <a:pt x="42222" y="3308"/>
                  </a:lnTo>
                  <a:lnTo>
                    <a:pt x="42146" y="3206"/>
                  </a:lnTo>
                  <a:lnTo>
                    <a:pt x="42056" y="3116"/>
                  </a:lnTo>
                  <a:lnTo>
                    <a:pt x="41967" y="3027"/>
                  </a:lnTo>
                  <a:lnTo>
                    <a:pt x="41852" y="2925"/>
                  </a:lnTo>
                  <a:lnTo>
                    <a:pt x="41724" y="2835"/>
                  </a:lnTo>
                  <a:lnTo>
                    <a:pt x="41443" y="2657"/>
                  </a:lnTo>
                  <a:lnTo>
                    <a:pt x="41111" y="2478"/>
                  </a:lnTo>
                  <a:lnTo>
                    <a:pt x="40728" y="2312"/>
                  </a:lnTo>
                  <a:lnTo>
                    <a:pt x="40306" y="2146"/>
                  </a:lnTo>
                  <a:lnTo>
                    <a:pt x="39834" y="1980"/>
                  </a:lnTo>
                  <a:lnTo>
                    <a:pt x="39323" y="1827"/>
                  </a:lnTo>
                  <a:lnTo>
                    <a:pt x="38774" y="1661"/>
                  </a:lnTo>
                  <a:lnTo>
                    <a:pt x="38186" y="1520"/>
                  </a:lnTo>
                  <a:lnTo>
                    <a:pt x="37548" y="1380"/>
                  </a:lnTo>
                  <a:lnTo>
                    <a:pt x="36884" y="1239"/>
                  </a:lnTo>
                  <a:lnTo>
                    <a:pt x="36181" y="1111"/>
                  </a:lnTo>
                  <a:lnTo>
                    <a:pt x="35453" y="984"/>
                  </a:lnTo>
                  <a:lnTo>
                    <a:pt x="34674" y="856"/>
                  </a:lnTo>
                  <a:lnTo>
                    <a:pt x="33883" y="754"/>
                  </a:lnTo>
                  <a:lnTo>
                    <a:pt x="33052" y="639"/>
                  </a:lnTo>
                  <a:lnTo>
                    <a:pt x="32184" y="549"/>
                  </a:lnTo>
                  <a:lnTo>
                    <a:pt x="31303" y="447"/>
                  </a:lnTo>
                  <a:lnTo>
                    <a:pt x="30383" y="371"/>
                  </a:lnTo>
                  <a:lnTo>
                    <a:pt x="29451" y="294"/>
                  </a:lnTo>
                  <a:lnTo>
                    <a:pt x="28480" y="230"/>
                  </a:lnTo>
                  <a:lnTo>
                    <a:pt x="27497" y="166"/>
                  </a:lnTo>
                  <a:lnTo>
                    <a:pt x="26488" y="115"/>
                  </a:lnTo>
                  <a:lnTo>
                    <a:pt x="25466" y="77"/>
                  </a:lnTo>
                  <a:lnTo>
                    <a:pt x="24419" y="39"/>
                  </a:lnTo>
                  <a:lnTo>
                    <a:pt x="23359" y="13"/>
                  </a:lnTo>
                  <a:lnTo>
                    <a:pt x="22286" y="0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2706740" y="3264909"/>
              <a:ext cx="609226" cy="83204"/>
            </a:xfrm>
            <a:custGeom>
              <a:avLst/>
              <a:gdLst/>
              <a:ahLst/>
              <a:cxnLst/>
              <a:rect l="l" t="t" r="r" b="b"/>
              <a:pathLst>
                <a:path w="41150" h="5620" extrusionOk="0">
                  <a:moveTo>
                    <a:pt x="19949" y="0"/>
                  </a:moveTo>
                  <a:lnTo>
                    <a:pt x="18238" y="13"/>
                  </a:lnTo>
                  <a:lnTo>
                    <a:pt x="16577" y="39"/>
                  </a:lnTo>
                  <a:lnTo>
                    <a:pt x="14943" y="102"/>
                  </a:lnTo>
                  <a:lnTo>
                    <a:pt x="13372" y="179"/>
                  </a:lnTo>
                  <a:lnTo>
                    <a:pt x="11839" y="281"/>
                  </a:lnTo>
                  <a:lnTo>
                    <a:pt x="10371" y="409"/>
                  </a:lnTo>
                  <a:lnTo>
                    <a:pt x="8966" y="549"/>
                  </a:lnTo>
                  <a:lnTo>
                    <a:pt x="7625" y="703"/>
                  </a:lnTo>
                  <a:lnTo>
                    <a:pt x="6361" y="881"/>
                  </a:lnTo>
                  <a:lnTo>
                    <a:pt x="5173" y="1073"/>
                  </a:lnTo>
                  <a:lnTo>
                    <a:pt x="4074" y="1277"/>
                  </a:lnTo>
                  <a:lnTo>
                    <a:pt x="3551" y="1380"/>
                  </a:lnTo>
                  <a:lnTo>
                    <a:pt x="3066" y="1494"/>
                  </a:lnTo>
                  <a:lnTo>
                    <a:pt x="2593" y="1609"/>
                  </a:lnTo>
                  <a:lnTo>
                    <a:pt x="2146" y="1724"/>
                  </a:lnTo>
                  <a:lnTo>
                    <a:pt x="1725" y="1852"/>
                  </a:lnTo>
                  <a:lnTo>
                    <a:pt x="1316" y="1980"/>
                  </a:lnTo>
                  <a:lnTo>
                    <a:pt x="946" y="2108"/>
                  </a:lnTo>
                  <a:lnTo>
                    <a:pt x="601" y="2235"/>
                  </a:lnTo>
                  <a:lnTo>
                    <a:pt x="281" y="2363"/>
                  </a:lnTo>
                  <a:lnTo>
                    <a:pt x="0" y="2503"/>
                  </a:lnTo>
                  <a:lnTo>
                    <a:pt x="0" y="2503"/>
                  </a:lnTo>
                  <a:lnTo>
                    <a:pt x="716" y="2286"/>
                  </a:lnTo>
                  <a:lnTo>
                    <a:pt x="1507" y="2082"/>
                  </a:lnTo>
                  <a:lnTo>
                    <a:pt x="2363" y="1890"/>
                  </a:lnTo>
                  <a:lnTo>
                    <a:pt x="3295" y="1712"/>
                  </a:lnTo>
                  <a:lnTo>
                    <a:pt x="4292" y="1533"/>
                  </a:lnTo>
                  <a:lnTo>
                    <a:pt x="5352" y="1380"/>
                  </a:lnTo>
                  <a:lnTo>
                    <a:pt x="6463" y="1226"/>
                  </a:lnTo>
                  <a:lnTo>
                    <a:pt x="7625" y="1099"/>
                  </a:lnTo>
                  <a:lnTo>
                    <a:pt x="8851" y="971"/>
                  </a:lnTo>
                  <a:lnTo>
                    <a:pt x="10115" y="869"/>
                  </a:lnTo>
                  <a:lnTo>
                    <a:pt x="11431" y="767"/>
                  </a:lnTo>
                  <a:lnTo>
                    <a:pt x="12784" y="690"/>
                  </a:lnTo>
                  <a:lnTo>
                    <a:pt x="14164" y="639"/>
                  </a:lnTo>
                  <a:lnTo>
                    <a:pt x="15594" y="588"/>
                  </a:lnTo>
                  <a:lnTo>
                    <a:pt x="17050" y="562"/>
                  </a:lnTo>
                  <a:lnTo>
                    <a:pt x="18531" y="549"/>
                  </a:lnTo>
                  <a:lnTo>
                    <a:pt x="19617" y="562"/>
                  </a:lnTo>
                  <a:lnTo>
                    <a:pt x="20690" y="575"/>
                  </a:lnTo>
                  <a:lnTo>
                    <a:pt x="21750" y="601"/>
                  </a:lnTo>
                  <a:lnTo>
                    <a:pt x="22797" y="626"/>
                  </a:lnTo>
                  <a:lnTo>
                    <a:pt x="23819" y="677"/>
                  </a:lnTo>
                  <a:lnTo>
                    <a:pt x="24828" y="728"/>
                  </a:lnTo>
                  <a:lnTo>
                    <a:pt x="25811" y="779"/>
                  </a:lnTo>
                  <a:lnTo>
                    <a:pt x="26782" y="856"/>
                  </a:lnTo>
                  <a:lnTo>
                    <a:pt x="27714" y="933"/>
                  </a:lnTo>
                  <a:lnTo>
                    <a:pt x="28633" y="1009"/>
                  </a:lnTo>
                  <a:lnTo>
                    <a:pt x="29515" y="1099"/>
                  </a:lnTo>
                  <a:lnTo>
                    <a:pt x="30383" y="1201"/>
                  </a:lnTo>
                  <a:lnTo>
                    <a:pt x="31213" y="1303"/>
                  </a:lnTo>
                  <a:lnTo>
                    <a:pt x="32005" y="1418"/>
                  </a:lnTo>
                  <a:lnTo>
                    <a:pt x="32784" y="1533"/>
                  </a:lnTo>
                  <a:lnTo>
                    <a:pt x="33512" y="1661"/>
                  </a:lnTo>
                  <a:lnTo>
                    <a:pt x="34214" y="1801"/>
                  </a:lnTo>
                  <a:lnTo>
                    <a:pt x="34879" y="1929"/>
                  </a:lnTo>
                  <a:lnTo>
                    <a:pt x="35517" y="2082"/>
                  </a:lnTo>
                  <a:lnTo>
                    <a:pt x="36105" y="2222"/>
                  </a:lnTo>
                  <a:lnTo>
                    <a:pt x="36654" y="2376"/>
                  </a:lnTo>
                  <a:lnTo>
                    <a:pt x="37165" y="2542"/>
                  </a:lnTo>
                  <a:lnTo>
                    <a:pt x="37637" y="2708"/>
                  </a:lnTo>
                  <a:lnTo>
                    <a:pt x="38059" y="2874"/>
                  </a:lnTo>
                  <a:lnTo>
                    <a:pt x="38442" y="3040"/>
                  </a:lnTo>
                  <a:lnTo>
                    <a:pt x="38774" y="3219"/>
                  </a:lnTo>
                  <a:lnTo>
                    <a:pt x="39055" y="3397"/>
                  </a:lnTo>
                  <a:lnTo>
                    <a:pt x="39182" y="3487"/>
                  </a:lnTo>
                  <a:lnTo>
                    <a:pt x="39297" y="3576"/>
                  </a:lnTo>
                  <a:lnTo>
                    <a:pt x="39387" y="3678"/>
                  </a:lnTo>
                  <a:lnTo>
                    <a:pt x="39476" y="3768"/>
                  </a:lnTo>
                  <a:lnTo>
                    <a:pt x="39553" y="3857"/>
                  </a:lnTo>
                  <a:lnTo>
                    <a:pt x="39617" y="3959"/>
                  </a:lnTo>
                  <a:lnTo>
                    <a:pt x="39655" y="4049"/>
                  </a:lnTo>
                  <a:lnTo>
                    <a:pt x="39693" y="4151"/>
                  </a:lnTo>
                  <a:lnTo>
                    <a:pt x="39719" y="4253"/>
                  </a:lnTo>
                  <a:lnTo>
                    <a:pt x="39719" y="4342"/>
                  </a:lnTo>
                  <a:lnTo>
                    <a:pt x="39719" y="4432"/>
                  </a:lnTo>
                  <a:lnTo>
                    <a:pt x="39706" y="4508"/>
                  </a:lnTo>
                  <a:lnTo>
                    <a:pt x="39680" y="4598"/>
                  </a:lnTo>
                  <a:lnTo>
                    <a:pt x="39642" y="4675"/>
                  </a:lnTo>
                  <a:lnTo>
                    <a:pt x="39591" y="4764"/>
                  </a:lnTo>
                  <a:lnTo>
                    <a:pt x="39540" y="4841"/>
                  </a:lnTo>
                  <a:lnTo>
                    <a:pt x="39400" y="5007"/>
                  </a:lnTo>
                  <a:lnTo>
                    <a:pt x="39221" y="5160"/>
                  </a:lnTo>
                  <a:lnTo>
                    <a:pt x="39016" y="5326"/>
                  </a:lnTo>
                  <a:lnTo>
                    <a:pt x="38761" y="5479"/>
                  </a:lnTo>
                  <a:lnTo>
                    <a:pt x="38480" y="5620"/>
                  </a:lnTo>
                  <a:lnTo>
                    <a:pt x="38480" y="5620"/>
                  </a:lnTo>
                  <a:lnTo>
                    <a:pt x="39080" y="5415"/>
                  </a:lnTo>
                  <a:lnTo>
                    <a:pt x="39361" y="5313"/>
                  </a:lnTo>
                  <a:lnTo>
                    <a:pt x="39617" y="5198"/>
                  </a:lnTo>
                  <a:lnTo>
                    <a:pt x="39846" y="5096"/>
                  </a:lnTo>
                  <a:lnTo>
                    <a:pt x="40064" y="4981"/>
                  </a:lnTo>
                  <a:lnTo>
                    <a:pt x="40268" y="4866"/>
                  </a:lnTo>
                  <a:lnTo>
                    <a:pt x="40447" y="4751"/>
                  </a:lnTo>
                  <a:lnTo>
                    <a:pt x="40613" y="4636"/>
                  </a:lnTo>
                  <a:lnTo>
                    <a:pt x="40753" y="4521"/>
                  </a:lnTo>
                  <a:lnTo>
                    <a:pt x="40868" y="4394"/>
                  </a:lnTo>
                  <a:lnTo>
                    <a:pt x="40970" y="4279"/>
                  </a:lnTo>
                  <a:lnTo>
                    <a:pt x="41047" y="4151"/>
                  </a:lnTo>
                  <a:lnTo>
                    <a:pt x="41098" y="4036"/>
                  </a:lnTo>
                  <a:lnTo>
                    <a:pt x="41136" y="3908"/>
                  </a:lnTo>
                  <a:lnTo>
                    <a:pt x="41149" y="3781"/>
                  </a:lnTo>
                  <a:lnTo>
                    <a:pt x="41136" y="3691"/>
                  </a:lnTo>
                  <a:lnTo>
                    <a:pt x="41111" y="3589"/>
                  </a:lnTo>
                  <a:lnTo>
                    <a:pt x="41085" y="3500"/>
                  </a:lnTo>
                  <a:lnTo>
                    <a:pt x="41034" y="3397"/>
                  </a:lnTo>
                  <a:lnTo>
                    <a:pt x="40970" y="3308"/>
                  </a:lnTo>
                  <a:lnTo>
                    <a:pt x="40894" y="3206"/>
                  </a:lnTo>
                  <a:lnTo>
                    <a:pt x="40817" y="3116"/>
                  </a:lnTo>
                  <a:lnTo>
                    <a:pt x="40715" y="3027"/>
                  </a:lnTo>
                  <a:lnTo>
                    <a:pt x="40600" y="2925"/>
                  </a:lnTo>
                  <a:lnTo>
                    <a:pt x="40472" y="2835"/>
                  </a:lnTo>
                  <a:lnTo>
                    <a:pt x="40191" y="2657"/>
                  </a:lnTo>
                  <a:lnTo>
                    <a:pt x="39859" y="2478"/>
                  </a:lnTo>
                  <a:lnTo>
                    <a:pt x="39476" y="2312"/>
                  </a:lnTo>
                  <a:lnTo>
                    <a:pt x="39055" y="2146"/>
                  </a:lnTo>
                  <a:lnTo>
                    <a:pt x="38582" y="1980"/>
                  </a:lnTo>
                  <a:lnTo>
                    <a:pt x="38071" y="1827"/>
                  </a:lnTo>
                  <a:lnTo>
                    <a:pt x="37522" y="1661"/>
                  </a:lnTo>
                  <a:lnTo>
                    <a:pt x="36935" y="1520"/>
                  </a:lnTo>
                  <a:lnTo>
                    <a:pt x="36309" y="1380"/>
                  </a:lnTo>
                  <a:lnTo>
                    <a:pt x="35632" y="1239"/>
                  </a:lnTo>
                  <a:lnTo>
                    <a:pt x="34930" y="1111"/>
                  </a:lnTo>
                  <a:lnTo>
                    <a:pt x="34202" y="984"/>
                  </a:lnTo>
                  <a:lnTo>
                    <a:pt x="33435" y="856"/>
                  </a:lnTo>
                  <a:lnTo>
                    <a:pt x="32631" y="754"/>
                  </a:lnTo>
                  <a:lnTo>
                    <a:pt x="31801" y="639"/>
                  </a:lnTo>
                  <a:lnTo>
                    <a:pt x="30945" y="549"/>
                  </a:lnTo>
                  <a:lnTo>
                    <a:pt x="30051" y="447"/>
                  </a:lnTo>
                  <a:lnTo>
                    <a:pt x="29131" y="371"/>
                  </a:lnTo>
                  <a:lnTo>
                    <a:pt x="28199" y="294"/>
                  </a:lnTo>
                  <a:lnTo>
                    <a:pt x="27241" y="230"/>
                  </a:lnTo>
                  <a:lnTo>
                    <a:pt x="26245" y="166"/>
                  </a:lnTo>
                  <a:lnTo>
                    <a:pt x="25249" y="115"/>
                  </a:lnTo>
                  <a:lnTo>
                    <a:pt x="24215" y="77"/>
                  </a:lnTo>
                  <a:lnTo>
                    <a:pt x="23180" y="39"/>
                  </a:lnTo>
                  <a:lnTo>
                    <a:pt x="22120" y="13"/>
                  </a:lnTo>
                  <a:lnTo>
                    <a:pt x="21035" y="0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2915476" y="3295718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1" y="1"/>
                  </a:moveTo>
                  <a:lnTo>
                    <a:pt x="1" y="384"/>
                  </a:lnTo>
                  <a:lnTo>
                    <a:pt x="2325" y="384"/>
                  </a:lnTo>
                  <a:lnTo>
                    <a:pt x="3347" y="397"/>
                  </a:lnTo>
                  <a:lnTo>
                    <a:pt x="4254" y="422"/>
                  </a:lnTo>
                  <a:lnTo>
                    <a:pt x="5058" y="461"/>
                  </a:lnTo>
                  <a:lnTo>
                    <a:pt x="5748" y="512"/>
                  </a:lnTo>
                  <a:lnTo>
                    <a:pt x="6323" y="588"/>
                  </a:lnTo>
                  <a:lnTo>
                    <a:pt x="6578" y="627"/>
                  </a:lnTo>
                  <a:lnTo>
                    <a:pt x="6795" y="678"/>
                  </a:lnTo>
                  <a:lnTo>
                    <a:pt x="6987" y="729"/>
                  </a:lnTo>
                  <a:lnTo>
                    <a:pt x="7140" y="780"/>
                  </a:lnTo>
                  <a:lnTo>
                    <a:pt x="7268" y="831"/>
                  </a:lnTo>
                  <a:lnTo>
                    <a:pt x="7370" y="895"/>
                  </a:lnTo>
                  <a:lnTo>
                    <a:pt x="1" y="895"/>
                  </a:lnTo>
                  <a:lnTo>
                    <a:pt x="1" y="1189"/>
                  </a:lnTo>
                  <a:lnTo>
                    <a:pt x="7472" y="1189"/>
                  </a:lnTo>
                  <a:lnTo>
                    <a:pt x="7446" y="1227"/>
                  </a:lnTo>
                  <a:lnTo>
                    <a:pt x="7408" y="1265"/>
                  </a:lnTo>
                  <a:lnTo>
                    <a:pt x="7306" y="1329"/>
                  </a:lnTo>
                  <a:lnTo>
                    <a:pt x="7165" y="1406"/>
                  </a:lnTo>
                  <a:lnTo>
                    <a:pt x="6987" y="1470"/>
                  </a:lnTo>
                  <a:lnTo>
                    <a:pt x="6770" y="1521"/>
                  </a:lnTo>
                  <a:lnTo>
                    <a:pt x="6514" y="1572"/>
                  </a:lnTo>
                  <a:lnTo>
                    <a:pt x="6208" y="1623"/>
                  </a:lnTo>
                  <a:lnTo>
                    <a:pt x="5876" y="1674"/>
                  </a:lnTo>
                  <a:lnTo>
                    <a:pt x="5505" y="1712"/>
                  </a:lnTo>
                  <a:lnTo>
                    <a:pt x="5097" y="1751"/>
                  </a:lnTo>
                  <a:lnTo>
                    <a:pt x="4151" y="1814"/>
                  </a:lnTo>
                  <a:lnTo>
                    <a:pt x="3053" y="1840"/>
                  </a:lnTo>
                  <a:lnTo>
                    <a:pt x="1802" y="1853"/>
                  </a:lnTo>
                  <a:lnTo>
                    <a:pt x="1" y="1853"/>
                  </a:lnTo>
                  <a:lnTo>
                    <a:pt x="1" y="2223"/>
                  </a:lnTo>
                  <a:lnTo>
                    <a:pt x="2197" y="2645"/>
                  </a:lnTo>
                  <a:lnTo>
                    <a:pt x="4215" y="3053"/>
                  </a:lnTo>
                  <a:lnTo>
                    <a:pt x="6131" y="3462"/>
                  </a:lnTo>
                  <a:lnTo>
                    <a:pt x="8021" y="3858"/>
                  </a:lnTo>
                  <a:lnTo>
                    <a:pt x="11163" y="3858"/>
                  </a:lnTo>
                  <a:lnTo>
                    <a:pt x="9107" y="3411"/>
                  </a:lnTo>
                  <a:lnTo>
                    <a:pt x="7051" y="2977"/>
                  </a:lnTo>
                  <a:lnTo>
                    <a:pt x="5033" y="2568"/>
                  </a:lnTo>
                  <a:lnTo>
                    <a:pt x="3079" y="2185"/>
                  </a:lnTo>
                  <a:lnTo>
                    <a:pt x="3845" y="2185"/>
                  </a:lnTo>
                  <a:lnTo>
                    <a:pt x="4586" y="2159"/>
                  </a:lnTo>
                  <a:lnTo>
                    <a:pt x="5275" y="2134"/>
                  </a:lnTo>
                  <a:lnTo>
                    <a:pt x="5927" y="2108"/>
                  </a:lnTo>
                  <a:lnTo>
                    <a:pt x="6540" y="2070"/>
                  </a:lnTo>
                  <a:lnTo>
                    <a:pt x="7102" y="2019"/>
                  </a:lnTo>
                  <a:lnTo>
                    <a:pt x="7638" y="1968"/>
                  </a:lnTo>
                  <a:lnTo>
                    <a:pt x="8111" y="1904"/>
                  </a:lnTo>
                  <a:lnTo>
                    <a:pt x="8558" y="1840"/>
                  </a:lnTo>
                  <a:lnTo>
                    <a:pt x="8941" y="1763"/>
                  </a:lnTo>
                  <a:lnTo>
                    <a:pt x="9285" y="1687"/>
                  </a:lnTo>
                  <a:lnTo>
                    <a:pt x="9579" y="1597"/>
                  </a:lnTo>
                  <a:lnTo>
                    <a:pt x="9822" y="1495"/>
                  </a:lnTo>
                  <a:lnTo>
                    <a:pt x="10026" y="1406"/>
                  </a:lnTo>
                  <a:lnTo>
                    <a:pt x="10103" y="1355"/>
                  </a:lnTo>
                  <a:lnTo>
                    <a:pt x="10167" y="1304"/>
                  </a:lnTo>
                  <a:lnTo>
                    <a:pt x="10218" y="1240"/>
                  </a:lnTo>
                  <a:lnTo>
                    <a:pt x="10256" y="1189"/>
                  </a:lnTo>
                  <a:lnTo>
                    <a:pt x="13781" y="1189"/>
                  </a:lnTo>
                  <a:lnTo>
                    <a:pt x="13781" y="895"/>
                  </a:lnTo>
                  <a:lnTo>
                    <a:pt x="10218" y="895"/>
                  </a:lnTo>
                  <a:lnTo>
                    <a:pt x="10179" y="844"/>
                  </a:lnTo>
                  <a:lnTo>
                    <a:pt x="10128" y="793"/>
                  </a:lnTo>
                  <a:lnTo>
                    <a:pt x="9988" y="703"/>
                  </a:lnTo>
                  <a:lnTo>
                    <a:pt x="9809" y="627"/>
                  </a:lnTo>
                  <a:lnTo>
                    <a:pt x="9579" y="550"/>
                  </a:lnTo>
                  <a:lnTo>
                    <a:pt x="9337" y="474"/>
                  </a:lnTo>
                  <a:lnTo>
                    <a:pt x="9043" y="410"/>
                  </a:lnTo>
                  <a:lnTo>
                    <a:pt x="8724" y="359"/>
                  </a:lnTo>
                  <a:lnTo>
                    <a:pt x="8391" y="295"/>
                  </a:lnTo>
                  <a:lnTo>
                    <a:pt x="13781" y="295"/>
                  </a:lnTo>
                  <a:lnTo>
                    <a:pt x="13781" y="1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2629221" y="3225009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0" y="1"/>
                  </a:moveTo>
                  <a:lnTo>
                    <a:pt x="0" y="5390"/>
                  </a:lnTo>
                  <a:lnTo>
                    <a:pt x="13" y="5530"/>
                  </a:lnTo>
                  <a:lnTo>
                    <a:pt x="39" y="5658"/>
                  </a:lnTo>
                  <a:lnTo>
                    <a:pt x="77" y="5799"/>
                  </a:lnTo>
                  <a:lnTo>
                    <a:pt x="128" y="5939"/>
                  </a:lnTo>
                  <a:lnTo>
                    <a:pt x="205" y="6080"/>
                  </a:lnTo>
                  <a:lnTo>
                    <a:pt x="294" y="6207"/>
                  </a:lnTo>
                  <a:lnTo>
                    <a:pt x="396" y="6348"/>
                  </a:lnTo>
                  <a:lnTo>
                    <a:pt x="524" y="6476"/>
                  </a:lnTo>
                  <a:lnTo>
                    <a:pt x="664" y="6603"/>
                  </a:lnTo>
                  <a:lnTo>
                    <a:pt x="818" y="6731"/>
                  </a:lnTo>
                  <a:lnTo>
                    <a:pt x="984" y="6859"/>
                  </a:lnTo>
                  <a:lnTo>
                    <a:pt x="1162" y="6986"/>
                  </a:lnTo>
                  <a:lnTo>
                    <a:pt x="1354" y="7114"/>
                  </a:lnTo>
                  <a:lnTo>
                    <a:pt x="1571" y="7242"/>
                  </a:lnTo>
                  <a:lnTo>
                    <a:pt x="1788" y="7370"/>
                  </a:lnTo>
                  <a:lnTo>
                    <a:pt x="2031" y="7484"/>
                  </a:lnTo>
                  <a:lnTo>
                    <a:pt x="2542" y="7727"/>
                  </a:lnTo>
                  <a:lnTo>
                    <a:pt x="3116" y="7957"/>
                  </a:lnTo>
                  <a:lnTo>
                    <a:pt x="3729" y="8187"/>
                  </a:lnTo>
                  <a:lnTo>
                    <a:pt x="4406" y="8404"/>
                  </a:lnTo>
                  <a:lnTo>
                    <a:pt x="5122" y="8608"/>
                  </a:lnTo>
                  <a:lnTo>
                    <a:pt x="5888" y="8813"/>
                  </a:lnTo>
                  <a:lnTo>
                    <a:pt x="6705" y="9017"/>
                  </a:lnTo>
                  <a:lnTo>
                    <a:pt x="7561" y="9196"/>
                  </a:lnTo>
                  <a:lnTo>
                    <a:pt x="8455" y="9375"/>
                  </a:lnTo>
                  <a:lnTo>
                    <a:pt x="9387" y="9553"/>
                  </a:lnTo>
                  <a:lnTo>
                    <a:pt x="10370" y="9707"/>
                  </a:lnTo>
                  <a:lnTo>
                    <a:pt x="11379" y="9860"/>
                  </a:lnTo>
                  <a:lnTo>
                    <a:pt x="12427" y="10000"/>
                  </a:lnTo>
                  <a:lnTo>
                    <a:pt x="13499" y="10128"/>
                  </a:lnTo>
                  <a:lnTo>
                    <a:pt x="14623" y="10243"/>
                  </a:lnTo>
                  <a:lnTo>
                    <a:pt x="15760" y="10358"/>
                  </a:lnTo>
                  <a:lnTo>
                    <a:pt x="16935" y="10447"/>
                  </a:lnTo>
                  <a:lnTo>
                    <a:pt x="18135" y="10537"/>
                  </a:lnTo>
                  <a:lnTo>
                    <a:pt x="19361" y="10613"/>
                  </a:lnTo>
                  <a:lnTo>
                    <a:pt x="20600" y="10664"/>
                  </a:lnTo>
                  <a:lnTo>
                    <a:pt x="21877" y="10716"/>
                  </a:lnTo>
                  <a:lnTo>
                    <a:pt x="23167" y="10754"/>
                  </a:lnTo>
                  <a:lnTo>
                    <a:pt x="24483" y="10767"/>
                  </a:lnTo>
                  <a:lnTo>
                    <a:pt x="25811" y="10779"/>
                  </a:lnTo>
                  <a:lnTo>
                    <a:pt x="27139" y="10767"/>
                  </a:lnTo>
                  <a:lnTo>
                    <a:pt x="28442" y="10754"/>
                  </a:lnTo>
                  <a:lnTo>
                    <a:pt x="29732" y="10716"/>
                  </a:lnTo>
                  <a:lnTo>
                    <a:pt x="31009" y="10664"/>
                  </a:lnTo>
                  <a:lnTo>
                    <a:pt x="32260" y="10613"/>
                  </a:lnTo>
                  <a:lnTo>
                    <a:pt x="33486" y="10537"/>
                  </a:lnTo>
                  <a:lnTo>
                    <a:pt x="34674" y="10447"/>
                  </a:lnTo>
                  <a:lnTo>
                    <a:pt x="35849" y="10358"/>
                  </a:lnTo>
                  <a:lnTo>
                    <a:pt x="36998" y="10243"/>
                  </a:lnTo>
                  <a:lnTo>
                    <a:pt x="38109" y="10128"/>
                  </a:lnTo>
                  <a:lnTo>
                    <a:pt x="39182" y="10000"/>
                  </a:lnTo>
                  <a:lnTo>
                    <a:pt x="40229" y="9860"/>
                  </a:lnTo>
                  <a:lnTo>
                    <a:pt x="41251" y="9707"/>
                  </a:lnTo>
                  <a:lnTo>
                    <a:pt x="42222" y="9553"/>
                  </a:lnTo>
                  <a:lnTo>
                    <a:pt x="43154" y="9375"/>
                  </a:lnTo>
                  <a:lnTo>
                    <a:pt x="44061" y="9196"/>
                  </a:lnTo>
                  <a:lnTo>
                    <a:pt x="44904" y="9017"/>
                  </a:lnTo>
                  <a:lnTo>
                    <a:pt x="45721" y="8813"/>
                  </a:lnTo>
                  <a:lnTo>
                    <a:pt x="46487" y="8608"/>
                  </a:lnTo>
                  <a:lnTo>
                    <a:pt x="47203" y="8404"/>
                  </a:lnTo>
                  <a:lnTo>
                    <a:pt x="47879" y="8187"/>
                  </a:lnTo>
                  <a:lnTo>
                    <a:pt x="48505" y="7957"/>
                  </a:lnTo>
                  <a:lnTo>
                    <a:pt x="49067" y="7727"/>
                  </a:lnTo>
                  <a:lnTo>
                    <a:pt x="49591" y="7484"/>
                  </a:lnTo>
                  <a:lnTo>
                    <a:pt x="49821" y="7370"/>
                  </a:lnTo>
                  <a:lnTo>
                    <a:pt x="50050" y="7242"/>
                  </a:lnTo>
                  <a:lnTo>
                    <a:pt x="50255" y="7114"/>
                  </a:lnTo>
                  <a:lnTo>
                    <a:pt x="50459" y="6986"/>
                  </a:lnTo>
                  <a:lnTo>
                    <a:pt x="50638" y="6859"/>
                  </a:lnTo>
                  <a:lnTo>
                    <a:pt x="50804" y="6731"/>
                  </a:lnTo>
                  <a:lnTo>
                    <a:pt x="50957" y="6603"/>
                  </a:lnTo>
                  <a:lnTo>
                    <a:pt x="51085" y="6476"/>
                  </a:lnTo>
                  <a:lnTo>
                    <a:pt x="51213" y="6348"/>
                  </a:lnTo>
                  <a:lnTo>
                    <a:pt x="51315" y="6207"/>
                  </a:lnTo>
                  <a:lnTo>
                    <a:pt x="51404" y="6080"/>
                  </a:lnTo>
                  <a:lnTo>
                    <a:pt x="51481" y="5939"/>
                  </a:lnTo>
                  <a:lnTo>
                    <a:pt x="51545" y="5799"/>
                  </a:lnTo>
                  <a:lnTo>
                    <a:pt x="51583" y="5658"/>
                  </a:lnTo>
                  <a:lnTo>
                    <a:pt x="51609" y="5530"/>
                  </a:lnTo>
                  <a:lnTo>
                    <a:pt x="51609" y="5390"/>
                  </a:lnTo>
                  <a:lnTo>
                    <a:pt x="51609" y="1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2629221" y="3145033"/>
              <a:ext cx="764071" cy="159776"/>
            </a:xfrm>
            <a:custGeom>
              <a:avLst/>
              <a:gdLst/>
              <a:ahLst/>
              <a:cxnLst/>
              <a:rect l="l" t="t" r="r" b="b"/>
              <a:pathLst>
                <a:path w="51609" h="10792" extrusionOk="0">
                  <a:moveTo>
                    <a:pt x="25811" y="0"/>
                  </a:moveTo>
                  <a:lnTo>
                    <a:pt x="24483" y="13"/>
                  </a:lnTo>
                  <a:lnTo>
                    <a:pt x="23167" y="26"/>
                  </a:lnTo>
                  <a:lnTo>
                    <a:pt x="21877" y="64"/>
                  </a:lnTo>
                  <a:lnTo>
                    <a:pt x="20600" y="115"/>
                  </a:lnTo>
                  <a:lnTo>
                    <a:pt x="19361" y="179"/>
                  </a:lnTo>
                  <a:lnTo>
                    <a:pt x="18135" y="243"/>
                  </a:lnTo>
                  <a:lnTo>
                    <a:pt x="16935" y="332"/>
                  </a:lnTo>
                  <a:lnTo>
                    <a:pt x="15760" y="422"/>
                  </a:lnTo>
                  <a:lnTo>
                    <a:pt x="14623" y="537"/>
                  </a:lnTo>
                  <a:lnTo>
                    <a:pt x="13499" y="652"/>
                  </a:lnTo>
                  <a:lnTo>
                    <a:pt x="12427" y="779"/>
                  </a:lnTo>
                  <a:lnTo>
                    <a:pt x="11379" y="920"/>
                  </a:lnTo>
                  <a:lnTo>
                    <a:pt x="10370" y="1073"/>
                  </a:lnTo>
                  <a:lnTo>
                    <a:pt x="9387" y="1239"/>
                  </a:lnTo>
                  <a:lnTo>
                    <a:pt x="8455" y="1405"/>
                  </a:lnTo>
                  <a:lnTo>
                    <a:pt x="7561" y="1584"/>
                  </a:lnTo>
                  <a:lnTo>
                    <a:pt x="6705" y="1776"/>
                  </a:lnTo>
                  <a:lnTo>
                    <a:pt x="5888" y="1967"/>
                  </a:lnTo>
                  <a:lnTo>
                    <a:pt x="5122" y="2171"/>
                  </a:lnTo>
                  <a:lnTo>
                    <a:pt x="4406" y="2376"/>
                  </a:lnTo>
                  <a:lnTo>
                    <a:pt x="3729" y="2606"/>
                  </a:lnTo>
                  <a:lnTo>
                    <a:pt x="3116" y="2823"/>
                  </a:lnTo>
                  <a:lnTo>
                    <a:pt x="2542" y="3053"/>
                  </a:lnTo>
                  <a:lnTo>
                    <a:pt x="2031" y="3295"/>
                  </a:lnTo>
                  <a:lnTo>
                    <a:pt x="1788" y="3423"/>
                  </a:lnTo>
                  <a:lnTo>
                    <a:pt x="1571" y="3538"/>
                  </a:lnTo>
                  <a:lnTo>
                    <a:pt x="1354" y="3666"/>
                  </a:lnTo>
                  <a:lnTo>
                    <a:pt x="1162" y="3793"/>
                  </a:lnTo>
                  <a:lnTo>
                    <a:pt x="984" y="3921"/>
                  </a:lnTo>
                  <a:lnTo>
                    <a:pt x="818" y="4049"/>
                  </a:lnTo>
                  <a:lnTo>
                    <a:pt x="664" y="4176"/>
                  </a:lnTo>
                  <a:lnTo>
                    <a:pt x="524" y="4304"/>
                  </a:lnTo>
                  <a:lnTo>
                    <a:pt x="396" y="4445"/>
                  </a:lnTo>
                  <a:lnTo>
                    <a:pt x="294" y="4572"/>
                  </a:lnTo>
                  <a:lnTo>
                    <a:pt x="205" y="4713"/>
                  </a:lnTo>
                  <a:lnTo>
                    <a:pt x="128" y="4841"/>
                  </a:lnTo>
                  <a:lnTo>
                    <a:pt x="77" y="4981"/>
                  </a:lnTo>
                  <a:lnTo>
                    <a:pt x="39" y="5122"/>
                  </a:lnTo>
                  <a:lnTo>
                    <a:pt x="13" y="5262"/>
                  </a:lnTo>
                  <a:lnTo>
                    <a:pt x="0" y="5403"/>
                  </a:lnTo>
                  <a:lnTo>
                    <a:pt x="13" y="5530"/>
                  </a:lnTo>
                  <a:lnTo>
                    <a:pt x="39" y="5671"/>
                  </a:lnTo>
                  <a:lnTo>
                    <a:pt x="77" y="5811"/>
                  </a:lnTo>
                  <a:lnTo>
                    <a:pt x="128" y="5952"/>
                  </a:lnTo>
                  <a:lnTo>
                    <a:pt x="205" y="6079"/>
                  </a:lnTo>
                  <a:lnTo>
                    <a:pt x="294" y="6220"/>
                  </a:lnTo>
                  <a:lnTo>
                    <a:pt x="396" y="6348"/>
                  </a:lnTo>
                  <a:lnTo>
                    <a:pt x="524" y="6488"/>
                  </a:lnTo>
                  <a:lnTo>
                    <a:pt x="664" y="6616"/>
                  </a:lnTo>
                  <a:lnTo>
                    <a:pt x="818" y="6744"/>
                  </a:lnTo>
                  <a:lnTo>
                    <a:pt x="984" y="6871"/>
                  </a:lnTo>
                  <a:lnTo>
                    <a:pt x="1162" y="6999"/>
                  </a:lnTo>
                  <a:lnTo>
                    <a:pt x="1354" y="7127"/>
                  </a:lnTo>
                  <a:lnTo>
                    <a:pt x="1571" y="7254"/>
                  </a:lnTo>
                  <a:lnTo>
                    <a:pt x="1788" y="7369"/>
                  </a:lnTo>
                  <a:lnTo>
                    <a:pt x="2031" y="7497"/>
                  </a:lnTo>
                  <a:lnTo>
                    <a:pt x="2542" y="7740"/>
                  </a:lnTo>
                  <a:lnTo>
                    <a:pt x="3116" y="7970"/>
                  </a:lnTo>
                  <a:lnTo>
                    <a:pt x="3729" y="8187"/>
                  </a:lnTo>
                  <a:lnTo>
                    <a:pt x="4406" y="8417"/>
                  </a:lnTo>
                  <a:lnTo>
                    <a:pt x="5122" y="8621"/>
                  </a:lnTo>
                  <a:lnTo>
                    <a:pt x="5888" y="8825"/>
                  </a:lnTo>
                  <a:lnTo>
                    <a:pt x="6705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387" y="9553"/>
                  </a:lnTo>
                  <a:lnTo>
                    <a:pt x="10370" y="9719"/>
                  </a:lnTo>
                  <a:lnTo>
                    <a:pt x="11379" y="9872"/>
                  </a:lnTo>
                  <a:lnTo>
                    <a:pt x="12427" y="10013"/>
                  </a:lnTo>
                  <a:lnTo>
                    <a:pt x="13499" y="10141"/>
                  </a:lnTo>
                  <a:lnTo>
                    <a:pt x="14623" y="10256"/>
                  </a:lnTo>
                  <a:lnTo>
                    <a:pt x="15760" y="10371"/>
                  </a:lnTo>
                  <a:lnTo>
                    <a:pt x="16935" y="10460"/>
                  </a:lnTo>
                  <a:lnTo>
                    <a:pt x="18135" y="10549"/>
                  </a:lnTo>
                  <a:lnTo>
                    <a:pt x="19361" y="10613"/>
                  </a:lnTo>
                  <a:lnTo>
                    <a:pt x="20600" y="10677"/>
                  </a:lnTo>
                  <a:lnTo>
                    <a:pt x="21877" y="10728"/>
                  </a:lnTo>
                  <a:lnTo>
                    <a:pt x="23167" y="10766"/>
                  </a:lnTo>
                  <a:lnTo>
                    <a:pt x="24483" y="10779"/>
                  </a:lnTo>
                  <a:lnTo>
                    <a:pt x="25811" y="10792"/>
                  </a:lnTo>
                  <a:lnTo>
                    <a:pt x="27139" y="10779"/>
                  </a:lnTo>
                  <a:lnTo>
                    <a:pt x="28442" y="10766"/>
                  </a:lnTo>
                  <a:lnTo>
                    <a:pt x="29732" y="10728"/>
                  </a:lnTo>
                  <a:lnTo>
                    <a:pt x="31009" y="10677"/>
                  </a:lnTo>
                  <a:lnTo>
                    <a:pt x="32260" y="10613"/>
                  </a:lnTo>
                  <a:lnTo>
                    <a:pt x="33486" y="10549"/>
                  </a:lnTo>
                  <a:lnTo>
                    <a:pt x="34674" y="10460"/>
                  </a:lnTo>
                  <a:lnTo>
                    <a:pt x="35849" y="10371"/>
                  </a:lnTo>
                  <a:lnTo>
                    <a:pt x="36998" y="10256"/>
                  </a:lnTo>
                  <a:lnTo>
                    <a:pt x="38109" y="10141"/>
                  </a:lnTo>
                  <a:lnTo>
                    <a:pt x="39182" y="10013"/>
                  </a:lnTo>
                  <a:lnTo>
                    <a:pt x="40229" y="9872"/>
                  </a:lnTo>
                  <a:lnTo>
                    <a:pt x="41251" y="9719"/>
                  </a:lnTo>
                  <a:lnTo>
                    <a:pt x="42222" y="9553"/>
                  </a:lnTo>
                  <a:lnTo>
                    <a:pt x="43154" y="9387"/>
                  </a:lnTo>
                  <a:lnTo>
                    <a:pt x="44061" y="9208"/>
                  </a:lnTo>
                  <a:lnTo>
                    <a:pt x="44904" y="9017"/>
                  </a:lnTo>
                  <a:lnTo>
                    <a:pt x="45721" y="8825"/>
                  </a:lnTo>
                  <a:lnTo>
                    <a:pt x="46487" y="8621"/>
                  </a:lnTo>
                  <a:lnTo>
                    <a:pt x="47203" y="8417"/>
                  </a:lnTo>
                  <a:lnTo>
                    <a:pt x="47879" y="8187"/>
                  </a:lnTo>
                  <a:lnTo>
                    <a:pt x="48505" y="7970"/>
                  </a:lnTo>
                  <a:lnTo>
                    <a:pt x="49067" y="7740"/>
                  </a:lnTo>
                  <a:lnTo>
                    <a:pt x="49591" y="7497"/>
                  </a:lnTo>
                  <a:lnTo>
                    <a:pt x="49821" y="7369"/>
                  </a:lnTo>
                  <a:lnTo>
                    <a:pt x="50050" y="7254"/>
                  </a:lnTo>
                  <a:lnTo>
                    <a:pt x="50255" y="7127"/>
                  </a:lnTo>
                  <a:lnTo>
                    <a:pt x="50459" y="6999"/>
                  </a:lnTo>
                  <a:lnTo>
                    <a:pt x="50638" y="6871"/>
                  </a:lnTo>
                  <a:lnTo>
                    <a:pt x="50804" y="6744"/>
                  </a:lnTo>
                  <a:lnTo>
                    <a:pt x="50957" y="6616"/>
                  </a:lnTo>
                  <a:lnTo>
                    <a:pt x="51085" y="6488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4" y="6079"/>
                  </a:lnTo>
                  <a:lnTo>
                    <a:pt x="51481" y="5952"/>
                  </a:lnTo>
                  <a:lnTo>
                    <a:pt x="51545" y="5811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09" y="5403"/>
                  </a:lnTo>
                  <a:lnTo>
                    <a:pt x="51609" y="5262"/>
                  </a:lnTo>
                  <a:lnTo>
                    <a:pt x="51583" y="5122"/>
                  </a:lnTo>
                  <a:lnTo>
                    <a:pt x="51545" y="4981"/>
                  </a:lnTo>
                  <a:lnTo>
                    <a:pt x="51481" y="4841"/>
                  </a:lnTo>
                  <a:lnTo>
                    <a:pt x="51404" y="4713"/>
                  </a:lnTo>
                  <a:lnTo>
                    <a:pt x="51315" y="4572"/>
                  </a:lnTo>
                  <a:lnTo>
                    <a:pt x="51213" y="4445"/>
                  </a:lnTo>
                  <a:lnTo>
                    <a:pt x="51085" y="4304"/>
                  </a:lnTo>
                  <a:lnTo>
                    <a:pt x="50957" y="4176"/>
                  </a:lnTo>
                  <a:lnTo>
                    <a:pt x="50804" y="4049"/>
                  </a:lnTo>
                  <a:lnTo>
                    <a:pt x="50638" y="3921"/>
                  </a:lnTo>
                  <a:lnTo>
                    <a:pt x="50459" y="3793"/>
                  </a:lnTo>
                  <a:lnTo>
                    <a:pt x="50255" y="3666"/>
                  </a:lnTo>
                  <a:lnTo>
                    <a:pt x="50050" y="3538"/>
                  </a:lnTo>
                  <a:lnTo>
                    <a:pt x="49821" y="3423"/>
                  </a:lnTo>
                  <a:lnTo>
                    <a:pt x="49591" y="3295"/>
                  </a:lnTo>
                  <a:lnTo>
                    <a:pt x="49067" y="3053"/>
                  </a:lnTo>
                  <a:lnTo>
                    <a:pt x="48505" y="2823"/>
                  </a:lnTo>
                  <a:lnTo>
                    <a:pt x="47879" y="2606"/>
                  </a:lnTo>
                  <a:lnTo>
                    <a:pt x="47203" y="2376"/>
                  </a:lnTo>
                  <a:lnTo>
                    <a:pt x="46487" y="2171"/>
                  </a:lnTo>
                  <a:lnTo>
                    <a:pt x="45721" y="1967"/>
                  </a:lnTo>
                  <a:lnTo>
                    <a:pt x="44904" y="1776"/>
                  </a:lnTo>
                  <a:lnTo>
                    <a:pt x="44061" y="1584"/>
                  </a:lnTo>
                  <a:lnTo>
                    <a:pt x="43154" y="1405"/>
                  </a:lnTo>
                  <a:lnTo>
                    <a:pt x="42222" y="1239"/>
                  </a:lnTo>
                  <a:lnTo>
                    <a:pt x="41251" y="1073"/>
                  </a:lnTo>
                  <a:lnTo>
                    <a:pt x="40229" y="920"/>
                  </a:lnTo>
                  <a:lnTo>
                    <a:pt x="39182" y="779"/>
                  </a:lnTo>
                  <a:lnTo>
                    <a:pt x="38109" y="652"/>
                  </a:lnTo>
                  <a:lnTo>
                    <a:pt x="36998" y="537"/>
                  </a:lnTo>
                  <a:lnTo>
                    <a:pt x="35849" y="422"/>
                  </a:lnTo>
                  <a:lnTo>
                    <a:pt x="34674" y="332"/>
                  </a:lnTo>
                  <a:lnTo>
                    <a:pt x="33486" y="243"/>
                  </a:lnTo>
                  <a:lnTo>
                    <a:pt x="32260" y="179"/>
                  </a:lnTo>
                  <a:lnTo>
                    <a:pt x="31009" y="115"/>
                  </a:lnTo>
                  <a:lnTo>
                    <a:pt x="29732" y="64"/>
                  </a:lnTo>
                  <a:lnTo>
                    <a:pt x="28442" y="26"/>
                  </a:lnTo>
                  <a:lnTo>
                    <a:pt x="27139" y="13"/>
                  </a:lnTo>
                  <a:lnTo>
                    <a:pt x="258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2697472" y="3159394"/>
              <a:ext cx="627569" cy="112148"/>
            </a:xfrm>
            <a:custGeom>
              <a:avLst/>
              <a:gdLst/>
              <a:ahLst/>
              <a:cxnLst/>
              <a:rect l="l" t="t" r="r" b="b"/>
              <a:pathLst>
                <a:path w="42389" h="7575" extrusionOk="0">
                  <a:moveTo>
                    <a:pt x="20102" y="1"/>
                  </a:moveTo>
                  <a:lnTo>
                    <a:pt x="19030" y="14"/>
                  </a:lnTo>
                  <a:lnTo>
                    <a:pt x="17970" y="39"/>
                  </a:lnTo>
                  <a:lnTo>
                    <a:pt x="16922" y="78"/>
                  </a:lnTo>
                  <a:lnTo>
                    <a:pt x="15901" y="116"/>
                  </a:lnTo>
                  <a:lnTo>
                    <a:pt x="14892" y="167"/>
                  </a:lnTo>
                  <a:lnTo>
                    <a:pt x="13908" y="231"/>
                  </a:lnTo>
                  <a:lnTo>
                    <a:pt x="12951" y="295"/>
                  </a:lnTo>
                  <a:lnTo>
                    <a:pt x="12006" y="371"/>
                  </a:lnTo>
                  <a:lnTo>
                    <a:pt x="11099" y="461"/>
                  </a:lnTo>
                  <a:lnTo>
                    <a:pt x="10205" y="550"/>
                  </a:lnTo>
                  <a:lnTo>
                    <a:pt x="9349" y="639"/>
                  </a:lnTo>
                  <a:lnTo>
                    <a:pt x="8519" y="754"/>
                  </a:lnTo>
                  <a:lnTo>
                    <a:pt x="7714" y="857"/>
                  </a:lnTo>
                  <a:lnTo>
                    <a:pt x="6948" y="984"/>
                  </a:lnTo>
                  <a:lnTo>
                    <a:pt x="6207" y="1112"/>
                  </a:lnTo>
                  <a:lnTo>
                    <a:pt x="5505" y="1240"/>
                  </a:lnTo>
                  <a:lnTo>
                    <a:pt x="4841" y="1380"/>
                  </a:lnTo>
                  <a:lnTo>
                    <a:pt x="4215" y="1521"/>
                  </a:lnTo>
                  <a:lnTo>
                    <a:pt x="3615" y="1674"/>
                  </a:lnTo>
                  <a:lnTo>
                    <a:pt x="3066" y="1827"/>
                  </a:lnTo>
                  <a:lnTo>
                    <a:pt x="2555" y="1980"/>
                  </a:lnTo>
                  <a:lnTo>
                    <a:pt x="2095" y="2146"/>
                  </a:lnTo>
                  <a:lnTo>
                    <a:pt x="1661" y="2313"/>
                  </a:lnTo>
                  <a:lnTo>
                    <a:pt x="1291" y="2479"/>
                  </a:lnTo>
                  <a:lnTo>
                    <a:pt x="959" y="2657"/>
                  </a:lnTo>
                  <a:lnTo>
                    <a:pt x="665" y="2836"/>
                  </a:lnTo>
                  <a:lnTo>
                    <a:pt x="550" y="2926"/>
                  </a:lnTo>
                  <a:lnTo>
                    <a:pt x="435" y="3028"/>
                  </a:lnTo>
                  <a:lnTo>
                    <a:pt x="333" y="3117"/>
                  </a:lnTo>
                  <a:lnTo>
                    <a:pt x="243" y="3206"/>
                  </a:lnTo>
                  <a:lnTo>
                    <a:pt x="167" y="3309"/>
                  </a:lnTo>
                  <a:lnTo>
                    <a:pt x="116" y="3398"/>
                  </a:lnTo>
                  <a:lnTo>
                    <a:pt x="65" y="3500"/>
                  </a:lnTo>
                  <a:lnTo>
                    <a:pt x="26" y="3590"/>
                  </a:lnTo>
                  <a:lnTo>
                    <a:pt x="13" y="3692"/>
                  </a:lnTo>
                  <a:lnTo>
                    <a:pt x="1" y="3781"/>
                  </a:lnTo>
                  <a:lnTo>
                    <a:pt x="13" y="3883"/>
                  </a:lnTo>
                  <a:lnTo>
                    <a:pt x="26" y="3986"/>
                  </a:lnTo>
                  <a:lnTo>
                    <a:pt x="65" y="4075"/>
                  </a:lnTo>
                  <a:lnTo>
                    <a:pt x="116" y="4177"/>
                  </a:lnTo>
                  <a:lnTo>
                    <a:pt x="167" y="4267"/>
                  </a:lnTo>
                  <a:lnTo>
                    <a:pt x="243" y="4369"/>
                  </a:lnTo>
                  <a:lnTo>
                    <a:pt x="333" y="4458"/>
                  </a:lnTo>
                  <a:lnTo>
                    <a:pt x="435" y="4547"/>
                  </a:lnTo>
                  <a:lnTo>
                    <a:pt x="550" y="4650"/>
                  </a:lnTo>
                  <a:lnTo>
                    <a:pt x="665" y="4739"/>
                  </a:lnTo>
                  <a:lnTo>
                    <a:pt x="959" y="4918"/>
                  </a:lnTo>
                  <a:lnTo>
                    <a:pt x="1291" y="5097"/>
                  </a:lnTo>
                  <a:lnTo>
                    <a:pt x="1661" y="5263"/>
                  </a:lnTo>
                  <a:lnTo>
                    <a:pt x="2095" y="5429"/>
                  </a:lnTo>
                  <a:lnTo>
                    <a:pt x="2555" y="5595"/>
                  </a:lnTo>
                  <a:lnTo>
                    <a:pt x="3066" y="5748"/>
                  </a:lnTo>
                  <a:lnTo>
                    <a:pt x="3615" y="5901"/>
                  </a:lnTo>
                  <a:lnTo>
                    <a:pt x="4215" y="6054"/>
                  </a:lnTo>
                  <a:lnTo>
                    <a:pt x="4841" y="6195"/>
                  </a:lnTo>
                  <a:lnTo>
                    <a:pt x="5505" y="6335"/>
                  </a:lnTo>
                  <a:lnTo>
                    <a:pt x="6207" y="6463"/>
                  </a:lnTo>
                  <a:lnTo>
                    <a:pt x="6948" y="6591"/>
                  </a:lnTo>
                  <a:lnTo>
                    <a:pt x="7714" y="6706"/>
                  </a:lnTo>
                  <a:lnTo>
                    <a:pt x="8519" y="6821"/>
                  </a:lnTo>
                  <a:lnTo>
                    <a:pt x="9349" y="6936"/>
                  </a:lnTo>
                  <a:lnTo>
                    <a:pt x="10205" y="7025"/>
                  </a:lnTo>
                  <a:lnTo>
                    <a:pt x="11099" y="7114"/>
                  </a:lnTo>
                  <a:lnTo>
                    <a:pt x="12006" y="7204"/>
                  </a:lnTo>
                  <a:lnTo>
                    <a:pt x="12951" y="7281"/>
                  </a:lnTo>
                  <a:lnTo>
                    <a:pt x="13908" y="7344"/>
                  </a:lnTo>
                  <a:lnTo>
                    <a:pt x="14892" y="7408"/>
                  </a:lnTo>
                  <a:lnTo>
                    <a:pt x="15901" y="7459"/>
                  </a:lnTo>
                  <a:lnTo>
                    <a:pt x="16922" y="7498"/>
                  </a:lnTo>
                  <a:lnTo>
                    <a:pt x="17970" y="7536"/>
                  </a:lnTo>
                  <a:lnTo>
                    <a:pt x="19030" y="7561"/>
                  </a:lnTo>
                  <a:lnTo>
                    <a:pt x="20102" y="7574"/>
                  </a:lnTo>
                  <a:lnTo>
                    <a:pt x="22286" y="7574"/>
                  </a:lnTo>
                  <a:lnTo>
                    <a:pt x="23359" y="7561"/>
                  </a:lnTo>
                  <a:lnTo>
                    <a:pt x="24419" y="7536"/>
                  </a:lnTo>
                  <a:lnTo>
                    <a:pt x="25466" y="7498"/>
                  </a:lnTo>
                  <a:lnTo>
                    <a:pt x="26488" y="7459"/>
                  </a:lnTo>
                  <a:lnTo>
                    <a:pt x="27497" y="7408"/>
                  </a:lnTo>
                  <a:lnTo>
                    <a:pt x="28480" y="7344"/>
                  </a:lnTo>
                  <a:lnTo>
                    <a:pt x="29451" y="7281"/>
                  </a:lnTo>
                  <a:lnTo>
                    <a:pt x="30383" y="7204"/>
                  </a:lnTo>
                  <a:lnTo>
                    <a:pt x="31303" y="7114"/>
                  </a:lnTo>
                  <a:lnTo>
                    <a:pt x="32184" y="7025"/>
                  </a:lnTo>
                  <a:lnTo>
                    <a:pt x="33052" y="6936"/>
                  </a:lnTo>
                  <a:lnTo>
                    <a:pt x="33883" y="6821"/>
                  </a:lnTo>
                  <a:lnTo>
                    <a:pt x="34674" y="6706"/>
                  </a:lnTo>
                  <a:lnTo>
                    <a:pt x="35453" y="6591"/>
                  </a:lnTo>
                  <a:lnTo>
                    <a:pt x="36181" y="6463"/>
                  </a:lnTo>
                  <a:lnTo>
                    <a:pt x="36884" y="6335"/>
                  </a:lnTo>
                  <a:lnTo>
                    <a:pt x="37548" y="6195"/>
                  </a:lnTo>
                  <a:lnTo>
                    <a:pt x="38186" y="6054"/>
                  </a:lnTo>
                  <a:lnTo>
                    <a:pt x="38774" y="5901"/>
                  </a:lnTo>
                  <a:lnTo>
                    <a:pt x="39323" y="5748"/>
                  </a:lnTo>
                  <a:lnTo>
                    <a:pt x="39834" y="5595"/>
                  </a:lnTo>
                  <a:lnTo>
                    <a:pt x="40306" y="5429"/>
                  </a:lnTo>
                  <a:lnTo>
                    <a:pt x="40728" y="5263"/>
                  </a:lnTo>
                  <a:lnTo>
                    <a:pt x="41111" y="5097"/>
                  </a:lnTo>
                  <a:lnTo>
                    <a:pt x="41443" y="4918"/>
                  </a:lnTo>
                  <a:lnTo>
                    <a:pt x="41724" y="4739"/>
                  </a:lnTo>
                  <a:lnTo>
                    <a:pt x="41852" y="4650"/>
                  </a:lnTo>
                  <a:lnTo>
                    <a:pt x="41967" y="4547"/>
                  </a:lnTo>
                  <a:lnTo>
                    <a:pt x="42056" y="4458"/>
                  </a:lnTo>
                  <a:lnTo>
                    <a:pt x="42146" y="4369"/>
                  </a:lnTo>
                  <a:lnTo>
                    <a:pt x="42222" y="4267"/>
                  </a:lnTo>
                  <a:lnTo>
                    <a:pt x="42286" y="4177"/>
                  </a:lnTo>
                  <a:lnTo>
                    <a:pt x="42324" y="4075"/>
                  </a:lnTo>
                  <a:lnTo>
                    <a:pt x="42363" y="3986"/>
                  </a:lnTo>
                  <a:lnTo>
                    <a:pt x="42388" y="3883"/>
                  </a:lnTo>
                  <a:lnTo>
                    <a:pt x="42388" y="3781"/>
                  </a:lnTo>
                  <a:lnTo>
                    <a:pt x="42388" y="3692"/>
                  </a:lnTo>
                  <a:lnTo>
                    <a:pt x="42363" y="3590"/>
                  </a:lnTo>
                  <a:lnTo>
                    <a:pt x="42324" y="3500"/>
                  </a:lnTo>
                  <a:lnTo>
                    <a:pt x="42286" y="3398"/>
                  </a:lnTo>
                  <a:lnTo>
                    <a:pt x="42222" y="3309"/>
                  </a:lnTo>
                  <a:lnTo>
                    <a:pt x="42146" y="3206"/>
                  </a:lnTo>
                  <a:lnTo>
                    <a:pt x="42056" y="3117"/>
                  </a:lnTo>
                  <a:lnTo>
                    <a:pt x="41967" y="3028"/>
                  </a:lnTo>
                  <a:lnTo>
                    <a:pt x="41852" y="2926"/>
                  </a:lnTo>
                  <a:lnTo>
                    <a:pt x="41724" y="2836"/>
                  </a:lnTo>
                  <a:lnTo>
                    <a:pt x="41443" y="2657"/>
                  </a:lnTo>
                  <a:lnTo>
                    <a:pt x="41111" y="2479"/>
                  </a:lnTo>
                  <a:lnTo>
                    <a:pt x="40728" y="2313"/>
                  </a:lnTo>
                  <a:lnTo>
                    <a:pt x="40306" y="2146"/>
                  </a:lnTo>
                  <a:lnTo>
                    <a:pt x="39834" y="1980"/>
                  </a:lnTo>
                  <a:lnTo>
                    <a:pt x="39323" y="1827"/>
                  </a:lnTo>
                  <a:lnTo>
                    <a:pt x="38774" y="1674"/>
                  </a:lnTo>
                  <a:lnTo>
                    <a:pt x="38186" y="1521"/>
                  </a:lnTo>
                  <a:lnTo>
                    <a:pt x="37548" y="1380"/>
                  </a:lnTo>
                  <a:lnTo>
                    <a:pt x="36884" y="1240"/>
                  </a:lnTo>
                  <a:lnTo>
                    <a:pt x="36181" y="1112"/>
                  </a:lnTo>
                  <a:lnTo>
                    <a:pt x="35453" y="984"/>
                  </a:lnTo>
                  <a:lnTo>
                    <a:pt x="34674" y="857"/>
                  </a:lnTo>
                  <a:lnTo>
                    <a:pt x="33883" y="754"/>
                  </a:lnTo>
                  <a:lnTo>
                    <a:pt x="33052" y="639"/>
                  </a:lnTo>
                  <a:lnTo>
                    <a:pt x="32184" y="550"/>
                  </a:lnTo>
                  <a:lnTo>
                    <a:pt x="31303" y="461"/>
                  </a:lnTo>
                  <a:lnTo>
                    <a:pt x="30383" y="371"/>
                  </a:lnTo>
                  <a:lnTo>
                    <a:pt x="29451" y="295"/>
                  </a:lnTo>
                  <a:lnTo>
                    <a:pt x="28480" y="231"/>
                  </a:lnTo>
                  <a:lnTo>
                    <a:pt x="27497" y="167"/>
                  </a:lnTo>
                  <a:lnTo>
                    <a:pt x="26488" y="116"/>
                  </a:lnTo>
                  <a:lnTo>
                    <a:pt x="25466" y="78"/>
                  </a:lnTo>
                  <a:lnTo>
                    <a:pt x="24419" y="39"/>
                  </a:lnTo>
                  <a:lnTo>
                    <a:pt x="23359" y="14"/>
                  </a:lnTo>
                  <a:lnTo>
                    <a:pt x="22286" y="1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2706740" y="3159394"/>
              <a:ext cx="609226" cy="83411"/>
            </a:xfrm>
            <a:custGeom>
              <a:avLst/>
              <a:gdLst/>
              <a:ahLst/>
              <a:cxnLst/>
              <a:rect l="l" t="t" r="r" b="b"/>
              <a:pathLst>
                <a:path w="41150" h="5634" extrusionOk="0">
                  <a:moveTo>
                    <a:pt x="19949" y="1"/>
                  </a:moveTo>
                  <a:lnTo>
                    <a:pt x="18238" y="14"/>
                  </a:lnTo>
                  <a:lnTo>
                    <a:pt x="16577" y="39"/>
                  </a:lnTo>
                  <a:lnTo>
                    <a:pt x="14943" y="103"/>
                  </a:lnTo>
                  <a:lnTo>
                    <a:pt x="13372" y="180"/>
                  </a:lnTo>
                  <a:lnTo>
                    <a:pt x="11839" y="282"/>
                  </a:lnTo>
                  <a:lnTo>
                    <a:pt x="10371" y="410"/>
                  </a:lnTo>
                  <a:lnTo>
                    <a:pt x="8966" y="550"/>
                  </a:lnTo>
                  <a:lnTo>
                    <a:pt x="7625" y="703"/>
                  </a:lnTo>
                  <a:lnTo>
                    <a:pt x="6361" y="882"/>
                  </a:lnTo>
                  <a:lnTo>
                    <a:pt x="5173" y="1074"/>
                  </a:lnTo>
                  <a:lnTo>
                    <a:pt x="4074" y="1278"/>
                  </a:lnTo>
                  <a:lnTo>
                    <a:pt x="3551" y="1380"/>
                  </a:lnTo>
                  <a:lnTo>
                    <a:pt x="3066" y="1495"/>
                  </a:lnTo>
                  <a:lnTo>
                    <a:pt x="2593" y="1610"/>
                  </a:lnTo>
                  <a:lnTo>
                    <a:pt x="2146" y="1738"/>
                  </a:lnTo>
                  <a:lnTo>
                    <a:pt x="1725" y="1853"/>
                  </a:lnTo>
                  <a:lnTo>
                    <a:pt x="1316" y="1980"/>
                  </a:lnTo>
                  <a:lnTo>
                    <a:pt x="946" y="2108"/>
                  </a:lnTo>
                  <a:lnTo>
                    <a:pt x="601" y="2236"/>
                  </a:lnTo>
                  <a:lnTo>
                    <a:pt x="281" y="2376"/>
                  </a:lnTo>
                  <a:lnTo>
                    <a:pt x="0" y="2504"/>
                  </a:lnTo>
                  <a:lnTo>
                    <a:pt x="716" y="2287"/>
                  </a:lnTo>
                  <a:lnTo>
                    <a:pt x="1507" y="2095"/>
                  </a:lnTo>
                  <a:lnTo>
                    <a:pt x="2363" y="1891"/>
                  </a:lnTo>
                  <a:lnTo>
                    <a:pt x="3295" y="1712"/>
                  </a:lnTo>
                  <a:lnTo>
                    <a:pt x="4292" y="1533"/>
                  </a:lnTo>
                  <a:lnTo>
                    <a:pt x="5352" y="1380"/>
                  </a:lnTo>
                  <a:lnTo>
                    <a:pt x="6463" y="1227"/>
                  </a:lnTo>
                  <a:lnTo>
                    <a:pt x="7625" y="1099"/>
                  </a:lnTo>
                  <a:lnTo>
                    <a:pt x="8851" y="972"/>
                  </a:lnTo>
                  <a:lnTo>
                    <a:pt x="10115" y="869"/>
                  </a:lnTo>
                  <a:lnTo>
                    <a:pt x="11431" y="780"/>
                  </a:lnTo>
                  <a:lnTo>
                    <a:pt x="12784" y="703"/>
                  </a:lnTo>
                  <a:lnTo>
                    <a:pt x="14164" y="639"/>
                  </a:lnTo>
                  <a:lnTo>
                    <a:pt x="15594" y="588"/>
                  </a:lnTo>
                  <a:lnTo>
                    <a:pt x="17050" y="563"/>
                  </a:lnTo>
                  <a:lnTo>
                    <a:pt x="18531" y="550"/>
                  </a:lnTo>
                  <a:lnTo>
                    <a:pt x="19617" y="563"/>
                  </a:lnTo>
                  <a:lnTo>
                    <a:pt x="20690" y="576"/>
                  </a:lnTo>
                  <a:lnTo>
                    <a:pt x="21750" y="601"/>
                  </a:lnTo>
                  <a:lnTo>
                    <a:pt x="22797" y="639"/>
                  </a:lnTo>
                  <a:lnTo>
                    <a:pt x="23819" y="678"/>
                  </a:lnTo>
                  <a:lnTo>
                    <a:pt x="24828" y="729"/>
                  </a:lnTo>
                  <a:lnTo>
                    <a:pt x="25811" y="793"/>
                  </a:lnTo>
                  <a:lnTo>
                    <a:pt x="26782" y="857"/>
                  </a:lnTo>
                  <a:lnTo>
                    <a:pt x="27714" y="933"/>
                  </a:lnTo>
                  <a:lnTo>
                    <a:pt x="28633" y="1010"/>
                  </a:lnTo>
                  <a:lnTo>
                    <a:pt x="29515" y="1099"/>
                  </a:lnTo>
                  <a:lnTo>
                    <a:pt x="30383" y="1201"/>
                  </a:lnTo>
                  <a:lnTo>
                    <a:pt x="31213" y="1304"/>
                  </a:lnTo>
                  <a:lnTo>
                    <a:pt x="32005" y="1419"/>
                  </a:lnTo>
                  <a:lnTo>
                    <a:pt x="32784" y="1546"/>
                  </a:lnTo>
                  <a:lnTo>
                    <a:pt x="33512" y="1661"/>
                  </a:lnTo>
                  <a:lnTo>
                    <a:pt x="34214" y="1802"/>
                  </a:lnTo>
                  <a:lnTo>
                    <a:pt x="34879" y="1929"/>
                  </a:lnTo>
                  <a:lnTo>
                    <a:pt x="35517" y="2083"/>
                  </a:lnTo>
                  <a:lnTo>
                    <a:pt x="36105" y="2223"/>
                  </a:lnTo>
                  <a:lnTo>
                    <a:pt x="36654" y="2376"/>
                  </a:lnTo>
                  <a:lnTo>
                    <a:pt x="37165" y="2542"/>
                  </a:lnTo>
                  <a:lnTo>
                    <a:pt x="37637" y="2708"/>
                  </a:lnTo>
                  <a:lnTo>
                    <a:pt x="38059" y="2874"/>
                  </a:lnTo>
                  <a:lnTo>
                    <a:pt x="38442" y="3040"/>
                  </a:lnTo>
                  <a:lnTo>
                    <a:pt x="38774" y="3219"/>
                  </a:lnTo>
                  <a:lnTo>
                    <a:pt x="39055" y="3398"/>
                  </a:lnTo>
                  <a:lnTo>
                    <a:pt x="39182" y="3487"/>
                  </a:lnTo>
                  <a:lnTo>
                    <a:pt x="39297" y="3577"/>
                  </a:lnTo>
                  <a:lnTo>
                    <a:pt x="39387" y="3679"/>
                  </a:lnTo>
                  <a:lnTo>
                    <a:pt x="39476" y="3768"/>
                  </a:lnTo>
                  <a:lnTo>
                    <a:pt x="39553" y="3858"/>
                  </a:lnTo>
                  <a:lnTo>
                    <a:pt x="39617" y="3960"/>
                  </a:lnTo>
                  <a:lnTo>
                    <a:pt x="39655" y="4049"/>
                  </a:lnTo>
                  <a:lnTo>
                    <a:pt x="39693" y="4152"/>
                  </a:lnTo>
                  <a:lnTo>
                    <a:pt x="39719" y="4254"/>
                  </a:lnTo>
                  <a:lnTo>
                    <a:pt x="39719" y="4343"/>
                  </a:lnTo>
                  <a:lnTo>
                    <a:pt x="39719" y="4433"/>
                  </a:lnTo>
                  <a:lnTo>
                    <a:pt x="39706" y="4509"/>
                  </a:lnTo>
                  <a:lnTo>
                    <a:pt x="39680" y="4599"/>
                  </a:lnTo>
                  <a:lnTo>
                    <a:pt x="39642" y="4675"/>
                  </a:lnTo>
                  <a:lnTo>
                    <a:pt x="39591" y="4765"/>
                  </a:lnTo>
                  <a:lnTo>
                    <a:pt x="39540" y="4841"/>
                  </a:lnTo>
                  <a:lnTo>
                    <a:pt x="39400" y="5007"/>
                  </a:lnTo>
                  <a:lnTo>
                    <a:pt x="39221" y="5160"/>
                  </a:lnTo>
                  <a:lnTo>
                    <a:pt x="39016" y="5327"/>
                  </a:lnTo>
                  <a:lnTo>
                    <a:pt x="38761" y="5480"/>
                  </a:lnTo>
                  <a:lnTo>
                    <a:pt x="38480" y="5633"/>
                  </a:lnTo>
                  <a:lnTo>
                    <a:pt x="39080" y="5416"/>
                  </a:lnTo>
                  <a:lnTo>
                    <a:pt x="39361" y="5314"/>
                  </a:lnTo>
                  <a:lnTo>
                    <a:pt x="39617" y="5199"/>
                  </a:lnTo>
                  <a:lnTo>
                    <a:pt x="39846" y="5097"/>
                  </a:lnTo>
                  <a:lnTo>
                    <a:pt x="40064" y="4982"/>
                  </a:lnTo>
                  <a:lnTo>
                    <a:pt x="40268" y="4867"/>
                  </a:lnTo>
                  <a:lnTo>
                    <a:pt x="40447" y="4752"/>
                  </a:lnTo>
                  <a:lnTo>
                    <a:pt x="40613" y="4637"/>
                  </a:lnTo>
                  <a:lnTo>
                    <a:pt x="40753" y="4522"/>
                  </a:lnTo>
                  <a:lnTo>
                    <a:pt x="40868" y="4394"/>
                  </a:lnTo>
                  <a:lnTo>
                    <a:pt x="40970" y="4279"/>
                  </a:lnTo>
                  <a:lnTo>
                    <a:pt x="41047" y="4164"/>
                  </a:lnTo>
                  <a:lnTo>
                    <a:pt x="41098" y="4037"/>
                  </a:lnTo>
                  <a:lnTo>
                    <a:pt x="41136" y="3909"/>
                  </a:lnTo>
                  <a:lnTo>
                    <a:pt x="41149" y="3781"/>
                  </a:lnTo>
                  <a:lnTo>
                    <a:pt x="41136" y="3692"/>
                  </a:lnTo>
                  <a:lnTo>
                    <a:pt x="41111" y="3590"/>
                  </a:lnTo>
                  <a:lnTo>
                    <a:pt x="41085" y="3500"/>
                  </a:lnTo>
                  <a:lnTo>
                    <a:pt x="41034" y="3398"/>
                  </a:lnTo>
                  <a:lnTo>
                    <a:pt x="40970" y="3309"/>
                  </a:lnTo>
                  <a:lnTo>
                    <a:pt x="40894" y="3206"/>
                  </a:lnTo>
                  <a:lnTo>
                    <a:pt x="40817" y="3117"/>
                  </a:lnTo>
                  <a:lnTo>
                    <a:pt x="40715" y="3028"/>
                  </a:lnTo>
                  <a:lnTo>
                    <a:pt x="40600" y="2926"/>
                  </a:lnTo>
                  <a:lnTo>
                    <a:pt x="40472" y="2836"/>
                  </a:lnTo>
                  <a:lnTo>
                    <a:pt x="40191" y="2657"/>
                  </a:lnTo>
                  <a:lnTo>
                    <a:pt x="39859" y="2479"/>
                  </a:lnTo>
                  <a:lnTo>
                    <a:pt x="39476" y="2313"/>
                  </a:lnTo>
                  <a:lnTo>
                    <a:pt x="39055" y="2146"/>
                  </a:lnTo>
                  <a:lnTo>
                    <a:pt x="38582" y="1980"/>
                  </a:lnTo>
                  <a:lnTo>
                    <a:pt x="38071" y="1827"/>
                  </a:lnTo>
                  <a:lnTo>
                    <a:pt x="37522" y="1674"/>
                  </a:lnTo>
                  <a:lnTo>
                    <a:pt x="36935" y="1521"/>
                  </a:lnTo>
                  <a:lnTo>
                    <a:pt x="36309" y="1380"/>
                  </a:lnTo>
                  <a:lnTo>
                    <a:pt x="35632" y="1240"/>
                  </a:lnTo>
                  <a:lnTo>
                    <a:pt x="34930" y="1112"/>
                  </a:lnTo>
                  <a:lnTo>
                    <a:pt x="34202" y="984"/>
                  </a:lnTo>
                  <a:lnTo>
                    <a:pt x="33435" y="857"/>
                  </a:lnTo>
                  <a:lnTo>
                    <a:pt x="32631" y="754"/>
                  </a:lnTo>
                  <a:lnTo>
                    <a:pt x="31801" y="639"/>
                  </a:lnTo>
                  <a:lnTo>
                    <a:pt x="30945" y="550"/>
                  </a:lnTo>
                  <a:lnTo>
                    <a:pt x="30051" y="461"/>
                  </a:lnTo>
                  <a:lnTo>
                    <a:pt x="29131" y="371"/>
                  </a:lnTo>
                  <a:lnTo>
                    <a:pt x="28199" y="295"/>
                  </a:lnTo>
                  <a:lnTo>
                    <a:pt x="27241" y="231"/>
                  </a:lnTo>
                  <a:lnTo>
                    <a:pt x="26245" y="167"/>
                  </a:lnTo>
                  <a:lnTo>
                    <a:pt x="25249" y="116"/>
                  </a:lnTo>
                  <a:lnTo>
                    <a:pt x="24215" y="78"/>
                  </a:lnTo>
                  <a:lnTo>
                    <a:pt x="23180" y="39"/>
                  </a:lnTo>
                  <a:lnTo>
                    <a:pt x="22120" y="14"/>
                  </a:lnTo>
                  <a:lnTo>
                    <a:pt x="21035" y="1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2915476" y="3190410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1" y="0"/>
                  </a:moveTo>
                  <a:lnTo>
                    <a:pt x="1" y="371"/>
                  </a:lnTo>
                  <a:lnTo>
                    <a:pt x="2325" y="371"/>
                  </a:lnTo>
                  <a:lnTo>
                    <a:pt x="3347" y="384"/>
                  </a:lnTo>
                  <a:lnTo>
                    <a:pt x="4254" y="409"/>
                  </a:lnTo>
                  <a:lnTo>
                    <a:pt x="5058" y="447"/>
                  </a:lnTo>
                  <a:lnTo>
                    <a:pt x="5748" y="498"/>
                  </a:lnTo>
                  <a:lnTo>
                    <a:pt x="6323" y="575"/>
                  </a:lnTo>
                  <a:lnTo>
                    <a:pt x="6578" y="613"/>
                  </a:lnTo>
                  <a:lnTo>
                    <a:pt x="6795" y="665"/>
                  </a:lnTo>
                  <a:lnTo>
                    <a:pt x="6987" y="716"/>
                  </a:lnTo>
                  <a:lnTo>
                    <a:pt x="7140" y="767"/>
                  </a:lnTo>
                  <a:lnTo>
                    <a:pt x="7268" y="818"/>
                  </a:lnTo>
                  <a:lnTo>
                    <a:pt x="7370" y="882"/>
                  </a:lnTo>
                  <a:lnTo>
                    <a:pt x="1" y="882"/>
                  </a:lnTo>
                  <a:lnTo>
                    <a:pt x="1" y="1175"/>
                  </a:lnTo>
                  <a:lnTo>
                    <a:pt x="7472" y="1175"/>
                  </a:lnTo>
                  <a:lnTo>
                    <a:pt x="7446" y="1214"/>
                  </a:lnTo>
                  <a:lnTo>
                    <a:pt x="7408" y="1252"/>
                  </a:lnTo>
                  <a:lnTo>
                    <a:pt x="7306" y="1316"/>
                  </a:lnTo>
                  <a:lnTo>
                    <a:pt x="7165" y="1392"/>
                  </a:lnTo>
                  <a:lnTo>
                    <a:pt x="6987" y="1456"/>
                  </a:lnTo>
                  <a:lnTo>
                    <a:pt x="6770" y="1507"/>
                  </a:lnTo>
                  <a:lnTo>
                    <a:pt x="6514" y="1571"/>
                  </a:lnTo>
                  <a:lnTo>
                    <a:pt x="6208" y="1622"/>
                  </a:lnTo>
                  <a:lnTo>
                    <a:pt x="5876" y="1661"/>
                  </a:lnTo>
                  <a:lnTo>
                    <a:pt x="5505" y="1699"/>
                  </a:lnTo>
                  <a:lnTo>
                    <a:pt x="5097" y="1737"/>
                  </a:lnTo>
                  <a:lnTo>
                    <a:pt x="4637" y="1776"/>
                  </a:lnTo>
                  <a:lnTo>
                    <a:pt x="4151" y="1801"/>
                  </a:lnTo>
                  <a:lnTo>
                    <a:pt x="3053" y="1827"/>
                  </a:lnTo>
                  <a:lnTo>
                    <a:pt x="1802" y="1839"/>
                  </a:lnTo>
                  <a:lnTo>
                    <a:pt x="1" y="1839"/>
                  </a:lnTo>
                  <a:lnTo>
                    <a:pt x="1" y="2210"/>
                  </a:lnTo>
                  <a:lnTo>
                    <a:pt x="2197" y="2631"/>
                  </a:lnTo>
                  <a:lnTo>
                    <a:pt x="4215" y="3040"/>
                  </a:lnTo>
                  <a:lnTo>
                    <a:pt x="6131" y="3449"/>
                  </a:lnTo>
                  <a:lnTo>
                    <a:pt x="8021" y="3857"/>
                  </a:lnTo>
                  <a:lnTo>
                    <a:pt x="11163" y="3857"/>
                  </a:lnTo>
                  <a:lnTo>
                    <a:pt x="9107" y="3398"/>
                  </a:lnTo>
                  <a:lnTo>
                    <a:pt x="7051" y="2963"/>
                  </a:lnTo>
                  <a:lnTo>
                    <a:pt x="5033" y="2555"/>
                  </a:lnTo>
                  <a:lnTo>
                    <a:pt x="3079" y="2172"/>
                  </a:lnTo>
                  <a:lnTo>
                    <a:pt x="3845" y="2172"/>
                  </a:lnTo>
                  <a:lnTo>
                    <a:pt x="4586" y="2159"/>
                  </a:lnTo>
                  <a:lnTo>
                    <a:pt x="5275" y="2133"/>
                  </a:lnTo>
                  <a:lnTo>
                    <a:pt x="5927" y="2095"/>
                  </a:lnTo>
                  <a:lnTo>
                    <a:pt x="6540" y="2057"/>
                  </a:lnTo>
                  <a:lnTo>
                    <a:pt x="7102" y="2005"/>
                  </a:lnTo>
                  <a:lnTo>
                    <a:pt x="7638" y="1954"/>
                  </a:lnTo>
                  <a:lnTo>
                    <a:pt x="8111" y="1891"/>
                  </a:lnTo>
                  <a:lnTo>
                    <a:pt x="8558" y="1827"/>
                  </a:lnTo>
                  <a:lnTo>
                    <a:pt x="8941" y="1750"/>
                  </a:lnTo>
                  <a:lnTo>
                    <a:pt x="9285" y="1673"/>
                  </a:lnTo>
                  <a:lnTo>
                    <a:pt x="9579" y="1584"/>
                  </a:lnTo>
                  <a:lnTo>
                    <a:pt x="9822" y="1495"/>
                  </a:lnTo>
                  <a:lnTo>
                    <a:pt x="10026" y="1392"/>
                  </a:lnTo>
                  <a:lnTo>
                    <a:pt x="10103" y="1341"/>
                  </a:lnTo>
                  <a:lnTo>
                    <a:pt x="10167" y="1290"/>
                  </a:lnTo>
                  <a:lnTo>
                    <a:pt x="10218" y="1226"/>
                  </a:lnTo>
                  <a:lnTo>
                    <a:pt x="10256" y="1175"/>
                  </a:lnTo>
                  <a:lnTo>
                    <a:pt x="13781" y="1175"/>
                  </a:lnTo>
                  <a:lnTo>
                    <a:pt x="13781" y="882"/>
                  </a:lnTo>
                  <a:lnTo>
                    <a:pt x="10218" y="882"/>
                  </a:lnTo>
                  <a:lnTo>
                    <a:pt x="10179" y="831"/>
                  </a:lnTo>
                  <a:lnTo>
                    <a:pt x="10128" y="792"/>
                  </a:lnTo>
                  <a:lnTo>
                    <a:pt x="9988" y="690"/>
                  </a:lnTo>
                  <a:lnTo>
                    <a:pt x="9809" y="613"/>
                  </a:lnTo>
                  <a:lnTo>
                    <a:pt x="9579" y="537"/>
                  </a:lnTo>
                  <a:lnTo>
                    <a:pt x="9337" y="460"/>
                  </a:lnTo>
                  <a:lnTo>
                    <a:pt x="9043" y="396"/>
                  </a:lnTo>
                  <a:lnTo>
                    <a:pt x="8724" y="345"/>
                  </a:lnTo>
                  <a:lnTo>
                    <a:pt x="8391" y="281"/>
                  </a:lnTo>
                  <a:lnTo>
                    <a:pt x="13781" y="281"/>
                  </a:lnTo>
                  <a:lnTo>
                    <a:pt x="13781" y="0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2629221" y="3119509"/>
              <a:ext cx="764071" cy="159598"/>
            </a:xfrm>
            <a:custGeom>
              <a:avLst/>
              <a:gdLst/>
              <a:ahLst/>
              <a:cxnLst/>
              <a:rect l="l" t="t" r="r" b="b"/>
              <a:pathLst>
                <a:path w="51609" h="10780" extrusionOk="0">
                  <a:moveTo>
                    <a:pt x="0" y="0"/>
                  </a:moveTo>
                  <a:lnTo>
                    <a:pt x="0" y="5390"/>
                  </a:lnTo>
                  <a:lnTo>
                    <a:pt x="13" y="5530"/>
                  </a:lnTo>
                  <a:lnTo>
                    <a:pt x="39" y="5671"/>
                  </a:lnTo>
                  <a:lnTo>
                    <a:pt x="77" y="5798"/>
                  </a:lnTo>
                  <a:lnTo>
                    <a:pt x="128" y="5939"/>
                  </a:lnTo>
                  <a:lnTo>
                    <a:pt x="205" y="6079"/>
                  </a:lnTo>
                  <a:lnTo>
                    <a:pt x="294" y="6207"/>
                  </a:lnTo>
                  <a:lnTo>
                    <a:pt x="396" y="6347"/>
                  </a:lnTo>
                  <a:lnTo>
                    <a:pt x="524" y="6475"/>
                  </a:lnTo>
                  <a:lnTo>
                    <a:pt x="664" y="6603"/>
                  </a:lnTo>
                  <a:lnTo>
                    <a:pt x="818" y="6731"/>
                  </a:lnTo>
                  <a:lnTo>
                    <a:pt x="984" y="6858"/>
                  </a:lnTo>
                  <a:lnTo>
                    <a:pt x="1162" y="6986"/>
                  </a:lnTo>
                  <a:lnTo>
                    <a:pt x="1354" y="7114"/>
                  </a:lnTo>
                  <a:lnTo>
                    <a:pt x="1571" y="7241"/>
                  </a:lnTo>
                  <a:lnTo>
                    <a:pt x="1788" y="7369"/>
                  </a:lnTo>
                  <a:lnTo>
                    <a:pt x="2031" y="7484"/>
                  </a:lnTo>
                  <a:lnTo>
                    <a:pt x="2542" y="7727"/>
                  </a:lnTo>
                  <a:lnTo>
                    <a:pt x="3116" y="7957"/>
                  </a:lnTo>
                  <a:lnTo>
                    <a:pt x="3729" y="8187"/>
                  </a:lnTo>
                  <a:lnTo>
                    <a:pt x="4406" y="8404"/>
                  </a:lnTo>
                  <a:lnTo>
                    <a:pt x="5122" y="8608"/>
                  </a:lnTo>
                  <a:lnTo>
                    <a:pt x="5888" y="8812"/>
                  </a:lnTo>
                  <a:lnTo>
                    <a:pt x="6705" y="9017"/>
                  </a:lnTo>
                  <a:lnTo>
                    <a:pt x="7561" y="9195"/>
                  </a:lnTo>
                  <a:lnTo>
                    <a:pt x="8455" y="9374"/>
                  </a:lnTo>
                  <a:lnTo>
                    <a:pt x="9387" y="9553"/>
                  </a:lnTo>
                  <a:lnTo>
                    <a:pt x="10370" y="9706"/>
                  </a:lnTo>
                  <a:lnTo>
                    <a:pt x="11379" y="9860"/>
                  </a:lnTo>
                  <a:lnTo>
                    <a:pt x="12427" y="10000"/>
                  </a:lnTo>
                  <a:lnTo>
                    <a:pt x="13499" y="10128"/>
                  </a:lnTo>
                  <a:lnTo>
                    <a:pt x="14623" y="10243"/>
                  </a:lnTo>
                  <a:lnTo>
                    <a:pt x="15760" y="10358"/>
                  </a:lnTo>
                  <a:lnTo>
                    <a:pt x="16935" y="10447"/>
                  </a:lnTo>
                  <a:lnTo>
                    <a:pt x="18135" y="10536"/>
                  </a:lnTo>
                  <a:lnTo>
                    <a:pt x="19361" y="10613"/>
                  </a:lnTo>
                  <a:lnTo>
                    <a:pt x="20600" y="10677"/>
                  </a:lnTo>
                  <a:lnTo>
                    <a:pt x="21877" y="10715"/>
                  </a:lnTo>
                  <a:lnTo>
                    <a:pt x="23167" y="10754"/>
                  </a:lnTo>
                  <a:lnTo>
                    <a:pt x="24483" y="10779"/>
                  </a:lnTo>
                  <a:lnTo>
                    <a:pt x="27139" y="10779"/>
                  </a:lnTo>
                  <a:lnTo>
                    <a:pt x="28442" y="10754"/>
                  </a:lnTo>
                  <a:lnTo>
                    <a:pt x="29732" y="10715"/>
                  </a:lnTo>
                  <a:lnTo>
                    <a:pt x="31009" y="10677"/>
                  </a:lnTo>
                  <a:lnTo>
                    <a:pt x="32260" y="10613"/>
                  </a:lnTo>
                  <a:lnTo>
                    <a:pt x="33486" y="10536"/>
                  </a:lnTo>
                  <a:lnTo>
                    <a:pt x="34674" y="10447"/>
                  </a:lnTo>
                  <a:lnTo>
                    <a:pt x="35849" y="10358"/>
                  </a:lnTo>
                  <a:lnTo>
                    <a:pt x="36998" y="10243"/>
                  </a:lnTo>
                  <a:lnTo>
                    <a:pt x="38109" y="10128"/>
                  </a:lnTo>
                  <a:lnTo>
                    <a:pt x="39182" y="10000"/>
                  </a:lnTo>
                  <a:lnTo>
                    <a:pt x="40229" y="9860"/>
                  </a:lnTo>
                  <a:lnTo>
                    <a:pt x="41251" y="9706"/>
                  </a:lnTo>
                  <a:lnTo>
                    <a:pt x="42222" y="9553"/>
                  </a:lnTo>
                  <a:lnTo>
                    <a:pt x="43154" y="9374"/>
                  </a:lnTo>
                  <a:lnTo>
                    <a:pt x="44061" y="9195"/>
                  </a:lnTo>
                  <a:lnTo>
                    <a:pt x="44904" y="9017"/>
                  </a:lnTo>
                  <a:lnTo>
                    <a:pt x="45721" y="8812"/>
                  </a:lnTo>
                  <a:lnTo>
                    <a:pt x="46487" y="8608"/>
                  </a:lnTo>
                  <a:lnTo>
                    <a:pt x="47203" y="8404"/>
                  </a:lnTo>
                  <a:lnTo>
                    <a:pt x="47879" y="8187"/>
                  </a:lnTo>
                  <a:lnTo>
                    <a:pt x="48505" y="7957"/>
                  </a:lnTo>
                  <a:lnTo>
                    <a:pt x="49067" y="7727"/>
                  </a:lnTo>
                  <a:lnTo>
                    <a:pt x="49591" y="7484"/>
                  </a:lnTo>
                  <a:lnTo>
                    <a:pt x="49821" y="7369"/>
                  </a:lnTo>
                  <a:lnTo>
                    <a:pt x="50050" y="7241"/>
                  </a:lnTo>
                  <a:lnTo>
                    <a:pt x="50255" y="7114"/>
                  </a:lnTo>
                  <a:lnTo>
                    <a:pt x="50459" y="6986"/>
                  </a:lnTo>
                  <a:lnTo>
                    <a:pt x="50638" y="6858"/>
                  </a:lnTo>
                  <a:lnTo>
                    <a:pt x="50804" y="6731"/>
                  </a:lnTo>
                  <a:lnTo>
                    <a:pt x="50957" y="6603"/>
                  </a:lnTo>
                  <a:lnTo>
                    <a:pt x="51085" y="6475"/>
                  </a:lnTo>
                  <a:lnTo>
                    <a:pt x="51213" y="6347"/>
                  </a:lnTo>
                  <a:lnTo>
                    <a:pt x="51315" y="6207"/>
                  </a:lnTo>
                  <a:lnTo>
                    <a:pt x="51404" y="6079"/>
                  </a:lnTo>
                  <a:lnTo>
                    <a:pt x="51481" y="5939"/>
                  </a:lnTo>
                  <a:lnTo>
                    <a:pt x="51545" y="5798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09" y="5390"/>
                  </a:lnTo>
                  <a:lnTo>
                    <a:pt x="51609" y="0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2629221" y="3039518"/>
              <a:ext cx="764071" cy="159790"/>
            </a:xfrm>
            <a:custGeom>
              <a:avLst/>
              <a:gdLst/>
              <a:ahLst/>
              <a:cxnLst/>
              <a:rect l="l" t="t" r="r" b="b"/>
              <a:pathLst>
                <a:path w="51609" h="10793" extrusionOk="0">
                  <a:moveTo>
                    <a:pt x="25811" y="1"/>
                  </a:moveTo>
                  <a:lnTo>
                    <a:pt x="24483" y="14"/>
                  </a:lnTo>
                  <a:lnTo>
                    <a:pt x="23167" y="39"/>
                  </a:lnTo>
                  <a:lnTo>
                    <a:pt x="21877" y="65"/>
                  </a:lnTo>
                  <a:lnTo>
                    <a:pt x="20600" y="116"/>
                  </a:lnTo>
                  <a:lnTo>
                    <a:pt x="19361" y="180"/>
                  </a:lnTo>
                  <a:lnTo>
                    <a:pt x="18135" y="244"/>
                  </a:lnTo>
                  <a:lnTo>
                    <a:pt x="16935" y="333"/>
                  </a:lnTo>
                  <a:lnTo>
                    <a:pt x="15760" y="435"/>
                  </a:lnTo>
                  <a:lnTo>
                    <a:pt x="14623" y="537"/>
                  </a:lnTo>
                  <a:lnTo>
                    <a:pt x="13499" y="652"/>
                  </a:lnTo>
                  <a:lnTo>
                    <a:pt x="12427" y="780"/>
                  </a:lnTo>
                  <a:lnTo>
                    <a:pt x="11379" y="921"/>
                  </a:lnTo>
                  <a:lnTo>
                    <a:pt x="10370" y="1074"/>
                  </a:lnTo>
                  <a:lnTo>
                    <a:pt x="9387" y="1240"/>
                  </a:lnTo>
                  <a:lnTo>
                    <a:pt x="8455" y="1406"/>
                  </a:lnTo>
                  <a:lnTo>
                    <a:pt x="7561" y="1585"/>
                  </a:lnTo>
                  <a:lnTo>
                    <a:pt x="6705" y="1776"/>
                  </a:lnTo>
                  <a:lnTo>
                    <a:pt x="5888" y="1968"/>
                  </a:lnTo>
                  <a:lnTo>
                    <a:pt x="5122" y="2172"/>
                  </a:lnTo>
                  <a:lnTo>
                    <a:pt x="4406" y="2389"/>
                  </a:lnTo>
                  <a:lnTo>
                    <a:pt x="3729" y="2606"/>
                  </a:lnTo>
                  <a:lnTo>
                    <a:pt x="3116" y="2823"/>
                  </a:lnTo>
                  <a:lnTo>
                    <a:pt x="2542" y="3066"/>
                  </a:lnTo>
                  <a:lnTo>
                    <a:pt x="2031" y="3296"/>
                  </a:lnTo>
                  <a:lnTo>
                    <a:pt x="1788" y="3424"/>
                  </a:lnTo>
                  <a:lnTo>
                    <a:pt x="1571" y="3539"/>
                  </a:lnTo>
                  <a:lnTo>
                    <a:pt x="1354" y="3666"/>
                  </a:lnTo>
                  <a:lnTo>
                    <a:pt x="1162" y="3794"/>
                  </a:lnTo>
                  <a:lnTo>
                    <a:pt x="984" y="3922"/>
                  </a:lnTo>
                  <a:lnTo>
                    <a:pt x="818" y="4049"/>
                  </a:lnTo>
                  <a:lnTo>
                    <a:pt x="664" y="4177"/>
                  </a:lnTo>
                  <a:lnTo>
                    <a:pt x="524" y="4318"/>
                  </a:lnTo>
                  <a:lnTo>
                    <a:pt x="396" y="4445"/>
                  </a:lnTo>
                  <a:lnTo>
                    <a:pt x="294" y="4573"/>
                  </a:lnTo>
                  <a:lnTo>
                    <a:pt x="205" y="4714"/>
                  </a:lnTo>
                  <a:lnTo>
                    <a:pt x="128" y="4841"/>
                  </a:lnTo>
                  <a:lnTo>
                    <a:pt x="77" y="4982"/>
                  </a:lnTo>
                  <a:lnTo>
                    <a:pt x="39" y="5122"/>
                  </a:lnTo>
                  <a:lnTo>
                    <a:pt x="13" y="5263"/>
                  </a:lnTo>
                  <a:lnTo>
                    <a:pt x="0" y="5403"/>
                  </a:lnTo>
                  <a:lnTo>
                    <a:pt x="13" y="5544"/>
                  </a:lnTo>
                  <a:lnTo>
                    <a:pt x="39" y="5671"/>
                  </a:lnTo>
                  <a:lnTo>
                    <a:pt x="77" y="5812"/>
                  </a:lnTo>
                  <a:lnTo>
                    <a:pt x="128" y="5952"/>
                  </a:lnTo>
                  <a:lnTo>
                    <a:pt x="205" y="6080"/>
                  </a:lnTo>
                  <a:lnTo>
                    <a:pt x="294" y="6221"/>
                  </a:lnTo>
                  <a:lnTo>
                    <a:pt x="396" y="6348"/>
                  </a:lnTo>
                  <a:lnTo>
                    <a:pt x="524" y="6489"/>
                  </a:lnTo>
                  <a:lnTo>
                    <a:pt x="664" y="6616"/>
                  </a:lnTo>
                  <a:lnTo>
                    <a:pt x="818" y="6744"/>
                  </a:lnTo>
                  <a:lnTo>
                    <a:pt x="984" y="6872"/>
                  </a:lnTo>
                  <a:lnTo>
                    <a:pt x="1162" y="7000"/>
                  </a:lnTo>
                  <a:lnTo>
                    <a:pt x="1354" y="7127"/>
                  </a:lnTo>
                  <a:lnTo>
                    <a:pt x="1571" y="7255"/>
                  </a:lnTo>
                  <a:lnTo>
                    <a:pt x="1788" y="7370"/>
                  </a:lnTo>
                  <a:lnTo>
                    <a:pt x="2031" y="7498"/>
                  </a:lnTo>
                  <a:lnTo>
                    <a:pt x="2542" y="7740"/>
                  </a:lnTo>
                  <a:lnTo>
                    <a:pt x="3116" y="7970"/>
                  </a:lnTo>
                  <a:lnTo>
                    <a:pt x="3729" y="8200"/>
                  </a:lnTo>
                  <a:lnTo>
                    <a:pt x="4406" y="8417"/>
                  </a:lnTo>
                  <a:lnTo>
                    <a:pt x="5122" y="8622"/>
                  </a:lnTo>
                  <a:lnTo>
                    <a:pt x="5888" y="8826"/>
                  </a:lnTo>
                  <a:lnTo>
                    <a:pt x="6705" y="9030"/>
                  </a:lnTo>
                  <a:lnTo>
                    <a:pt x="7561" y="9209"/>
                  </a:lnTo>
                  <a:lnTo>
                    <a:pt x="8455" y="9388"/>
                  </a:lnTo>
                  <a:lnTo>
                    <a:pt x="9387" y="9554"/>
                  </a:lnTo>
                  <a:lnTo>
                    <a:pt x="10370" y="9720"/>
                  </a:lnTo>
                  <a:lnTo>
                    <a:pt x="11379" y="9873"/>
                  </a:lnTo>
                  <a:lnTo>
                    <a:pt x="12427" y="10014"/>
                  </a:lnTo>
                  <a:lnTo>
                    <a:pt x="13499" y="10141"/>
                  </a:lnTo>
                  <a:lnTo>
                    <a:pt x="14623" y="10256"/>
                  </a:lnTo>
                  <a:lnTo>
                    <a:pt x="15760" y="10371"/>
                  </a:lnTo>
                  <a:lnTo>
                    <a:pt x="16935" y="10461"/>
                  </a:lnTo>
                  <a:lnTo>
                    <a:pt x="18135" y="10550"/>
                  </a:lnTo>
                  <a:lnTo>
                    <a:pt x="19361" y="10627"/>
                  </a:lnTo>
                  <a:lnTo>
                    <a:pt x="20600" y="10678"/>
                  </a:lnTo>
                  <a:lnTo>
                    <a:pt x="21877" y="10729"/>
                  </a:lnTo>
                  <a:lnTo>
                    <a:pt x="23167" y="10767"/>
                  </a:lnTo>
                  <a:lnTo>
                    <a:pt x="24483" y="10780"/>
                  </a:lnTo>
                  <a:lnTo>
                    <a:pt x="25811" y="10793"/>
                  </a:lnTo>
                  <a:lnTo>
                    <a:pt x="27139" y="10780"/>
                  </a:lnTo>
                  <a:lnTo>
                    <a:pt x="28442" y="10767"/>
                  </a:lnTo>
                  <a:lnTo>
                    <a:pt x="29732" y="10729"/>
                  </a:lnTo>
                  <a:lnTo>
                    <a:pt x="31009" y="10678"/>
                  </a:lnTo>
                  <a:lnTo>
                    <a:pt x="32260" y="10627"/>
                  </a:lnTo>
                  <a:lnTo>
                    <a:pt x="33486" y="10550"/>
                  </a:lnTo>
                  <a:lnTo>
                    <a:pt x="34674" y="10461"/>
                  </a:lnTo>
                  <a:lnTo>
                    <a:pt x="35849" y="10371"/>
                  </a:lnTo>
                  <a:lnTo>
                    <a:pt x="36998" y="10256"/>
                  </a:lnTo>
                  <a:lnTo>
                    <a:pt x="38109" y="10141"/>
                  </a:lnTo>
                  <a:lnTo>
                    <a:pt x="39182" y="10014"/>
                  </a:lnTo>
                  <a:lnTo>
                    <a:pt x="40229" y="9873"/>
                  </a:lnTo>
                  <a:lnTo>
                    <a:pt x="41251" y="9720"/>
                  </a:lnTo>
                  <a:lnTo>
                    <a:pt x="42222" y="9554"/>
                  </a:lnTo>
                  <a:lnTo>
                    <a:pt x="43154" y="9388"/>
                  </a:lnTo>
                  <a:lnTo>
                    <a:pt x="44061" y="9209"/>
                  </a:lnTo>
                  <a:lnTo>
                    <a:pt x="44904" y="9030"/>
                  </a:lnTo>
                  <a:lnTo>
                    <a:pt x="45721" y="8826"/>
                  </a:lnTo>
                  <a:lnTo>
                    <a:pt x="46487" y="8622"/>
                  </a:lnTo>
                  <a:lnTo>
                    <a:pt x="47203" y="8417"/>
                  </a:lnTo>
                  <a:lnTo>
                    <a:pt x="47879" y="8200"/>
                  </a:lnTo>
                  <a:lnTo>
                    <a:pt x="48505" y="7970"/>
                  </a:lnTo>
                  <a:lnTo>
                    <a:pt x="49067" y="7740"/>
                  </a:lnTo>
                  <a:lnTo>
                    <a:pt x="49591" y="7498"/>
                  </a:lnTo>
                  <a:lnTo>
                    <a:pt x="49821" y="7370"/>
                  </a:lnTo>
                  <a:lnTo>
                    <a:pt x="50050" y="7255"/>
                  </a:lnTo>
                  <a:lnTo>
                    <a:pt x="50255" y="7127"/>
                  </a:lnTo>
                  <a:lnTo>
                    <a:pt x="50459" y="7000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7" y="6616"/>
                  </a:lnTo>
                  <a:lnTo>
                    <a:pt x="51085" y="6489"/>
                  </a:lnTo>
                  <a:lnTo>
                    <a:pt x="51213" y="6348"/>
                  </a:lnTo>
                  <a:lnTo>
                    <a:pt x="51315" y="6221"/>
                  </a:lnTo>
                  <a:lnTo>
                    <a:pt x="51404" y="6080"/>
                  </a:lnTo>
                  <a:lnTo>
                    <a:pt x="51481" y="5952"/>
                  </a:lnTo>
                  <a:lnTo>
                    <a:pt x="51545" y="5812"/>
                  </a:lnTo>
                  <a:lnTo>
                    <a:pt x="51583" y="5671"/>
                  </a:lnTo>
                  <a:lnTo>
                    <a:pt x="51609" y="5544"/>
                  </a:lnTo>
                  <a:lnTo>
                    <a:pt x="51609" y="5403"/>
                  </a:lnTo>
                  <a:lnTo>
                    <a:pt x="51609" y="5263"/>
                  </a:lnTo>
                  <a:lnTo>
                    <a:pt x="51583" y="5122"/>
                  </a:lnTo>
                  <a:lnTo>
                    <a:pt x="51545" y="4982"/>
                  </a:lnTo>
                  <a:lnTo>
                    <a:pt x="51481" y="4841"/>
                  </a:lnTo>
                  <a:lnTo>
                    <a:pt x="51404" y="4714"/>
                  </a:lnTo>
                  <a:lnTo>
                    <a:pt x="51315" y="4573"/>
                  </a:lnTo>
                  <a:lnTo>
                    <a:pt x="51213" y="4445"/>
                  </a:lnTo>
                  <a:lnTo>
                    <a:pt x="51085" y="4318"/>
                  </a:lnTo>
                  <a:lnTo>
                    <a:pt x="50957" y="4177"/>
                  </a:lnTo>
                  <a:lnTo>
                    <a:pt x="50804" y="4049"/>
                  </a:lnTo>
                  <a:lnTo>
                    <a:pt x="50638" y="3922"/>
                  </a:lnTo>
                  <a:lnTo>
                    <a:pt x="50459" y="3794"/>
                  </a:lnTo>
                  <a:lnTo>
                    <a:pt x="50255" y="3666"/>
                  </a:lnTo>
                  <a:lnTo>
                    <a:pt x="50050" y="3539"/>
                  </a:lnTo>
                  <a:lnTo>
                    <a:pt x="49821" y="3424"/>
                  </a:lnTo>
                  <a:lnTo>
                    <a:pt x="49591" y="3296"/>
                  </a:lnTo>
                  <a:lnTo>
                    <a:pt x="49067" y="3066"/>
                  </a:lnTo>
                  <a:lnTo>
                    <a:pt x="48505" y="2823"/>
                  </a:lnTo>
                  <a:lnTo>
                    <a:pt x="47879" y="2606"/>
                  </a:lnTo>
                  <a:lnTo>
                    <a:pt x="47203" y="2389"/>
                  </a:lnTo>
                  <a:lnTo>
                    <a:pt x="46487" y="2172"/>
                  </a:lnTo>
                  <a:lnTo>
                    <a:pt x="45721" y="1968"/>
                  </a:lnTo>
                  <a:lnTo>
                    <a:pt x="44904" y="1776"/>
                  </a:lnTo>
                  <a:lnTo>
                    <a:pt x="44061" y="1585"/>
                  </a:lnTo>
                  <a:lnTo>
                    <a:pt x="43154" y="1406"/>
                  </a:lnTo>
                  <a:lnTo>
                    <a:pt x="42222" y="1240"/>
                  </a:lnTo>
                  <a:lnTo>
                    <a:pt x="41251" y="1074"/>
                  </a:lnTo>
                  <a:lnTo>
                    <a:pt x="40229" y="921"/>
                  </a:lnTo>
                  <a:lnTo>
                    <a:pt x="39182" y="780"/>
                  </a:lnTo>
                  <a:lnTo>
                    <a:pt x="38109" y="652"/>
                  </a:lnTo>
                  <a:lnTo>
                    <a:pt x="36998" y="537"/>
                  </a:lnTo>
                  <a:lnTo>
                    <a:pt x="35849" y="435"/>
                  </a:lnTo>
                  <a:lnTo>
                    <a:pt x="34674" y="333"/>
                  </a:lnTo>
                  <a:lnTo>
                    <a:pt x="33486" y="244"/>
                  </a:lnTo>
                  <a:lnTo>
                    <a:pt x="32260" y="180"/>
                  </a:lnTo>
                  <a:lnTo>
                    <a:pt x="31009" y="116"/>
                  </a:lnTo>
                  <a:lnTo>
                    <a:pt x="29732" y="65"/>
                  </a:lnTo>
                  <a:lnTo>
                    <a:pt x="28442" y="39"/>
                  </a:lnTo>
                  <a:lnTo>
                    <a:pt x="27139" y="14"/>
                  </a:lnTo>
                  <a:lnTo>
                    <a:pt x="258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2697472" y="3053893"/>
              <a:ext cx="627569" cy="112133"/>
            </a:xfrm>
            <a:custGeom>
              <a:avLst/>
              <a:gdLst/>
              <a:ahLst/>
              <a:cxnLst/>
              <a:rect l="l" t="t" r="r" b="b"/>
              <a:pathLst>
                <a:path w="42389" h="7574" extrusionOk="0">
                  <a:moveTo>
                    <a:pt x="20102" y="1"/>
                  </a:moveTo>
                  <a:lnTo>
                    <a:pt x="19030" y="13"/>
                  </a:lnTo>
                  <a:lnTo>
                    <a:pt x="17970" y="39"/>
                  </a:lnTo>
                  <a:lnTo>
                    <a:pt x="16922" y="77"/>
                  </a:lnTo>
                  <a:lnTo>
                    <a:pt x="15901" y="116"/>
                  </a:lnTo>
                  <a:lnTo>
                    <a:pt x="14892" y="167"/>
                  </a:lnTo>
                  <a:lnTo>
                    <a:pt x="13908" y="230"/>
                  </a:lnTo>
                  <a:lnTo>
                    <a:pt x="12951" y="294"/>
                  </a:lnTo>
                  <a:lnTo>
                    <a:pt x="12006" y="371"/>
                  </a:lnTo>
                  <a:lnTo>
                    <a:pt x="11099" y="460"/>
                  </a:lnTo>
                  <a:lnTo>
                    <a:pt x="10205" y="550"/>
                  </a:lnTo>
                  <a:lnTo>
                    <a:pt x="9349" y="639"/>
                  </a:lnTo>
                  <a:lnTo>
                    <a:pt x="8519" y="754"/>
                  </a:lnTo>
                  <a:lnTo>
                    <a:pt x="7714" y="869"/>
                  </a:lnTo>
                  <a:lnTo>
                    <a:pt x="6948" y="984"/>
                  </a:lnTo>
                  <a:lnTo>
                    <a:pt x="6207" y="1112"/>
                  </a:lnTo>
                  <a:lnTo>
                    <a:pt x="5505" y="1239"/>
                  </a:lnTo>
                  <a:lnTo>
                    <a:pt x="4841" y="1380"/>
                  </a:lnTo>
                  <a:lnTo>
                    <a:pt x="4215" y="1520"/>
                  </a:lnTo>
                  <a:lnTo>
                    <a:pt x="3615" y="1674"/>
                  </a:lnTo>
                  <a:lnTo>
                    <a:pt x="3066" y="1827"/>
                  </a:lnTo>
                  <a:lnTo>
                    <a:pt x="2555" y="1980"/>
                  </a:lnTo>
                  <a:lnTo>
                    <a:pt x="2095" y="2146"/>
                  </a:lnTo>
                  <a:lnTo>
                    <a:pt x="1661" y="2312"/>
                  </a:lnTo>
                  <a:lnTo>
                    <a:pt x="1291" y="2491"/>
                  </a:lnTo>
                  <a:lnTo>
                    <a:pt x="959" y="2657"/>
                  </a:lnTo>
                  <a:lnTo>
                    <a:pt x="665" y="2836"/>
                  </a:lnTo>
                  <a:lnTo>
                    <a:pt x="550" y="2938"/>
                  </a:lnTo>
                  <a:lnTo>
                    <a:pt x="435" y="3027"/>
                  </a:lnTo>
                  <a:lnTo>
                    <a:pt x="333" y="3117"/>
                  </a:lnTo>
                  <a:lnTo>
                    <a:pt x="243" y="3206"/>
                  </a:lnTo>
                  <a:lnTo>
                    <a:pt x="167" y="3308"/>
                  </a:lnTo>
                  <a:lnTo>
                    <a:pt x="116" y="3398"/>
                  </a:lnTo>
                  <a:lnTo>
                    <a:pt x="65" y="3500"/>
                  </a:lnTo>
                  <a:lnTo>
                    <a:pt x="26" y="3589"/>
                  </a:lnTo>
                  <a:lnTo>
                    <a:pt x="13" y="3691"/>
                  </a:lnTo>
                  <a:lnTo>
                    <a:pt x="1" y="3794"/>
                  </a:lnTo>
                  <a:lnTo>
                    <a:pt x="13" y="3883"/>
                  </a:lnTo>
                  <a:lnTo>
                    <a:pt x="26" y="3985"/>
                  </a:lnTo>
                  <a:lnTo>
                    <a:pt x="65" y="4075"/>
                  </a:lnTo>
                  <a:lnTo>
                    <a:pt x="116" y="4177"/>
                  </a:lnTo>
                  <a:lnTo>
                    <a:pt x="167" y="4266"/>
                  </a:lnTo>
                  <a:lnTo>
                    <a:pt x="243" y="4368"/>
                  </a:lnTo>
                  <a:lnTo>
                    <a:pt x="333" y="4458"/>
                  </a:lnTo>
                  <a:lnTo>
                    <a:pt x="435" y="4547"/>
                  </a:lnTo>
                  <a:lnTo>
                    <a:pt x="550" y="4649"/>
                  </a:lnTo>
                  <a:lnTo>
                    <a:pt x="665" y="4739"/>
                  </a:lnTo>
                  <a:lnTo>
                    <a:pt x="959" y="4918"/>
                  </a:lnTo>
                  <a:lnTo>
                    <a:pt x="1291" y="5096"/>
                  </a:lnTo>
                  <a:lnTo>
                    <a:pt x="1661" y="5262"/>
                  </a:lnTo>
                  <a:lnTo>
                    <a:pt x="2095" y="5428"/>
                  </a:lnTo>
                  <a:lnTo>
                    <a:pt x="2555" y="5594"/>
                  </a:lnTo>
                  <a:lnTo>
                    <a:pt x="3066" y="5748"/>
                  </a:lnTo>
                  <a:lnTo>
                    <a:pt x="3615" y="5901"/>
                  </a:lnTo>
                  <a:lnTo>
                    <a:pt x="4215" y="6054"/>
                  </a:lnTo>
                  <a:lnTo>
                    <a:pt x="4841" y="6195"/>
                  </a:lnTo>
                  <a:lnTo>
                    <a:pt x="5505" y="6335"/>
                  </a:lnTo>
                  <a:lnTo>
                    <a:pt x="6207" y="6463"/>
                  </a:lnTo>
                  <a:lnTo>
                    <a:pt x="6948" y="6591"/>
                  </a:lnTo>
                  <a:lnTo>
                    <a:pt x="7714" y="6718"/>
                  </a:lnTo>
                  <a:lnTo>
                    <a:pt x="8519" y="6820"/>
                  </a:lnTo>
                  <a:lnTo>
                    <a:pt x="9349" y="6935"/>
                  </a:lnTo>
                  <a:lnTo>
                    <a:pt x="10205" y="7025"/>
                  </a:lnTo>
                  <a:lnTo>
                    <a:pt x="11099" y="7127"/>
                  </a:lnTo>
                  <a:lnTo>
                    <a:pt x="12006" y="7204"/>
                  </a:lnTo>
                  <a:lnTo>
                    <a:pt x="12951" y="7280"/>
                  </a:lnTo>
                  <a:lnTo>
                    <a:pt x="13908" y="7344"/>
                  </a:lnTo>
                  <a:lnTo>
                    <a:pt x="14892" y="7408"/>
                  </a:lnTo>
                  <a:lnTo>
                    <a:pt x="15901" y="7459"/>
                  </a:lnTo>
                  <a:lnTo>
                    <a:pt x="16922" y="7497"/>
                  </a:lnTo>
                  <a:lnTo>
                    <a:pt x="17970" y="7536"/>
                  </a:lnTo>
                  <a:lnTo>
                    <a:pt x="19030" y="7561"/>
                  </a:lnTo>
                  <a:lnTo>
                    <a:pt x="20102" y="7574"/>
                  </a:lnTo>
                  <a:lnTo>
                    <a:pt x="22286" y="7574"/>
                  </a:lnTo>
                  <a:lnTo>
                    <a:pt x="23359" y="7561"/>
                  </a:lnTo>
                  <a:lnTo>
                    <a:pt x="24419" y="7536"/>
                  </a:lnTo>
                  <a:lnTo>
                    <a:pt x="25466" y="7497"/>
                  </a:lnTo>
                  <a:lnTo>
                    <a:pt x="26488" y="7459"/>
                  </a:lnTo>
                  <a:lnTo>
                    <a:pt x="27497" y="7408"/>
                  </a:lnTo>
                  <a:lnTo>
                    <a:pt x="28480" y="7344"/>
                  </a:lnTo>
                  <a:lnTo>
                    <a:pt x="29451" y="7280"/>
                  </a:lnTo>
                  <a:lnTo>
                    <a:pt x="30383" y="7204"/>
                  </a:lnTo>
                  <a:lnTo>
                    <a:pt x="31303" y="7127"/>
                  </a:lnTo>
                  <a:lnTo>
                    <a:pt x="32184" y="7025"/>
                  </a:lnTo>
                  <a:lnTo>
                    <a:pt x="33052" y="6935"/>
                  </a:lnTo>
                  <a:lnTo>
                    <a:pt x="33883" y="6820"/>
                  </a:lnTo>
                  <a:lnTo>
                    <a:pt x="34674" y="6718"/>
                  </a:lnTo>
                  <a:lnTo>
                    <a:pt x="35453" y="6591"/>
                  </a:lnTo>
                  <a:lnTo>
                    <a:pt x="36181" y="6463"/>
                  </a:lnTo>
                  <a:lnTo>
                    <a:pt x="36884" y="6335"/>
                  </a:lnTo>
                  <a:lnTo>
                    <a:pt x="37548" y="6195"/>
                  </a:lnTo>
                  <a:lnTo>
                    <a:pt x="38186" y="6054"/>
                  </a:lnTo>
                  <a:lnTo>
                    <a:pt x="38774" y="5901"/>
                  </a:lnTo>
                  <a:lnTo>
                    <a:pt x="39323" y="5748"/>
                  </a:lnTo>
                  <a:lnTo>
                    <a:pt x="39834" y="5594"/>
                  </a:lnTo>
                  <a:lnTo>
                    <a:pt x="40306" y="5428"/>
                  </a:lnTo>
                  <a:lnTo>
                    <a:pt x="40728" y="5262"/>
                  </a:lnTo>
                  <a:lnTo>
                    <a:pt x="41111" y="5096"/>
                  </a:lnTo>
                  <a:lnTo>
                    <a:pt x="41443" y="4918"/>
                  </a:lnTo>
                  <a:lnTo>
                    <a:pt x="41724" y="4739"/>
                  </a:lnTo>
                  <a:lnTo>
                    <a:pt x="41852" y="4649"/>
                  </a:lnTo>
                  <a:lnTo>
                    <a:pt x="41967" y="4547"/>
                  </a:lnTo>
                  <a:lnTo>
                    <a:pt x="42056" y="4458"/>
                  </a:lnTo>
                  <a:lnTo>
                    <a:pt x="42146" y="4368"/>
                  </a:lnTo>
                  <a:lnTo>
                    <a:pt x="42222" y="4266"/>
                  </a:lnTo>
                  <a:lnTo>
                    <a:pt x="42286" y="4177"/>
                  </a:lnTo>
                  <a:lnTo>
                    <a:pt x="42324" y="4075"/>
                  </a:lnTo>
                  <a:lnTo>
                    <a:pt x="42363" y="3985"/>
                  </a:lnTo>
                  <a:lnTo>
                    <a:pt x="42388" y="3883"/>
                  </a:lnTo>
                  <a:lnTo>
                    <a:pt x="42388" y="3794"/>
                  </a:lnTo>
                  <a:lnTo>
                    <a:pt x="42388" y="3691"/>
                  </a:lnTo>
                  <a:lnTo>
                    <a:pt x="42363" y="3589"/>
                  </a:lnTo>
                  <a:lnTo>
                    <a:pt x="42324" y="3500"/>
                  </a:lnTo>
                  <a:lnTo>
                    <a:pt x="42286" y="3398"/>
                  </a:lnTo>
                  <a:lnTo>
                    <a:pt x="42222" y="3308"/>
                  </a:lnTo>
                  <a:lnTo>
                    <a:pt x="42146" y="3206"/>
                  </a:lnTo>
                  <a:lnTo>
                    <a:pt x="42056" y="3117"/>
                  </a:lnTo>
                  <a:lnTo>
                    <a:pt x="41967" y="3027"/>
                  </a:lnTo>
                  <a:lnTo>
                    <a:pt x="41852" y="2938"/>
                  </a:lnTo>
                  <a:lnTo>
                    <a:pt x="41724" y="2836"/>
                  </a:lnTo>
                  <a:lnTo>
                    <a:pt x="41443" y="2657"/>
                  </a:lnTo>
                  <a:lnTo>
                    <a:pt x="41111" y="2491"/>
                  </a:lnTo>
                  <a:lnTo>
                    <a:pt x="40728" y="2312"/>
                  </a:lnTo>
                  <a:lnTo>
                    <a:pt x="40306" y="2146"/>
                  </a:lnTo>
                  <a:lnTo>
                    <a:pt x="39834" y="1980"/>
                  </a:lnTo>
                  <a:lnTo>
                    <a:pt x="39323" y="1827"/>
                  </a:lnTo>
                  <a:lnTo>
                    <a:pt x="38774" y="1674"/>
                  </a:lnTo>
                  <a:lnTo>
                    <a:pt x="38186" y="1520"/>
                  </a:lnTo>
                  <a:lnTo>
                    <a:pt x="37548" y="1380"/>
                  </a:lnTo>
                  <a:lnTo>
                    <a:pt x="36884" y="1239"/>
                  </a:lnTo>
                  <a:lnTo>
                    <a:pt x="36181" y="1112"/>
                  </a:lnTo>
                  <a:lnTo>
                    <a:pt x="35453" y="984"/>
                  </a:lnTo>
                  <a:lnTo>
                    <a:pt x="34674" y="869"/>
                  </a:lnTo>
                  <a:lnTo>
                    <a:pt x="33883" y="754"/>
                  </a:lnTo>
                  <a:lnTo>
                    <a:pt x="33052" y="639"/>
                  </a:lnTo>
                  <a:lnTo>
                    <a:pt x="32184" y="550"/>
                  </a:lnTo>
                  <a:lnTo>
                    <a:pt x="31303" y="460"/>
                  </a:lnTo>
                  <a:lnTo>
                    <a:pt x="30383" y="371"/>
                  </a:lnTo>
                  <a:lnTo>
                    <a:pt x="29451" y="294"/>
                  </a:lnTo>
                  <a:lnTo>
                    <a:pt x="28480" y="230"/>
                  </a:lnTo>
                  <a:lnTo>
                    <a:pt x="27497" y="167"/>
                  </a:lnTo>
                  <a:lnTo>
                    <a:pt x="26488" y="116"/>
                  </a:lnTo>
                  <a:lnTo>
                    <a:pt x="25466" y="77"/>
                  </a:lnTo>
                  <a:lnTo>
                    <a:pt x="24419" y="39"/>
                  </a:lnTo>
                  <a:lnTo>
                    <a:pt x="23359" y="13"/>
                  </a:lnTo>
                  <a:lnTo>
                    <a:pt x="22286" y="1"/>
                  </a:lnTo>
                  <a:close/>
                </a:path>
              </a:pathLst>
            </a:custGeom>
            <a:solidFill>
              <a:srgbClr val="FFBB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2717326" y="3052753"/>
              <a:ext cx="609226" cy="83411"/>
            </a:xfrm>
            <a:custGeom>
              <a:avLst/>
              <a:gdLst/>
              <a:ahLst/>
              <a:cxnLst/>
              <a:rect l="l" t="t" r="r" b="b"/>
              <a:pathLst>
                <a:path w="41150" h="5634" extrusionOk="0">
                  <a:moveTo>
                    <a:pt x="19949" y="1"/>
                  </a:moveTo>
                  <a:lnTo>
                    <a:pt x="18251" y="14"/>
                  </a:lnTo>
                  <a:lnTo>
                    <a:pt x="16578" y="52"/>
                  </a:lnTo>
                  <a:lnTo>
                    <a:pt x="14956" y="103"/>
                  </a:lnTo>
                  <a:lnTo>
                    <a:pt x="13372" y="193"/>
                  </a:lnTo>
                  <a:lnTo>
                    <a:pt x="11840" y="295"/>
                  </a:lnTo>
                  <a:lnTo>
                    <a:pt x="10371" y="410"/>
                  </a:lnTo>
                  <a:lnTo>
                    <a:pt x="8966" y="550"/>
                  </a:lnTo>
                  <a:lnTo>
                    <a:pt x="7638" y="703"/>
                  </a:lnTo>
                  <a:lnTo>
                    <a:pt x="6373" y="882"/>
                  </a:lnTo>
                  <a:lnTo>
                    <a:pt x="5186" y="1074"/>
                  </a:lnTo>
                  <a:lnTo>
                    <a:pt x="4075" y="1278"/>
                  </a:lnTo>
                  <a:lnTo>
                    <a:pt x="3564" y="1393"/>
                  </a:lnTo>
                  <a:lnTo>
                    <a:pt x="3066" y="1508"/>
                  </a:lnTo>
                  <a:lnTo>
                    <a:pt x="2593" y="1623"/>
                  </a:lnTo>
                  <a:lnTo>
                    <a:pt x="2146" y="1738"/>
                  </a:lnTo>
                  <a:lnTo>
                    <a:pt x="1725" y="1866"/>
                  </a:lnTo>
                  <a:lnTo>
                    <a:pt x="1329" y="1981"/>
                  </a:lnTo>
                  <a:lnTo>
                    <a:pt x="958" y="2108"/>
                  </a:lnTo>
                  <a:lnTo>
                    <a:pt x="614" y="2249"/>
                  </a:lnTo>
                  <a:lnTo>
                    <a:pt x="294" y="2376"/>
                  </a:lnTo>
                  <a:lnTo>
                    <a:pt x="1" y="2517"/>
                  </a:lnTo>
                  <a:lnTo>
                    <a:pt x="1" y="2517"/>
                  </a:lnTo>
                  <a:lnTo>
                    <a:pt x="716" y="2300"/>
                  </a:lnTo>
                  <a:lnTo>
                    <a:pt x="1508" y="2095"/>
                  </a:lnTo>
                  <a:lnTo>
                    <a:pt x="2376" y="1904"/>
                  </a:lnTo>
                  <a:lnTo>
                    <a:pt x="3308" y="1712"/>
                  </a:lnTo>
                  <a:lnTo>
                    <a:pt x="4305" y="1546"/>
                  </a:lnTo>
                  <a:lnTo>
                    <a:pt x="5352" y="1380"/>
                  </a:lnTo>
                  <a:lnTo>
                    <a:pt x="6463" y="1240"/>
                  </a:lnTo>
                  <a:lnTo>
                    <a:pt x="7638" y="1099"/>
                  </a:lnTo>
                  <a:lnTo>
                    <a:pt x="8851" y="984"/>
                  </a:lnTo>
                  <a:lnTo>
                    <a:pt x="10115" y="869"/>
                  </a:lnTo>
                  <a:lnTo>
                    <a:pt x="11431" y="780"/>
                  </a:lnTo>
                  <a:lnTo>
                    <a:pt x="12785" y="703"/>
                  </a:lnTo>
                  <a:lnTo>
                    <a:pt x="14177" y="640"/>
                  </a:lnTo>
                  <a:lnTo>
                    <a:pt x="15594" y="601"/>
                  </a:lnTo>
                  <a:lnTo>
                    <a:pt x="17050" y="576"/>
                  </a:lnTo>
                  <a:lnTo>
                    <a:pt x="18532" y="563"/>
                  </a:lnTo>
                  <a:lnTo>
                    <a:pt x="19630" y="563"/>
                  </a:lnTo>
                  <a:lnTo>
                    <a:pt x="20703" y="576"/>
                  </a:lnTo>
                  <a:lnTo>
                    <a:pt x="21763" y="601"/>
                  </a:lnTo>
                  <a:lnTo>
                    <a:pt x="22810" y="640"/>
                  </a:lnTo>
                  <a:lnTo>
                    <a:pt x="23832" y="678"/>
                  </a:lnTo>
                  <a:lnTo>
                    <a:pt x="24841" y="729"/>
                  </a:lnTo>
                  <a:lnTo>
                    <a:pt x="25824" y="793"/>
                  </a:lnTo>
                  <a:lnTo>
                    <a:pt x="26782" y="857"/>
                  </a:lnTo>
                  <a:lnTo>
                    <a:pt x="27727" y="933"/>
                  </a:lnTo>
                  <a:lnTo>
                    <a:pt x="28634" y="1023"/>
                  </a:lnTo>
                  <a:lnTo>
                    <a:pt x="29528" y="1112"/>
                  </a:lnTo>
                  <a:lnTo>
                    <a:pt x="30383" y="1214"/>
                  </a:lnTo>
                  <a:lnTo>
                    <a:pt x="31213" y="1316"/>
                  </a:lnTo>
                  <a:lnTo>
                    <a:pt x="32018" y="1431"/>
                  </a:lnTo>
                  <a:lnTo>
                    <a:pt x="32784" y="1546"/>
                  </a:lnTo>
                  <a:lnTo>
                    <a:pt x="33525" y="1674"/>
                  </a:lnTo>
                  <a:lnTo>
                    <a:pt x="34227" y="1802"/>
                  </a:lnTo>
                  <a:lnTo>
                    <a:pt x="34891" y="1942"/>
                  </a:lnTo>
                  <a:lnTo>
                    <a:pt x="35517" y="2083"/>
                  </a:lnTo>
                  <a:lnTo>
                    <a:pt x="36105" y="2236"/>
                  </a:lnTo>
                  <a:lnTo>
                    <a:pt x="36654" y="2389"/>
                  </a:lnTo>
                  <a:lnTo>
                    <a:pt x="37165" y="2542"/>
                  </a:lnTo>
                  <a:lnTo>
                    <a:pt x="37637" y="2708"/>
                  </a:lnTo>
                  <a:lnTo>
                    <a:pt x="38059" y="2874"/>
                  </a:lnTo>
                  <a:lnTo>
                    <a:pt x="38442" y="3053"/>
                  </a:lnTo>
                  <a:lnTo>
                    <a:pt x="38774" y="3219"/>
                  </a:lnTo>
                  <a:lnTo>
                    <a:pt x="39068" y="3411"/>
                  </a:lnTo>
                  <a:lnTo>
                    <a:pt x="39183" y="3500"/>
                  </a:lnTo>
                  <a:lnTo>
                    <a:pt x="39298" y="3590"/>
                  </a:lnTo>
                  <a:lnTo>
                    <a:pt x="39400" y="3679"/>
                  </a:lnTo>
                  <a:lnTo>
                    <a:pt x="39489" y="3781"/>
                  </a:lnTo>
                  <a:lnTo>
                    <a:pt x="39553" y="3871"/>
                  </a:lnTo>
                  <a:lnTo>
                    <a:pt x="39617" y="3960"/>
                  </a:lnTo>
                  <a:lnTo>
                    <a:pt x="39668" y="4062"/>
                  </a:lnTo>
                  <a:lnTo>
                    <a:pt x="39706" y="4152"/>
                  </a:lnTo>
                  <a:lnTo>
                    <a:pt x="39719" y="4254"/>
                  </a:lnTo>
                  <a:lnTo>
                    <a:pt x="39732" y="4356"/>
                  </a:lnTo>
                  <a:lnTo>
                    <a:pt x="39719" y="4433"/>
                  </a:lnTo>
                  <a:lnTo>
                    <a:pt x="39706" y="4522"/>
                  </a:lnTo>
                  <a:lnTo>
                    <a:pt x="39681" y="4599"/>
                  </a:lnTo>
                  <a:lnTo>
                    <a:pt x="39642" y="4688"/>
                  </a:lnTo>
                  <a:lnTo>
                    <a:pt x="39604" y="4765"/>
                  </a:lnTo>
                  <a:lnTo>
                    <a:pt x="39553" y="4854"/>
                  </a:lnTo>
                  <a:lnTo>
                    <a:pt x="39412" y="5007"/>
                  </a:lnTo>
                  <a:lnTo>
                    <a:pt x="39234" y="5173"/>
                  </a:lnTo>
                  <a:lnTo>
                    <a:pt x="39017" y="5327"/>
                  </a:lnTo>
                  <a:lnTo>
                    <a:pt x="38774" y="5480"/>
                  </a:lnTo>
                  <a:lnTo>
                    <a:pt x="38480" y="5633"/>
                  </a:lnTo>
                  <a:lnTo>
                    <a:pt x="39080" y="5429"/>
                  </a:lnTo>
                  <a:lnTo>
                    <a:pt x="39361" y="5314"/>
                  </a:lnTo>
                  <a:lnTo>
                    <a:pt x="39617" y="5212"/>
                  </a:lnTo>
                  <a:lnTo>
                    <a:pt x="39859" y="5097"/>
                  </a:lnTo>
                  <a:lnTo>
                    <a:pt x="40077" y="4982"/>
                  </a:lnTo>
                  <a:lnTo>
                    <a:pt x="40268" y="4880"/>
                  </a:lnTo>
                  <a:lnTo>
                    <a:pt x="40447" y="4765"/>
                  </a:lnTo>
                  <a:lnTo>
                    <a:pt x="40613" y="4637"/>
                  </a:lnTo>
                  <a:lnTo>
                    <a:pt x="40753" y="4522"/>
                  </a:lnTo>
                  <a:lnTo>
                    <a:pt x="40868" y="4407"/>
                  </a:lnTo>
                  <a:lnTo>
                    <a:pt x="40971" y="4279"/>
                  </a:lnTo>
                  <a:lnTo>
                    <a:pt x="41047" y="4164"/>
                  </a:lnTo>
                  <a:lnTo>
                    <a:pt x="41098" y="4037"/>
                  </a:lnTo>
                  <a:lnTo>
                    <a:pt x="41137" y="3922"/>
                  </a:lnTo>
                  <a:lnTo>
                    <a:pt x="41149" y="3794"/>
                  </a:lnTo>
                  <a:lnTo>
                    <a:pt x="41137" y="3692"/>
                  </a:lnTo>
                  <a:lnTo>
                    <a:pt x="41124" y="3602"/>
                  </a:lnTo>
                  <a:lnTo>
                    <a:pt x="41085" y="3500"/>
                  </a:lnTo>
                  <a:lnTo>
                    <a:pt x="41034" y="3411"/>
                  </a:lnTo>
                  <a:lnTo>
                    <a:pt x="40983" y="3309"/>
                  </a:lnTo>
                  <a:lnTo>
                    <a:pt x="40907" y="3219"/>
                  </a:lnTo>
                  <a:lnTo>
                    <a:pt x="40817" y="3117"/>
                  </a:lnTo>
                  <a:lnTo>
                    <a:pt x="40715" y="3028"/>
                  </a:lnTo>
                  <a:lnTo>
                    <a:pt x="40613" y="2938"/>
                  </a:lnTo>
                  <a:lnTo>
                    <a:pt x="40485" y="2849"/>
                  </a:lnTo>
                  <a:lnTo>
                    <a:pt x="40192" y="2670"/>
                  </a:lnTo>
                  <a:lnTo>
                    <a:pt x="39859" y="2491"/>
                  </a:lnTo>
                  <a:lnTo>
                    <a:pt x="39489" y="2313"/>
                  </a:lnTo>
                  <a:lnTo>
                    <a:pt x="39055" y="2147"/>
                  </a:lnTo>
                  <a:lnTo>
                    <a:pt x="38595" y="1981"/>
                  </a:lnTo>
                  <a:lnTo>
                    <a:pt x="38084" y="1827"/>
                  </a:lnTo>
                  <a:lnTo>
                    <a:pt x="37535" y="1674"/>
                  </a:lnTo>
                  <a:lnTo>
                    <a:pt x="36935" y="1521"/>
                  </a:lnTo>
                  <a:lnTo>
                    <a:pt x="36309" y="1380"/>
                  </a:lnTo>
                  <a:lnTo>
                    <a:pt x="35645" y="1240"/>
                  </a:lnTo>
                  <a:lnTo>
                    <a:pt x="34943" y="1112"/>
                  </a:lnTo>
                  <a:lnTo>
                    <a:pt x="34202" y="984"/>
                  </a:lnTo>
                  <a:lnTo>
                    <a:pt x="33436" y="869"/>
                  </a:lnTo>
                  <a:lnTo>
                    <a:pt x="32631" y="754"/>
                  </a:lnTo>
                  <a:lnTo>
                    <a:pt x="31801" y="652"/>
                  </a:lnTo>
                  <a:lnTo>
                    <a:pt x="30945" y="550"/>
                  </a:lnTo>
                  <a:lnTo>
                    <a:pt x="30051" y="461"/>
                  </a:lnTo>
                  <a:lnTo>
                    <a:pt x="29144" y="371"/>
                  </a:lnTo>
                  <a:lnTo>
                    <a:pt x="28199" y="295"/>
                  </a:lnTo>
                  <a:lnTo>
                    <a:pt x="27242" y="231"/>
                  </a:lnTo>
                  <a:lnTo>
                    <a:pt x="26258" y="180"/>
                  </a:lnTo>
                  <a:lnTo>
                    <a:pt x="25249" y="129"/>
                  </a:lnTo>
                  <a:lnTo>
                    <a:pt x="24228" y="78"/>
                  </a:lnTo>
                  <a:lnTo>
                    <a:pt x="23180" y="52"/>
                  </a:lnTo>
                  <a:lnTo>
                    <a:pt x="22120" y="27"/>
                  </a:lnTo>
                  <a:lnTo>
                    <a:pt x="21048" y="14"/>
                  </a:lnTo>
                  <a:lnTo>
                    <a:pt x="19949" y="1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1462987" y="3963364"/>
              <a:ext cx="764264" cy="159583"/>
            </a:xfrm>
            <a:custGeom>
              <a:avLst/>
              <a:gdLst/>
              <a:ahLst/>
              <a:cxnLst/>
              <a:rect l="l" t="t" r="r" b="b"/>
              <a:pathLst>
                <a:path w="51622" h="10779" extrusionOk="0">
                  <a:moveTo>
                    <a:pt x="1" y="0"/>
                  </a:moveTo>
                  <a:lnTo>
                    <a:pt x="1" y="5390"/>
                  </a:lnTo>
                  <a:lnTo>
                    <a:pt x="14" y="5530"/>
                  </a:lnTo>
                  <a:lnTo>
                    <a:pt x="39" y="5671"/>
                  </a:lnTo>
                  <a:lnTo>
                    <a:pt x="77" y="5811"/>
                  </a:lnTo>
                  <a:lnTo>
                    <a:pt x="141" y="5939"/>
                  </a:lnTo>
                  <a:lnTo>
                    <a:pt x="205" y="6079"/>
                  </a:lnTo>
                  <a:lnTo>
                    <a:pt x="294" y="6207"/>
                  </a:lnTo>
                  <a:lnTo>
                    <a:pt x="409" y="6347"/>
                  </a:lnTo>
                  <a:lnTo>
                    <a:pt x="524" y="6475"/>
                  </a:lnTo>
                  <a:lnTo>
                    <a:pt x="665" y="6603"/>
                  </a:lnTo>
                  <a:lnTo>
                    <a:pt x="818" y="6743"/>
                  </a:lnTo>
                  <a:lnTo>
                    <a:pt x="984" y="6871"/>
                  </a:lnTo>
                  <a:lnTo>
                    <a:pt x="1163" y="6999"/>
                  </a:lnTo>
                  <a:lnTo>
                    <a:pt x="1354" y="7126"/>
                  </a:lnTo>
                  <a:lnTo>
                    <a:pt x="1572" y="7241"/>
                  </a:lnTo>
                  <a:lnTo>
                    <a:pt x="1789" y="7369"/>
                  </a:lnTo>
                  <a:lnTo>
                    <a:pt x="2031" y="7484"/>
                  </a:lnTo>
                  <a:lnTo>
                    <a:pt x="2542" y="7727"/>
                  </a:lnTo>
                  <a:lnTo>
                    <a:pt x="3117" y="7957"/>
                  </a:lnTo>
                  <a:lnTo>
                    <a:pt x="3743" y="8186"/>
                  </a:lnTo>
                  <a:lnTo>
                    <a:pt x="4407" y="8404"/>
                  </a:lnTo>
                  <a:lnTo>
                    <a:pt x="5135" y="8621"/>
                  </a:lnTo>
                  <a:lnTo>
                    <a:pt x="5901" y="8825"/>
                  </a:lnTo>
                  <a:lnTo>
                    <a:pt x="6706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400" y="9553"/>
                  </a:lnTo>
                  <a:lnTo>
                    <a:pt x="10371" y="9706"/>
                  </a:lnTo>
                  <a:lnTo>
                    <a:pt x="11380" y="9859"/>
                  </a:lnTo>
                  <a:lnTo>
                    <a:pt x="12427" y="10000"/>
                  </a:lnTo>
                  <a:lnTo>
                    <a:pt x="13513" y="10128"/>
                  </a:lnTo>
                  <a:lnTo>
                    <a:pt x="14624" y="10255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36"/>
                  </a:lnTo>
                  <a:lnTo>
                    <a:pt x="19362" y="10613"/>
                  </a:lnTo>
                  <a:lnTo>
                    <a:pt x="20613" y="10677"/>
                  </a:lnTo>
                  <a:lnTo>
                    <a:pt x="21878" y="10728"/>
                  </a:lnTo>
                  <a:lnTo>
                    <a:pt x="23168" y="10753"/>
                  </a:lnTo>
                  <a:lnTo>
                    <a:pt x="24483" y="10779"/>
                  </a:lnTo>
                  <a:lnTo>
                    <a:pt x="27139" y="10779"/>
                  </a:lnTo>
                  <a:lnTo>
                    <a:pt x="28455" y="10753"/>
                  </a:lnTo>
                  <a:lnTo>
                    <a:pt x="29745" y="10728"/>
                  </a:lnTo>
                  <a:lnTo>
                    <a:pt x="31009" y="10677"/>
                  </a:lnTo>
                  <a:lnTo>
                    <a:pt x="32261" y="10613"/>
                  </a:lnTo>
                  <a:lnTo>
                    <a:pt x="33487" y="10536"/>
                  </a:lnTo>
                  <a:lnTo>
                    <a:pt x="34687" y="10460"/>
                  </a:lnTo>
                  <a:lnTo>
                    <a:pt x="35849" y="10358"/>
                  </a:lnTo>
                  <a:lnTo>
                    <a:pt x="36999" y="10255"/>
                  </a:lnTo>
                  <a:lnTo>
                    <a:pt x="38110" y="10128"/>
                  </a:lnTo>
                  <a:lnTo>
                    <a:pt x="39195" y="10000"/>
                  </a:lnTo>
                  <a:lnTo>
                    <a:pt x="40243" y="9859"/>
                  </a:lnTo>
                  <a:lnTo>
                    <a:pt x="41252" y="9706"/>
                  </a:lnTo>
                  <a:lnTo>
                    <a:pt x="42222" y="9553"/>
                  </a:lnTo>
                  <a:lnTo>
                    <a:pt x="43167" y="9387"/>
                  </a:lnTo>
                  <a:lnTo>
                    <a:pt x="44061" y="9208"/>
                  </a:lnTo>
                  <a:lnTo>
                    <a:pt x="44917" y="9017"/>
                  </a:lnTo>
                  <a:lnTo>
                    <a:pt x="45722" y="8825"/>
                  </a:lnTo>
                  <a:lnTo>
                    <a:pt x="46488" y="8621"/>
                  </a:lnTo>
                  <a:lnTo>
                    <a:pt x="47216" y="8404"/>
                  </a:lnTo>
                  <a:lnTo>
                    <a:pt x="47880" y="8186"/>
                  </a:lnTo>
                  <a:lnTo>
                    <a:pt x="48506" y="7957"/>
                  </a:lnTo>
                  <a:lnTo>
                    <a:pt x="49068" y="7727"/>
                  </a:lnTo>
                  <a:lnTo>
                    <a:pt x="49591" y="7484"/>
                  </a:lnTo>
                  <a:lnTo>
                    <a:pt x="49834" y="7369"/>
                  </a:lnTo>
                  <a:lnTo>
                    <a:pt x="50051" y="7241"/>
                  </a:lnTo>
                  <a:lnTo>
                    <a:pt x="50268" y="7126"/>
                  </a:lnTo>
                  <a:lnTo>
                    <a:pt x="50460" y="6999"/>
                  </a:lnTo>
                  <a:lnTo>
                    <a:pt x="50638" y="6871"/>
                  </a:lnTo>
                  <a:lnTo>
                    <a:pt x="50804" y="6743"/>
                  </a:lnTo>
                  <a:lnTo>
                    <a:pt x="50958" y="6603"/>
                  </a:lnTo>
                  <a:lnTo>
                    <a:pt x="51098" y="6475"/>
                  </a:lnTo>
                  <a:lnTo>
                    <a:pt x="51213" y="6347"/>
                  </a:lnTo>
                  <a:lnTo>
                    <a:pt x="51315" y="6207"/>
                  </a:lnTo>
                  <a:lnTo>
                    <a:pt x="51405" y="6079"/>
                  </a:lnTo>
                  <a:lnTo>
                    <a:pt x="51481" y="5939"/>
                  </a:lnTo>
                  <a:lnTo>
                    <a:pt x="51545" y="5811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22" y="5390"/>
                  </a:lnTo>
                  <a:lnTo>
                    <a:pt x="51622" y="0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1462987" y="3883565"/>
              <a:ext cx="764264" cy="159598"/>
            </a:xfrm>
            <a:custGeom>
              <a:avLst/>
              <a:gdLst/>
              <a:ahLst/>
              <a:cxnLst/>
              <a:rect l="l" t="t" r="r" b="b"/>
              <a:pathLst>
                <a:path w="51622" h="10780" extrusionOk="0">
                  <a:moveTo>
                    <a:pt x="24483" y="1"/>
                  </a:moveTo>
                  <a:lnTo>
                    <a:pt x="23168" y="26"/>
                  </a:lnTo>
                  <a:lnTo>
                    <a:pt x="21878" y="65"/>
                  </a:lnTo>
                  <a:lnTo>
                    <a:pt x="20613" y="103"/>
                  </a:lnTo>
                  <a:lnTo>
                    <a:pt x="19362" y="167"/>
                  </a:lnTo>
                  <a:lnTo>
                    <a:pt x="18136" y="243"/>
                  </a:lnTo>
                  <a:lnTo>
                    <a:pt x="16935" y="320"/>
                  </a:lnTo>
                  <a:lnTo>
                    <a:pt x="15760" y="422"/>
                  </a:lnTo>
                  <a:lnTo>
                    <a:pt x="14624" y="524"/>
                  </a:lnTo>
                  <a:lnTo>
                    <a:pt x="13513" y="652"/>
                  </a:lnTo>
                  <a:lnTo>
                    <a:pt x="12427" y="780"/>
                  </a:lnTo>
                  <a:lnTo>
                    <a:pt x="11380" y="920"/>
                  </a:lnTo>
                  <a:lnTo>
                    <a:pt x="10371" y="1073"/>
                  </a:lnTo>
                  <a:lnTo>
                    <a:pt x="9400" y="1227"/>
                  </a:lnTo>
                  <a:lnTo>
                    <a:pt x="8455" y="1393"/>
                  </a:lnTo>
                  <a:lnTo>
                    <a:pt x="7561" y="1572"/>
                  </a:lnTo>
                  <a:lnTo>
                    <a:pt x="6706" y="1763"/>
                  </a:lnTo>
                  <a:lnTo>
                    <a:pt x="5901" y="1955"/>
                  </a:lnTo>
                  <a:lnTo>
                    <a:pt x="5135" y="2159"/>
                  </a:lnTo>
                  <a:lnTo>
                    <a:pt x="4407" y="2376"/>
                  </a:lnTo>
                  <a:lnTo>
                    <a:pt x="3743" y="2593"/>
                  </a:lnTo>
                  <a:lnTo>
                    <a:pt x="3117" y="2823"/>
                  </a:lnTo>
                  <a:lnTo>
                    <a:pt x="2542" y="3053"/>
                  </a:lnTo>
                  <a:lnTo>
                    <a:pt x="2031" y="3296"/>
                  </a:lnTo>
                  <a:lnTo>
                    <a:pt x="1789" y="3411"/>
                  </a:lnTo>
                  <a:lnTo>
                    <a:pt x="1572" y="3538"/>
                  </a:lnTo>
                  <a:lnTo>
                    <a:pt x="1354" y="3653"/>
                  </a:lnTo>
                  <a:lnTo>
                    <a:pt x="1163" y="3781"/>
                  </a:lnTo>
                  <a:lnTo>
                    <a:pt x="984" y="3909"/>
                  </a:lnTo>
                  <a:lnTo>
                    <a:pt x="818" y="4036"/>
                  </a:lnTo>
                  <a:lnTo>
                    <a:pt x="665" y="4177"/>
                  </a:lnTo>
                  <a:lnTo>
                    <a:pt x="524" y="4305"/>
                  </a:lnTo>
                  <a:lnTo>
                    <a:pt x="409" y="4432"/>
                  </a:lnTo>
                  <a:lnTo>
                    <a:pt x="294" y="4573"/>
                  </a:lnTo>
                  <a:lnTo>
                    <a:pt x="205" y="4700"/>
                  </a:lnTo>
                  <a:lnTo>
                    <a:pt x="141" y="4841"/>
                  </a:lnTo>
                  <a:lnTo>
                    <a:pt x="77" y="4969"/>
                  </a:lnTo>
                  <a:lnTo>
                    <a:pt x="39" y="5109"/>
                  </a:lnTo>
                  <a:lnTo>
                    <a:pt x="14" y="5250"/>
                  </a:lnTo>
                  <a:lnTo>
                    <a:pt x="1" y="5390"/>
                  </a:lnTo>
                  <a:lnTo>
                    <a:pt x="14" y="5531"/>
                  </a:lnTo>
                  <a:lnTo>
                    <a:pt x="39" y="5671"/>
                  </a:lnTo>
                  <a:lnTo>
                    <a:pt x="77" y="5799"/>
                  </a:lnTo>
                  <a:lnTo>
                    <a:pt x="141" y="5939"/>
                  </a:lnTo>
                  <a:lnTo>
                    <a:pt x="205" y="6080"/>
                  </a:lnTo>
                  <a:lnTo>
                    <a:pt x="294" y="6207"/>
                  </a:lnTo>
                  <a:lnTo>
                    <a:pt x="409" y="6348"/>
                  </a:lnTo>
                  <a:lnTo>
                    <a:pt x="524" y="6476"/>
                  </a:lnTo>
                  <a:lnTo>
                    <a:pt x="665" y="6603"/>
                  </a:lnTo>
                  <a:lnTo>
                    <a:pt x="818" y="6731"/>
                  </a:lnTo>
                  <a:lnTo>
                    <a:pt x="984" y="6859"/>
                  </a:lnTo>
                  <a:lnTo>
                    <a:pt x="1163" y="6987"/>
                  </a:lnTo>
                  <a:lnTo>
                    <a:pt x="1354" y="7114"/>
                  </a:lnTo>
                  <a:lnTo>
                    <a:pt x="1572" y="7242"/>
                  </a:lnTo>
                  <a:lnTo>
                    <a:pt x="1789" y="7370"/>
                  </a:lnTo>
                  <a:lnTo>
                    <a:pt x="2031" y="7485"/>
                  </a:lnTo>
                  <a:lnTo>
                    <a:pt x="2542" y="7727"/>
                  </a:lnTo>
                  <a:lnTo>
                    <a:pt x="3117" y="7957"/>
                  </a:lnTo>
                  <a:lnTo>
                    <a:pt x="3743" y="8187"/>
                  </a:lnTo>
                  <a:lnTo>
                    <a:pt x="4407" y="8404"/>
                  </a:lnTo>
                  <a:lnTo>
                    <a:pt x="5135" y="8621"/>
                  </a:lnTo>
                  <a:lnTo>
                    <a:pt x="5901" y="8813"/>
                  </a:lnTo>
                  <a:lnTo>
                    <a:pt x="6706" y="9017"/>
                  </a:lnTo>
                  <a:lnTo>
                    <a:pt x="7561" y="9196"/>
                  </a:lnTo>
                  <a:lnTo>
                    <a:pt x="8455" y="9375"/>
                  </a:lnTo>
                  <a:lnTo>
                    <a:pt x="9400" y="9554"/>
                  </a:lnTo>
                  <a:lnTo>
                    <a:pt x="10371" y="9707"/>
                  </a:lnTo>
                  <a:lnTo>
                    <a:pt x="11380" y="9860"/>
                  </a:lnTo>
                  <a:lnTo>
                    <a:pt x="12427" y="10001"/>
                  </a:lnTo>
                  <a:lnTo>
                    <a:pt x="13513" y="10128"/>
                  </a:lnTo>
                  <a:lnTo>
                    <a:pt x="14624" y="10243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37"/>
                  </a:lnTo>
                  <a:lnTo>
                    <a:pt x="19362" y="10614"/>
                  </a:lnTo>
                  <a:lnTo>
                    <a:pt x="20613" y="10677"/>
                  </a:lnTo>
                  <a:lnTo>
                    <a:pt x="21878" y="10716"/>
                  </a:lnTo>
                  <a:lnTo>
                    <a:pt x="23168" y="10754"/>
                  </a:lnTo>
                  <a:lnTo>
                    <a:pt x="24483" y="10780"/>
                  </a:lnTo>
                  <a:lnTo>
                    <a:pt x="27139" y="10780"/>
                  </a:lnTo>
                  <a:lnTo>
                    <a:pt x="28455" y="10754"/>
                  </a:lnTo>
                  <a:lnTo>
                    <a:pt x="29745" y="10716"/>
                  </a:lnTo>
                  <a:lnTo>
                    <a:pt x="31009" y="10677"/>
                  </a:lnTo>
                  <a:lnTo>
                    <a:pt x="32261" y="10614"/>
                  </a:lnTo>
                  <a:lnTo>
                    <a:pt x="33487" y="10537"/>
                  </a:lnTo>
                  <a:lnTo>
                    <a:pt x="34687" y="10460"/>
                  </a:lnTo>
                  <a:lnTo>
                    <a:pt x="35849" y="10358"/>
                  </a:lnTo>
                  <a:lnTo>
                    <a:pt x="36999" y="10243"/>
                  </a:lnTo>
                  <a:lnTo>
                    <a:pt x="38110" y="10128"/>
                  </a:lnTo>
                  <a:lnTo>
                    <a:pt x="39195" y="10001"/>
                  </a:lnTo>
                  <a:lnTo>
                    <a:pt x="40243" y="9860"/>
                  </a:lnTo>
                  <a:lnTo>
                    <a:pt x="41252" y="9707"/>
                  </a:lnTo>
                  <a:lnTo>
                    <a:pt x="42222" y="9554"/>
                  </a:lnTo>
                  <a:lnTo>
                    <a:pt x="43167" y="9375"/>
                  </a:lnTo>
                  <a:lnTo>
                    <a:pt x="44061" y="9196"/>
                  </a:lnTo>
                  <a:lnTo>
                    <a:pt x="44917" y="9017"/>
                  </a:lnTo>
                  <a:lnTo>
                    <a:pt x="45722" y="8813"/>
                  </a:lnTo>
                  <a:lnTo>
                    <a:pt x="46488" y="8621"/>
                  </a:lnTo>
                  <a:lnTo>
                    <a:pt x="47216" y="8404"/>
                  </a:lnTo>
                  <a:lnTo>
                    <a:pt x="47880" y="8187"/>
                  </a:lnTo>
                  <a:lnTo>
                    <a:pt x="48506" y="7957"/>
                  </a:lnTo>
                  <a:lnTo>
                    <a:pt x="49068" y="7727"/>
                  </a:lnTo>
                  <a:lnTo>
                    <a:pt x="49591" y="7485"/>
                  </a:lnTo>
                  <a:lnTo>
                    <a:pt x="49834" y="7370"/>
                  </a:lnTo>
                  <a:lnTo>
                    <a:pt x="50051" y="7242"/>
                  </a:lnTo>
                  <a:lnTo>
                    <a:pt x="50268" y="7114"/>
                  </a:lnTo>
                  <a:lnTo>
                    <a:pt x="50460" y="6987"/>
                  </a:lnTo>
                  <a:lnTo>
                    <a:pt x="50638" y="6859"/>
                  </a:lnTo>
                  <a:lnTo>
                    <a:pt x="50804" y="6731"/>
                  </a:lnTo>
                  <a:lnTo>
                    <a:pt x="50958" y="6603"/>
                  </a:lnTo>
                  <a:lnTo>
                    <a:pt x="51098" y="6476"/>
                  </a:lnTo>
                  <a:lnTo>
                    <a:pt x="51213" y="6348"/>
                  </a:lnTo>
                  <a:lnTo>
                    <a:pt x="51315" y="6207"/>
                  </a:lnTo>
                  <a:lnTo>
                    <a:pt x="51405" y="6080"/>
                  </a:lnTo>
                  <a:lnTo>
                    <a:pt x="51481" y="5939"/>
                  </a:lnTo>
                  <a:lnTo>
                    <a:pt x="51545" y="5799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22" y="5390"/>
                  </a:lnTo>
                  <a:lnTo>
                    <a:pt x="51609" y="5250"/>
                  </a:lnTo>
                  <a:lnTo>
                    <a:pt x="51583" y="5109"/>
                  </a:lnTo>
                  <a:lnTo>
                    <a:pt x="51545" y="4969"/>
                  </a:lnTo>
                  <a:lnTo>
                    <a:pt x="51481" y="4841"/>
                  </a:lnTo>
                  <a:lnTo>
                    <a:pt x="51405" y="4700"/>
                  </a:lnTo>
                  <a:lnTo>
                    <a:pt x="51315" y="4573"/>
                  </a:lnTo>
                  <a:lnTo>
                    <a:pt x="51213" y="4432"/>
                  </a:lnTo>
                  <a:lnTo>
                    <a:pt x="51098" y="4305"/>
                  </a:lnTo>
                  <a:lnTo>
                    <a:pt x="50958" y="4177"/>
                  </a:lnTo>
                  <a:lnTo>
                    <a:pt x="50804" y="4036"/>
                  </a:lnTo>
                  <a:lnTo>
                    <a:pt x="50638" y="3909"/>
                  </a:lnTo>
                  <a:lnTo>
                    <a:pt x="50460" y="3781"/>
                  </a:lnTo>
                  <a:lnTo>
                    <a:pt x="50268" y="3653"/>
                  </a:lnTo>
                  <a:lnTo>
                    <a:pt x="50051" y="3538"/>
                  </a:lnTo>
                  <a:lnTo>
                    <a:pt x="49834" y="3411"/>
                  </a:lnTo>
                  <a:lnTo>
                    <a:pt x="49591" y="3296"/>
                  </a:lnTo>
                  <a:lnTo>
                    <a:pt x="49068" y="3053"/>
                  </a:lnTo>
                  <a:lnTo>
                    <a:pt x="48506" y="2823"/>
                  </a:lnTo>
                  <a:lnTo>
                    <a:pt x="47880" y="2593"/>
                  </a:lnTo>
                  <a:lnTo>
                    <a:pt x="47216" y="2376"/>
                  </a:lnTo>
                  <a:lnTo>
                    <a:pt x="46488" y="2159"/>
                  </a:lnTo>
                  <a:lnTo>
                    <a:pt x="45722" y="1955"/>
                  </a:lnTo>
                  <a:lnTo>
                    <a:pt x="44917" y="1763"/>
                  </a:lnTo>
                  <a:lnTo>
                    <a:pt x="44061" y="1572"/>
                  </a:lnTo>
                  <a:lnTo>
                    <a:pt x="43167" y="1393"/>
                  </a:lnTo>
                  <a:lnTo>
                    <a:pt x="42222" y="1227"/>
                  </a:lnTo>
                  <a:lnTo>
                    <a:pt x="41252" y="1073"/>
                  </a:lnTo>
                  <a:lnTo>
                    <a:pt x="40243" y="920"/>
                  </a:lnTo>
                  <a:lnTo>
                    <a:pt x="39195" y="780"/>
                  </a:lnTo>
                  <a:lnTo>
                    <a:pt x="38110" y="652"/>
                  </a:lnTo>
                  <a:lnTo>
                    <a:pt x="36999" y="524"/>
                  </a:lnTo>
                  <a:lnTo>
                    <a:pt x="35849" y="422"/>
                  </a:lnTo>
                  <a:lnTo>
                    <a:pt x="34687" y="320"/>
                  </a:lnTo>
                  <a:lnTo>
                    <a:pt x="33487" y="243"/>
                  </a:lnTo>
                  <a:lnTo>
                    <a:pt x="32261" y="167"/>
                  </a:lnTo>
                  <a:lnTo>
                    <a:pt x="31009" y="103"/>
                  </a:lnTo>
                  <a:lnTo>
                    <a:pt x="29745" y="65"/>
                  </a:lnTo>
                  <a:lnTo>
                    <a:pt x="28455" y="26"/>
                  </a:lnTo>
                  <a:lnTo>
                    <a:pt x="27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1531253" y="3897749"/>
              <a:ext cx="627747" cy="112326"/>
            </a:xfrm>
            <a:custGeom>
              <a:avLst/>
              <a:gdLst/>
              <a:ahLst/>
              <a:cxnLst/>
              <a:rect l="l" t="t" r="r" b="b"/>
              <a:pathLst>
                <a:path w="42401" h="7587" extrusionOk="0">
                  <a:moveTo>
                    <a:pt x="20115" y="0"/>
                  </a:moveTo>
                  <a:lnTo>
                    <a:pt x="19029" y="26"/>
                  </a:lnTo>
                  <a:lnTo>
                    <a:pt x="17969" y="52"/>
                  </a:lnTo>
                  <a:lnTo>
                    <a:pt x="16922" y="77"/>
                  </a:lnTo>
                  <a:lnTo>
                    <a:pt x="15900" y="115"/>
                  </a:lnTo>
                  <a:lnTo>
                    <a:pt x="14891" y="167"/>
                  </a:lnTo>
                  <a:lnTo>
                    <a:pt x="13908" y="230"/>
                  </a:lnTo>
                  <a:lnTo>
                    <a:pt x="12950" y="294"/>
                  </a:lnTo>
                  <a:lnTo>
                    <a:pt x="12005" y="371"/>
                  </a:lnTo>
                  <a:lnTo>
                    <a:pt x="11098" y="460"/>
                  </a:lnTo>
                  <a:lnTo>
                    <a:pt x="10204" y="550"/>
                  </a:lnTo>
                  <a:lnTo>
                    <a:pt x="9349" y="652"/>
                  </a:lnTo>
                  <a:lnTo>
                    <a:pt x="8518" y="754"/>
                  </a:lnTo>
                  <a:lnTo>
                    <a:pt x="7714" y="869"/>
                  </a:lnTo>
                  <a:lnTo>
                    <a:pt x="6948" y="984"/>
                  </a:lnTo>
                  <a:lnTo>
                    <a:pt x="6207" y="1112"/>
                  </a:lnTo>
                  <a:lnTo>
                    <a:pt x="5504" y="1239"/>
                  </a:lnTo>
                  <a:lnTo>
                    <a:pt x="4840" y="1380"/>
                  </a:lnTo>
                  <a:lnTo>
                    <a:pt x="4215" y="1520"/>
                  </a:lnTo>
                  <a:lnTo>
                    <a:pt x="3627" y="1674"/>
                  </a:lnTo>
                  <a:lnTo>
                    <a:pt x="3078" y="1827"/>
                  </a:lnTo>
                  <a:lnTo>
                    <a:pt x="2567" y="1980"/>
                  </a:lnTo>
                  <a:lnTo>
                    <a:pt x="2095" y="2146"/>
                  </a:lnTo>
                  <a:lnTo>
                    <a:pt x="1673" y="2312"/>
                  </a:lnTo>
                  <a:lnTo>
                    <a:pt x="1290" y="2491"/>
                  </a:lnTo>
                  <a:lnTo>
                    <a:pt x="958" y="2670"/>
                  </a:lnTo>
                  <a:lnTo>
                    <a:pt x="677" y="2848"/>
                  </a:lnTo>
                  <a:lnTo>
                    <a:pt x="549" y="2938"/>
                  </a:lnTo>
                  <a:lnTo>
                    <a:pt x="434" y="3027"/>
                  </a:lnTo>
                  <a:lnTo>
                    <a:pt x="332" y="3117"/>
                  </a:lnTo>
                  <a:lnTo>
                    <a:pt x="243" y="3219"/>
                  </a:lnTo>
                  <a:lnTo>
                    <a:pt x="179" y="3308"/>
                  </a:lnTo>
                  <a:lnTo>
                    <a:pt x="115" y="3410"/>
                  </a:lnTo>
                  <a:lnTo>
                    <a:pt x="64" y="3500"/>
                  </a:lnTo>
                  <a:lnTo>
                    <a:pt x="26" y="3602"/>
                  </a:lnTo>
                  <a:lnTo>
                    <a:pt x="13" y="3691"/>
                  </a:lnTo>
                  <a:lnTo>
                    <a:pt x="0" y="3794"/>
                  </a:lnTo>
                  <a:lnTo>
                    <a:pt x="13" y="3896"/>
                  </a:lnTo>
                  <a:lnTo>
                    <a:pt x="26" y="3985"/>
                  </a:lnTo>
                  <a:lnTo>
                    <a:pt x="64" y="4087"/>
                  </a:lnTo>
                  <a:lnTo>
                    <a:pt x="115" y="4177"/>
                  </a:lnTo>
                  <a:lnTo>
                    <a:pt x="179" y="4279"/>
                  </a:lnTo>
                  <a:lnTo>
                    <a:pt x="243" y="4368"/>
                  </a:lnTo>
                  <a:lnTo>
                    <a:pt x="332" y="4458"/>
                  </a:lnTo>
                  <a:lnTo>
                    <a:pt x="434" y="4560"/>
                  </a:lnTo>
                  <a:lnTo>
                    <a:pt x="549" y="4649"/>
                  </a:lnTo>
                  <a:lnTo>
                    <a:pt x="677" y="4739"/>
                  </a:lnTo>
                  <a:lnTo>
                    <a:pt x="958" y="4917"/>
                  </a:lnTo>
                  <a:lnTo>
                    <a:pt x="1290" y="5096"/>
                  </a:lnTo>
                  <a:lnTo>
                    <a:pt x="1673" y="5262"/>
                  </a:lnTo>
                  <a:lnTo>
                    <a:pt x="2095" y="5441"/>
                  </a:lnTo>
                  <a:lnTo>
                    <a:pt x="2567" y="5594"/>
                  </a:lnTo>
                  <a:lnTo>
                    <a:pt x="3078" y="5760"/>
                  </a:lnTo>
                  <a:lnTo>
                    <a:pt x="3627" y="5914"/>
                  </a:lnTo>
                  <a:lnTo>
                    <a:pt x="4215" y="6054"/>
                  </a:lnTo>
                  <a:lnTo>
                    <a:pt x="4840" y="6207"/>
                  </a:lnTo>
                  <a:lnTo>
                    <a:pt x="5504" y="6335"/>
                  </a:lnTo>
                  <a:lnTo>
                    <a:pt x="6207" y="6476"/>
                  </a:lnTo>
                  <a:lnTo>
                    <a:pt x="6948" y="6603"/>
                  </a:lnTo>
                  <a:lnTo>
                    <a:pt x="7714" y="6718"/>
                  </a:lnTo>
                  <a:lnTo>
                    <a:pt x="8518" y="6833"/>
                  </a:lnTo>
                  <a:lnTo>
                    <a:pt x="9349" y="6935"/>
                  </a:lnTo>
                  <a:lnTo>
                    <a:pt x="10204" y="7037"/>
                  </a:lnTo>
                  <a:lnTo>
                    <a:pt x="11098" y="7127"/>
                  </a:lnTo>
                  <a:lnTo>
                    <a:pt x="12005" y="7203"/>
                  </a:lnTo>
                  <a:lnTo>
                    <a:pt x="12950" y="7280"/>
                  </a:lnTo>
                  <a:lnTo>
                    <a:pt x="13908" y="7357"/>
                  </a:lnTo>
                  <a:lnTo>
                    <a:pt x="14891" y="7408"/>
                  </a:lnTo>
                  <a:lnTo>
                    <a:pt x="15900" y="7459"/>
                  </a:lnTo>
                  <a:lnTo>
                    <a:pt x="16922" y="7510"/>
                  </a:lnTo>
                  <a:lnTo>
                    <a:pt x="17969" y="7536"/>
                  </a:lnTo>
                  <a:lnTo>
                    <a:pt x="19029" y="7561"/>
                  </a:lnTo>
                  <a:lnTo>
                    <a:pt x="20115" y="7574"/>
                  </a:lnTo>
                  <a:lnTo>
                    <a:pt x="21200" y="7587"/>
                  </a:lnTo>
                  <a:lnTo>
                    <a:pt x="22286" y="7574"/>
                  </a:lnTo>
                  <a:lnTo>
                    <a:pt x="23371" y="7561"/>
                  </a:lnTo>
                  <a:lnTo>
                    <a:pt x="24431" y="7536"/>
                  </a:lnTo>
                  <a:lnTo>
                    <a:pt x="25466" y="7510"/>
                  </a:lnTo>
                  <a:lnTo>
                    <a:pt x="26500" y="7459"/>
                  </a:lnTo>
                  <a:lnTo>
                    <a:pt x="27496" y="7408"/>
                  </a:lnTo>
                  <a:lnTo>
                    <a:pt x="28493" y="7357"/>
                  </a:lnTo>
                  <a:lnTo>
                    <a:pt x="29450" y="7280"/>
                  </a:lnTo>
                  <a:lnTo>
                    <a:pt x="30383" y="7203"/>
                  </a:lnTo>
                  <a:lnTo>
                    <a:pt x="31302" y="7127"/>
                  </a:lnTo>
                  <a:lnTo>
                    <a:pt x="32183" y="7037"/>
                  </a:lnTo>
                  <a:lnTo>
                    <a:pt x="33052" y="6935"/>
                  </a:lnTo>
                  <a:lnTo>
                    <a:pt x="33882" y="6833"/>
                  </a:lnTo>
                  <a:lnTo>
                    <a:pt x="34687" y="6718"/>
                  </a:lnTo>
                  <a:lnTo>
                    <a:pt x="35453" y="6603"/>
                  </a:lnTo>
                  <a:lnTo>
                    <a:pt x="36181" y="6476"/>
                  </a:lnTo>
                  <a:lnTo>
                    <a:pt x="36883" y="6335"/>
                  </a:lnTo>
                  <a:lnTo>
                    <a:pt x="37560" y="6207"/>
                  </a:lnTo>
                  <a:lnTo>
                    <a:pt x="38186" y="6054"/>
                  </a:lnTo>
                  <a:lnTo>
                    <a:pt x="38773" y="5914"/>
                  </a:lnTo>
                  <a:lnTo>
                    <a:pt x="39323" y="5760"/>
                  </a:lnTo>
                  <a:lnTo>
                    <a:pt x="39833" y="5594"/>
                  </a:lnTo>
                  <a:lnTo>
                    <a:pt x="40306" y="5441"/>
                  </a:lnTo>
                  <a:lnTo>
                    <a:pt x="40727" y="5262"/>
                  </a:lnTo>
                  <a:lnTo>
                    <a:pt x="41111" y="5096"/>
                  </a:lnTo>
                  <a:lnTo>
                    <a:pt x="41443" y="4917"/>
                  </a:lnTo>
                  <a:lnTo>
                    <a:pt x="41724" y="4739"/>
                  </a:lnTo>
                  <a:lnTo>
                    <a:pt x="41851" y="4649"/>
                  </a:lnTo>
                  <a:lnTo>
                    <a:pt x="41966" y="4560"/>
                  </a:lnTo>
                  <a:lnTo>
                    <a:pt x="42068" y="4458"/>
                  </a:lnTo>
                  <a:lnTo>
                    <a:pt x="42145" y="4368"/>
                  </a:lnTo>
                  <a:lnTo>
                    <a:pt x="42222" y="4279"/>
                  </a:lnTo>
                  <a:lnTo>
                    <a:pt x="42285" y="4177"/>
                  </a:lnTo>
                  <a:lnTo>
                    <a:pt x="42337" y="4087"/>
                  </a:lnTo>
                  <a:lnTo>
                    <a:pt x="42362" y="3985"/>
                  </a:lnTo>
                  <a:lnTo>
                    <a:pt x="42388" y="3896"/>
                  </a:lnTo>
                  <a:lnTo>
                    <a:pt x="42400" y="3794"/>
                  </a:lnTo>
                  <a:lnTo>
                    <a:pt x="42388" y="3691"/>
                  </a:lnTo>
                  <a:lnTo>
                    <a:pt x="42362" y="3602"/>
                  </a:lnTo>
                  <a:lnTo>
                    <a:pt x="42337" y="3500"/>
                  </a:lnTo>
                  <a:lnTo>
                    <a:pt x="42285" y="3410"/>
                  </a:lnTo>
                  <a:lnTo>
                    <a:pt x="42222" y="3308"/>
                  </a:lnTo>
                  <a:lnTo>
                    <a:pt x="42145" y="3219"/>
                  </a:lnTo>
                  <a:lnTo>
                    <a:pt x="42068" y="3117"/>
                  </a:lnTo>
                  <a:lnTo>
                    <a:pt x="41966" y="3027"/>
                  </a:lnTo>
                  <a:lnTo>
                    <a:pt x="41851" y="2938"/>
                  </a:lnTo>
                  <a:lnTo>
                    <a:pt x="41724" y="2848"/>
                  </a:lnTo>
                  <a:lnTo>
                    <a:pt x="41443" y="2670"/>
                  </a:lnTo>
                  <a:lnTo>
                    <a:pt x="41111" y="2491"/>
                  </a:lnTo>
                  <a:lnTo>
                    <a:pt x="40727" y="2312"/>
                  </a:lnTo>
                  <a:lnTo>
                    <a:pt x="40306" y="2146"/>
                  </a:lnTo>
                  <a:lnTo>
                    <a:pt x="39833" y="1980"/>
                  </a:lnTo>
                  <a:lnTo>
                    <a:pt x="39323" y="1827"/>
                  </a:lnTo>
                  <a:lnTo>
                    <a:pt x="38773" y="1674"/>
                  </a:lnTo>
                  <a:lnTo>
                    <a:pt x="38186" y="1520"/>
                  </a:lnTo>
                  <a:lnTo>
                    <a:pt x="37560" y="1380"/>
                  </a:lnTo>
                  <a:lnTo>
                    <a:pt x="36883" y="1239"/>
                  </a:lnTo>
                  <a:lnTo>
                    <a:pt x="36181" y="1112"/>
                  </a:lnTo>
                  <a:lnTo>
                    <a:pt x="35453" y="984"/>
                  </a:lnTo>
                  <a:lnTo>
                    <a:pt x="34687" y="869"/>
                  </a:lnTo>
                  <a:lnTo>
                    <a:pt x="33882" y="754"/>
                  </a:lnTo>
                  <a:lnTo>
                    <a:pt x="33052" y="652"/>
                  </a:lnTo>
                  <a:lnTo>
                    <a:pt x="32183" y="550"/>
                  </a:lnTo>
                  <a:lnTo>
                    <a:pt x="31302" y="460"/>
                  </a:lnTo>
                  <a:lnTo>
                    <a:pt x="30383" y="371"/>
                  </a:lnTo>
                  <a:lnTo>
                    <a:pt x="29450" y="294"/>
                  </a:lnTo>
                  <a:lnTo>
                    <a:pt x="28493" y="230"/>
                  </a:lnTo>
                  <a:lnTo>
                    <a:pt x="27496" y="167"/>
                  </a:lnTo>
                  <a:lnTo>
                    <a:pt x="26500" y="115"/>
                  </a:lnTo>
                  <a:lnTo>
                    <a:pt x="25466" y="77"/>
                  </a:lnTo>
                  <a:lnTo>
                    <a:pt x="24431" y="52"/>
                  </a:lnTo>
                  <a:lnTo>
                    <a:pt x="23371" y="26"/>
                  </a:lnTo>
                  <a:lnTo>
                    <a:pt x="22286" y="0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1540506" y="3897749"/>
              <a:ext cx="609226" cy="83397"/>
            </a:xfrm>
            <a:custGeom>
              <a:avLst/>
              <a:gdLst/>
              <a:ahLst/>
              <a:cxnLst/>
              <a:rect l="l" t="t" r="r" b="b"/>
              <a:pathLst>
                <a:path w="41150" h="5633" extrusionOk="0">
                  <a:moveTo>
                    <a:pt x="19949" y="0"/>
                  </a:moveTo>
                  <a:lnTo>
                    <a:pt x="18251" y="13"/>
                  </a:lnTo>
                  <a:lnTo>
                    <a:pt x="16578" y="52"/>
                  </a:lnTo>
                  <a:lnTo>
                    <a:pt x="14956" y="103"/>
                  </a:lnTo>
                  <a:lnTo>
                    <a:pt x="13372" y="192"/>
                  </a:lnTo>
                  <a:lnTo>
                    <a:pt x="11840" y="294"/>
                  </a:lnTo>
                  <a:lnTo>
                    <a:pt x="10371" y="409"/>
                  </a:lnTo>
                  <a:lnTo>
                    <a:pt x="8966" y="550"/>
                  </a:lnTo>
                  <a:lnTo>
                    <a:pt x="7625" y="703"/>
                  </a:lnTo>
                  <a:lnTo>
                    <a:pt x="6361" y="882"/>
                  </a:lnTo>
                  <a:lnTo>
                    <a:pt x="5186" y="1073"/>
                  </a:lnTo>
                  <a:lnTo>
                    <a:pt x="4075" y="1278"/>
                  </a:lnTo>
                  <a:lnTo>
                    <a:pt x="3564" y="1393"/>
                  </a:lnTo>
                  <a:lnTo>
                    <a:pt x="3066" y="1508"/>
                  </a:lnTo>
                  <a:lnTo>
                    <a:pt x="2593" y="1622"/>
                  </a:lnTo>
                  <a:lnTo>
                    <a:pt x="2146" y="1737"/>
                  </a:lnTo>
                  <a:lnTo>
                    <a:pt x="1725" y="1852"/>
                  </a:lnTo>
                  <a:lnTo>
                    <a:pt x="1329" y="1980"/>
                  </a:lnTo>
                  <a:lnTo>
                    <a:pt x="959" y="2108"/>
                  </a:lnTo>
                  <a:lnTo>
                    <a:pt x="614" y="2248"/>
                  </a:lnTo>
                  <a:lnTo>
                    <a:pt x="295" y="2376"/>
                  </a:lnTo>
                  <a:lnTo>
                    <a:pt x="1" y="2516"/>
                  </a:lnTo>
                  <a:lnTo>
                    <a:pt x="1" y="2516"/>
                  </a:lnTo>
                  <a:lnTo>
                    <a:pt x="716" y="2299"/>
                  </a:lnTo>
                  <a:lnTo>
                    <a:pt x="1508" y="2095"/>
                  </a:lnTo>
                  <a:lnTo>
                    <a:pt x="2376" y="1903"/>
                  </a:lnTo>
                  <a:lnTo>
                    <a:pt x="3296" y="1712"/>
                  </a:lnTo>
                  <a:lnTo>
                    <a:pt x="4292" y="1546"/>
                  </a:lnTo>
                  <a:lnTo>
                    <a:pt x="5352" y="1380"/>
                  </a:lnTo>
                  <a:lnTo>
                    <a:pt x="6463" y="1239"/>
                  </a:lnTo>
                  <a:lnTo>
                    <a:pt x="7638" y="1099"/>
                  </a:lnTo>
                  <a:lnTo>
                    <a:pt x="8851" y="984"/>
                  </a:lnTo>
                  <a:lnTo>
                    <a:pt x="10116" y="869"/>
                  </a:lnTo>
                  <a:lnTo>
                    <a:pt x="11431" y="780"/>
                  </a:lnTo>
                  <a:lnTo>
                    <a:pt x="12785" y="703"/>
                  </a:lnTo>
                  <a:lnTo>
                    <a:pt x="14177" y="639"/>
                  </a:lnTo>
                  <a:lnTo>
                    <a:pt x="15595" y="601"/>
                  </a:lnTo>
                  <a:lnTo>
                    <a:pt x="17050" y="575"/>
                  </a:lnTo>
                  <a:lnTo>
                    <a:pt x="18532" y="562"/>
                  </a:lnTo>
                  <a:lnTo>
                    <a:pt x="19617" y="562"/>
                  </a:lnTo>
                  <a:lnTo>
                    <a:pt x="20703" y="575"/>
                  </a:lnTo>
                  <a:lnTo>
                    <a:pt x="21763" y="601"/>
                  </a:lnTo>
                  <a:lnTo>
                    <a:pt x="22797" y="639"/>
                  </a:lnTo>
                  <a:lnTo>
                    <a:pt x="23832" y="677"/>
                  </a:lnTo>
                  <a:lnTo>
                    <a:pt x="24841" y="728"/>
                  </a:lnTo>
                  <a:lnTo>
                    <a:pt x="25824" y="792"/>
                  </a:lnTo>
                  <a:lnTo>
                    <a:pt x="26782" y="856"/>
                  </a:lnTo>
                  <a:lnTo>
                    <a:pt x="27714" y="933"/>
                  </a:lnTo>
                  <a:lnTo>
                    <a:pt x="28634" y="1022"/>
                  </a:lnTo>
                  <a:lnTo>
                    <a:pt x="29528" y="1112"/>
                  </a:lnTo>
                  <a:lnTo>
                    <a:pt x="30384" y="1214"/>
                  </a:lnTo>
                  <a:lnTo>
                    <a:pt x="31214" y="1316"/>
                  </a:lnTo>
                  <a:lnTo>
                    <a:pt x="32018" y="1431"/>
                  </a:lnTo>
                  <a:lnTo>
                    <a:pt x="32784" y="1546"/>
                  </a:lnTo>
                  <a:lnTo>
                    <a:pt x="33525" y="1674"/>
                  </a:lnTo>
                  <a:lnTo>
                    <a:pt x="34215" y="1801"/>
                  </a:lnTo>
                  <a:lnTo>
                    <a:pt x="34892" y="1942"/>
                  </a:lnTo>
                  <a:lnTo>
                    <a:pt x="35518" y="2082"/>
                  </a:lnTo>
                  <a:lnTo>
                    <a:pt x="36105" y="2235"/>
                  </a:lnTo>
                  <a:lnTo>
                    <a:pt x="36654" y="2389"/>
                  </a:lnTo>
                  <a:lnTo>
                    <a:pt x="37165" y="2542"/>
                  </a:lnTo>
                  <a:lnTo>
                    <a:pt x="37638" y="2708"/>
                  </a:lnTo>
                  <a:lnTo>
                    <a:pt x="38059" y="2874"/>
                  </a:lnTo>
                  <a:lnTo>
                    <a:pt x="38442" y="3053"/>
                  </a:lnTo>
                  <a:lnTo>
                    <a:pt x="38774" y="3219"/>
                  </a:lnTo>
                  <a:lnTo>
                    <a:pt x="39055" y="3398"/>
                  </a:lnTo>
                  <a:lnTo>
                    <a:pt x="39183" y="3500"/>
                  </a:lnTo>
                  <a:lnTo>
                    <a:pt x="39298" y="3589"/>
                  </a:lnTo>
                  <a:lnTo>
                    <a:pt x="39400" y="3679"/>
                  </a:lnTo>
                  <a:lnTo>
                    <a:pt x="39477" y="3768"/>
                  </a:lnTo>
                  <a:lnTo>
                    <a:pt x="39553" y="3870"/>
                  </a:lnTo>
                  <a:lnTo>
                    <a:pt x="39617" y="3960"/>
                  </a:lnTo>
                  <a:lnTo>
                    <a:pt x="39668" y="4062"/>
                  </a:lnTo>
                  <a:lnTo>
                    <a:pt x="39694" y="4151"/>
                  </a:lnTo>
                  <a:lnTo>
                    <a:pt x="39719" y="4253"/>
                  </a:lnTo>
                  <a:lnTo>
                    <a:pt x="39732" y="4355"/>
                  </a:lnTo>
                  <a:lnTo>
                    <a:pt x="39719" y="4432"/>
                  </a:lnTo>
                  <a:lnTo>
                    <a:pt x="39706" y="4522"/>
                  </a:lnTo>
                  <a:lnTo>
                    <a:pt x="39681" y="4598"/>
                  </a:lnTo>
                  <a:lnTo>
                    <a:pt x="39643" y="4688"/>
                  </a:lnTo>
                  <a:lnTo>
                    <a:pt x="39604" y="4764"/>
                  </a:lnTo>
                  <a:lnTo>
                    <a:pt x="39540" y="4854"/>
                  </a:lnTo>
                  <a:lnTo>
                    <a:pt x="39400" y="5007"/>
                  </a:lnTo>
                  <a:lnTo>
                    <a:pt x="39234" y="5173"/>
                  </a:lnTo>
                  <a:lnTo>
                    <a:pt x="39017" y="5326"/>
                  </a:lnTo>
                  <a:lnTo>
                    <a:pt x="38761" y="5479"/>
                  </a:lnTo>
                  <a:lnTo>
                    <a:pt x="38480" y="5633"/>
                  </a:lnTo>
                  <a:lnTo>
                    <a:pt x="39081" y="5428"/>
                  </a:lnTo>
                  <a:lnTo>
                    <a:pt x="39362" y="5313"/>
                  </a:lnTo>
                  <a:lnTo>
                    <a:pt x="39617" y="5211"/>
                  </a:lnTo>
                  <a:lnTo>
                    <a:pt x="39847" y="5096"/>
                  </a:lnTo>
                  <a:lnTo>
                    <a:pt x="40077" y="4981"/>
                  </a:lnTo>
                  <a:lnTo>
                    <a:pt x="40268" y="4866"/>
                  </a:lnTo>
                  <a:lnTo>
                    <a:pt x="40447" y="4751"/>
                  </a:lnTo>
                  <a:lnTo>
                    <a:pt x="40613" y="4636"/>
                  </a:lnTo>
                  <a:lnTo>
                    <a:pt x="40754" y="4522"/>
                  </a:lnTo>
                  <a:lnTo>
                    <a:pt x="40869" y="4407"/>
                  </a:lnTo>
                  <a:lnTo>
                    <a:pt x="40971" y="4279"/>
                  </a:lnTo>
                  <a:lnTo>
                    <a:pt x="41047" y="4164"/>
                  </a:lnTo>
                  <a:lnTo>
                    <a:pt x="41099" y="4036"/>
                  </a:lnTo>
                  <a:lnTo>
                    <a:pt x="41137" y="3921"/>
                  </a:lnTo>
                  <a:lnTo>
                    <a:pt x="41150" y="3794"/>
                  </a:lnTo>
                  <a:lnTo>
                    <a:pt x="41137" y="3691"/>
                  </a:lnTo>
                  <a:lnTo>
                    <a:pt x="41124" y="3602"/>
                  </a:lnTo>
                  <a:lnTo>
                    <a:pt x="41086" y="3500"/>
                  </a:lnTo>
                  <a:lnTo>
                    <a:pt x="41035" y="3410"/>
                  </a:lnTo>
                  <a:lnTo>
                    <a:pt x="40984" y="3308"/>
                  </a:lnTo>
                  <a:lnTo>
                    <a:pt x="40907" y="3219"/>
                  </a:lnTo>
                  <a:lnTo>
                    <a:pt x="40818" y="3117"/>
                  </a:lnTo>
                  <a:lnTo>
                    <a:pt x="40715" y="3027"/>
                  </a:lnTo>
                  <a:lnTo>
                    <a:pt x="40600" y="2938"/>
                  </a:lnTo>
                  <a:lnTo>
                    <a:pt x="40486" y="2848"/>
                  </a:lnTo>
                  <a:lnTo>
                    <a:pt x="40192" y="2670"/>
                  </a:lnTo>
                  <a:lnTo>
                    <a:pt x="39860" y="2491"/>
                  </a:lnTo>
                  <a:lnTo>
                    <a:pt x="39477" y="2312"/>
                  </a:lnTo>
                  <a:lnTo>
                    <a:pt x="39055" y="2146"/>
                  </a:lnTo>
                  <a:lnTo>
                    <a:pt x="38595" y="1980"/>
                  </a:lnTo>
                  <a:lnTo>
                    <a:pt x="38085" y="1827"/>
                  </a:lnTo>
                  <a:lnTo>
                    <a:pt x="37523" y="1674"/>
                  </a:lnTo>
                  <a:lnTo>
                    <a:pt x="36935" y="1520"/>
                  </a:lnTo>
                  <a:lnTo>
                    <a:pt x="36309" y="1380"/>
                  </a:lnTo>
                  <a:lnTo>
                    <a:pt x="35645" y="1239"/>
                  </a:lnTo>
                  <a:lnTo>
                    <a:pt x="34943" y="1112"/>
                  </a:lnTo>
                  <a:lnTo>
                    <a:pt x="34202" y="984"/>
                  </a:lnTo>
                  <a:lnTo>
                    <a:pt x="33436" y="869"/>
                  </a:lnTo>
                  <a:lnTo>
                    <a:pt x="32631" y="754"/>
                  </a:lnTo>
                  <a:lnTo>
                    <a:pt x="31801" y="652"/>
                  </a:lnTo>
                  <a:lnTo>
                    <a:pt x="30945" y="550"/>
                  </a:lnTo>
                  <a:lnTo>
                    <a:pt x="30051" y="460"/>
                  </a:lnTo>
                  <a:lnTo>
                    <a:pt x="29145" y="371"/>
                  </a:lnTo>
                  <a:lnTo>
                    <a:pt x="28200" y="294"/>
                  </a:lnTo>
                  <a:lnTo>
                    <a:pt x="27242" y="230"/>
                  </a:lnTo>
                  <a:lnTo>
                    <a:pt x="26258" y="167"/>
                  </a:lnTo>
                  <a:lnTo>
                    <a:pt x="25250" y="115"/>
                  </a:lnTo>
                  <a:lnTo>
                    <a:pt x="24228" y="77"/>
                  </a:lnTo>
                  <a:lnTo>
                    <a:pt x="23181" y="52"/>
                  </a:lnTo>
                  <a:lnTo>
                    <a:pt x="22121" y="26"/>
                  </a:lnTo>
                  <a:lnTo>
                    <a:pt x="21048" y="0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1749449" y="3928750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0" y="1"/>
                  </a:moveTo>
                  <a:lnTo>
                    <a:pt x="0" y="384"/>
                  </a:lnTo>
                  <a:lnTo>
                    <a:pt x="3333" y="384"/>
                  </a:lnTo>
                  <a:lnTo>
                    <a:pt x="4240" y="410"/>
                  </a:lnTo>
                  <a:lnTo>
                    <a:pt x="5045" y="448"/>
                  </a:lnTo>
                  <a:lnTo>
                    <a:pt x="5734" y="512"/>
                  </a:lnTo>
                  <a:lnTo>
                    <a:pt x="6322" y="576"/>
                  </a:lnTo>
                  <a:lnTo>
                    <a:pt x="6564" y="627"/>
                  </a:lnTo>
                  <a:lnTo>
                    <a:pt x="6782" y="665"/>
                  </a:lnTo>
                  <a:lnTo>
                    <a:pt x="6973" y="716"/>
                  </a:lnTo>
                  <a:lnTo>
                    <a:pt x="7126" y="767"/>
                  </a:lnTo>
                  <a:lnTo>
                    <a:pt x="7267" y="831"/>
                  </a:lnTo>
                  <a:lnTo>
                    <a:pt x="7356" y="895"/>
                  </a:lnTo>
                  <a:lnTo>
                    <a:pt x="0" y="895"/>
                  </a:lnTo>
                  <a:lnTo>
                    <a:pt x="0" y="1176"/>
                  </a:lnTo>
                  <a:lnTo>
                    <a:pt x="7458" y="1176"/>
                  </a:lnTo>
                  <a:lnTo>
                    <a:pt x="7433" y="1214"/>
                  </a:lnTo>
                  <a:lnTo>
                    <a:pt x="7395" y="1253"/>
                  </a:lnTo>
                  <a:lnTo>
                    <a:pt x="7292" y="1329"/>
                  </a:lnTo>
                  <a:lnTo>
                    <a:pt x="7152" y="1393"/>
                  </a:lnTo>
                  <a:lnTo>
                    <a:pt x="6973" y="1457"/>
                  </a:lnTo>
                  <a:lnTo>
                    <a:pt x="6756" y="1521"/>
                  </a:lnTo>
                  <a:lnTo>
                    <a:pt x="6501" y="1572"/>
                  </a:lnTo>
                  <a:lnTo>
                    <a:pt x="6207" y="1623"/>
                  </a:lnTo>
                  <a:lnTo>
                    <a:pt x="5862" y="1661"/>
                  </a:lnTo>
                  <a:lnTo>
                    <a:pt x="5492" y="1712"/>
                  </a:lnTo>
                  <a:lnTo>
                    <a:pt x="5083" y="1751"/>
                  </a:lnTo>
                  <a:lnTo>
                    <a:pt x="4138" y="1802"/>
                  </a:lnTo>
                  <a:lnTo>
                    <a:pt x="3052" y="1840"/>
                  </a:lnTo>
                  <a:lnTo>
                    <a:pt x="1801" y="1853"/>
                  </a:lnTo>
                  <a:lnTo>
                    <a:pt x="0" y="1853"/>
                  </a:lnTo>
                  <a:lnTo>
                    <a:pt x="0" y="2210"/>
                  </a:lnTo>
                  <a:lnTo>
                    <a:pt x="2184" y="2645"/>
                  </a:lnTo>
                  <a:lnTo>
                    <a:pt x="4202" y="3053"/>
                  </a:lnTo>
                  <a:lnTo>
                    <a:pt x="6117" y="3449"/>
                  </a:lnTo>
                  <a:lnTo>
                    <a:pt x="8020" y="3858"/>
                  </a:lnTo>
                  <a:lnTo>
                    <a:pt x="11162" y="3858"/>
                  </a:lnTo>
                  <a:lnTo>
                    <a:pt x="9093" y="3411"/>
                  </a:lnTo>
                  <a:lnTo>
                    <a:pt x="7037" y="2977"/>
                  </a:lnTo>
                  <a:lnTo>
                    <a:pt x="5032" y="2555"/>
                  </a:lnTo>
                  <a:lnTo>
                    <a:pt x="3078" y="2185"/>
                  </a:lnTo>
                  <a:lnTo>
                    <a:pt x="3844" y="2172"/>
                  </a:lnTo>
                  <a:lnTo>
                    <a:pt x="4572" y="2159"/>
                  </a:lnTo>
                  <a:lnTo>
                    <a:pt x="5262" y="2134"/>
                  </a:lnTo>
                  <a:lnTo>
                    <a:pt x="5913" y="2095"/>
                  </a:lnTo>
                  <a:lnTo>
                    <a:pt x="6526" y="2057"/>
                  </a:lnTo>
                  <a:lnTo>
                    <a:pt x="7101" y="2019"/>
                  </a:lnTo>
                  <a:lnTo>
                    <a:pt x="7624" y="1955"/>
                  </a:lnTo>
                  <a:lnTo>
                    <a:pt x="8110" y="1904"/>
                  </a:lnTo>
                  <a:lnTo>
                    <a:pt x="8544" y="1827"/>
                  </a:lnTo>
                  <a:lnTo>
                    <a:pt x="8940" y="1751"/>
                  </a:lnTo>
                  <a:lnTo>
                    <a:pt x="9285" y="1674"/>
                  </a:lnTo>
                  <a:lnTo>
                    <a:pt x="9578" y="1585"/>
                  </a:lnTo>
                  <a:lnTo>
                    <a:pt x="9821" y="1495"/>
                  </a:lnTo>
                  <a:lnTo>
                    <a:pt x="10013" y="1393"/>
                  </a:lnTo>
                  <a:lnTo>
                    <a:pt x="10089" y="1342"/>
                  </a:lnTo>
                  <a:lnTo>
                    <a:pt x="10153" y="1291"/>
                  </a:lnTo>
                  <a:lnTo>
                    <a:pt x="10204" y="1240"/>
                  </a:lnTo>
                  <a:lnTo>
                    <a:pt x="10243" y="1176"/>
                  </a:lnTo>
                  <a:lnTo>
                    <a:pt x="13780" y="1176"/>
                  </a:lnTo>
                  <a:lnTo>
                    <a:pt x="13780" y="895"/>
                  </a:lnTo>
                  <a:lnTo>
                    <a:pt x="10204" y="895"/>
                  </a:lnTo>
                  <a:lnTo>
                    <a:pt x="10166" y="844"/>
                  </a:lnTo>
                  <a:lnTo>
                    <a:pt x="10115" y="793"/>
                  </a:lnTo>
                  <a:lnTo>
                    <a:pt x="9974" y="703"/>
                  </a:lnTo>
                  <a:lnTo>
                    <a:pt x="9796" y="614"/>
                  </a:lnTo>
                  <a:lnTo>
                    <a:pt x="9578" y="537"/>
                  </a:lnTo>
                  <a:lnTo>
                    <a:pt x="9323" y="474"/>
                  </a:lnTo>
                  <a:lnTo>
                    <a:pt x="9029" y="410"/>
                  </a:lnTo>
                  <a:lnTo>
                    <a:pt x="8723" y="346"/>
                  </a:lnTo>
                  <a:lnTo>
                    <a:pt x="8378" y="295"/>
                  </a:lnTo>
                  <a:lnTo>
                    <a:pt x="13780" y="295"/>
                  </a:lnTo>
                  <a:lnTo>
                    <a:pt x="13780" y="1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1462987" y="3857849"/>
              <a:ext cx="764264" cy="159598"/>
            </a:xfrm>
            <a:custGeom>
              <a:avLst/>
              <a:gdLst/>
              <a:ahLst/>
              <a:cxnLst/>
              <a:rect l="l" t="t" r="r" b="b"/>
              <a:pathLst>
                <a:path w="51622" h="10780" extrusionOk="0">
                  <a:moveTo>
                    <a:pt x="1" y="1"/>
                  </a:moveTo>
                  <a:lnTo>
                    <a:pt x="1" y="5390"/>
                  </a:lnTo>
                  <a:lnTo>
                    <a:pt x="14" y="5531"/>
                  </a:lnTo>
                  <a:lnTo>
                    <a:pt x="39" y="5671"/>
                  </a:lnTo>
                  <a:lnTo>
                    <a:pt x="77" y="5812"/>
                  </a:lnTo>
                  <a:lnTo>
                    <a:pt x="141" y="5939"/>
                  </a:lnTo>
                  <a:lnTo>
                    <a:pt x="205" y="6080"/>
                  </a:lnTo>
                  <a:lnTo>
                    <a:pt x="294" y="6220"/>
                  </a:lnTo>
                  <a:lnTo>
                    <a:pt x="409" y="6348"/>
                  </a:lnTo>
                  <a:lnTo>
                    <a:pt x="524" y="6476"/>
                  </a:lnTo>
                  <a:lnTo>
                    <a:pt x="665" y="6616"/>
                  </a:lnTo>
                  <a:lnTo>
                    <a:pt x="818" y="6744"/>
                  </a:lnTo>
                  <a:lnTo>
                    <a:pt x="984" y="6872"/>
                  </a:lnTo>
                  <a:lnTo>
                    <a:pt x="1163" y="6999"/>
                  </a:lnTo>
                  <a:lnTo>
                    <a:pt x="1354" y="7127"/>
                  </a:lnTo>
                  <a:lnTo>
                    <a:pt x="1572" y="7242"/>
                  </a:lnTo>
                  <a:lnTo>
                    <a:pt x="1789" y="7370"/>
                  </a:lnTo>
                  <a:lnTo>
                    <a:pt x="2031" y="7497"/>
                  </a:lnTo>
                  <a:lnTo>
                    <a:pt x="2542" y="7727"/>
                  </a:lnTo>
                  <a:lnTo>
                    <a:pt x="3117" y="7957"/>
                  </a:lnTo>
                  <a:lnTo>
                    <a:pt x="3743" y="8187"/>
                  </a:lnTo>
                  <a:lnTo>
                    <a:pt x="4407" y="8404"/>
                  </a:lnTo>
                  <a:lnTo>
                    <a:pt x="5135" y="8621"/>
                  </a:lnTo>
                  <a:lnTo>
                    <a:pt x="5901" y="8826"/>
                  </a:lnTo>
                  <a:lnTo>
                    <a:pt x="6706" y="9017"/>
                  </a:lnTo>
                  <a:lnTo>
                    <a:pt x="7561" y="9209"/>
                  </a:lnTo>
                  <a:lnTo>
                    <a:pt x="8455" y="9388"/>
                  </a:lnTo>
                  <a:lnTo>
                    <a:pt x="9400" y="9554"/>
                  </a:lnTo>
                  <a:lnTo>
                    <a:pt x="10371" y="9720"/>
                  </a:lnTo>
                  <a:lnTo>
                    <a:pt x="11380" y="9860"/>
                  </a:lnTo>
                  <a:lnTo>
                    <a:pt x="12427" y="10001"/>
                  </a:lnTo>
                  <a:lnTo>
                    <a:pt x="13513" y="10141"/>
                  </a:lnTo>
                  <a:lnTo>
                    <a:pt x="14624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37"/>
                  </a:lnTo>
                  <a:lnTo>
                    <a:pt x="19362" y="10614"/>
                  </a:lnTo>
                  <a:lnTo>
                    <a:pt x="20613" y="10678"/>
                  </a:lnTo>
                  <a:lnTo>
                    <a:pt x="21878" y="10729"/>
                  </a:lnTo>
                  <a:lnTo>
                    <a:pt x="23168" y="10754"/>
                  </a:lnTo>
                  <a:lnTo>
                    <a:pt x="24483" y="10780"/>
                  </a:lnTo>
                  <a:lnTo>
                    <a:pt x="27139" y="10780"/>
                  </a:lnTo>
                  <a:lnTo>
                    <a:pt x="28455" y="10754"/>
                  </a:lnTo>
                  <a:lnTo>
                    <a:pt x="29745" y="10729"/>
                  </a:lnTo>
                  <a:lnTo>
                    <a:pt x="31009" y="10678"/>
                  </a:lnTo>
                  <a:lnTo>
                    <a:pt x="32261" y="10614"/>
                  </a:lnTo>
                  <a:lnTo>
                    <a:pt x="33487" y="10537"/>
                  </a:lnTo>
                  <a:lnTo>
                    <a:pt x="34687" y="10460"/>
                  </a:lnTo>
                  <a:lnTo>
                    <a:pt x="35849" y="10358"/>
                  </a:lnTo>
                  <a:lnTo>
                    <a:pt x="36999" y="10256"/>
                  </a:lnTo>
                  <a:lnTo>
                    <a:pt x="38110" y="10141"/>
                  </a:lnTo>
                  <a:lnTo>
                    <a:pt x="39195" y="10001"/>
                  </a:lnTo>
                  <a:lnTo>
                    <a:pt x="40243" y="9860"/>
                  </a:lnTo>
                  <a:lnTo>
                    <a:pt x="41252" y="9720"/>
                  </a:lnTo>
                  <a:lnTo>
                    <a:pt x="42222" y="9554"/>
                  </a:lnTo>
                  <a:lnTo>
                    <a:pt x="43167" y="9388"/>
                  </a:lnTo>
                  <a:lnTo>
                    <a:pt x="44061" y="9209"/>
                  </a:lnTo>
                  <a:lnTo>
                    <a:pt x="44917" y="9017"/>
                  </a:lnTo>
                  <a:lnTo>
                    <a:pt x="45722" y="8826"/>
                  </a:lnTo>
                  <a:lnTo>
                    <a:pt x="46488" y="8621"/>
                  </a:lnTo>
                  <a:lnTo>
                    <a:pt x="47216" y="8404"/>
                  </a:lnTo>
                  <a:lnTo>
                    <a:pt x="47880" y="8187"/>
                  </a:lnTo>
                  <a:lnTo>
                    <a:pt x="48506" y="7957"/>
                  </a:lnTo>
                  <a:lnTo>
                    <a:pt x="49068" y="7727"/>
                  </a:lnTo>
                  <a:lnTo>
                    <a:pt x="49591" y="7497"/>
                  </a:lnTo>
                  <a:lnTo>
                    <a:pt x="49834" y="7370"/>
                  </a:lnTo>
                  <a:lnTo>
                    <a:pt x="50051" y="7242"/>
                  </a:lnTo>
                  <a:lnTo>
                    <a:pt x="50268" y="7127"/>
                  </a:lnTo>
                  <a:lnTo>
                    <a:pt x="50460" y="6999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8" y="6616"/>
                  </a:lnTo>
                  <a:lnTo>
                    <a:pt x="51098" y="6476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5" y="6080"/>
                  </a:lnTo>
                  <a:lnTo>
                    <a:pt x="51481" y="5939"/>
                  </a:lnTo>
                  <a:lnTo>
                    <a:pt x="51545" y="5812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22" y="5390"/>
                  </a:lnTo>
                  <a:lnTo>
                    <a:pt x="51622" y="1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1462987" y="3778065"/>
              <a:ext cx="764264" cy="159598"/>
            </a:xfrm>
            <a:custGeom>
              <a:avLst/>
              <a:gdLst/>
              <a:ahLst/>
              <a:cxnLst/>
              <a:rect l="l" t="t" r="r" b="b"/>
              <a:pathLst>
                <a:path w="51622" h="10780" extrusionOk="0">
                  <a:moveTo>
                    <a:pt x="24483" y="0"/>
                  </a:moveTo>
                  <a:lnTo>
                    <a:pt x="23168" y="26"/>
                  </a:lnTo>
                  <a:lnTo>
                    <a:pt x="21878" y="64"/>
                  </a:lnTo>
                  <a:lnTo>
                    <a:pt x="20613" y="102"/>
                  </a:lnTo>
                  <a:lnTo>
                    <a:pt x="19362" y="166"/>
                  </a:lnTo>
                  <a:lnTo>
                    <a:pt x="18136" y="243"/>
                  </a:lnTo>
                  <a:lnTo>
                    <a:pt x="16935" y="320"/>
                  </a:lnTo>
                  <a:lnTo>
                    <a:pt x="15760" y="422"/>
                  </a:lnTo>
                  <a:lnTo>
                    <a:pt x="14624" y="524"/>
                  </a:lnTo>
                  <a:lnTo>
                    <a:pt x="13513" y="652"/>
                  </a:lnTo>
                  <a:lnTo>
                    <a:pt x="12427" y="779"/>
                  </a:lnTo>
                  <a:lnTo>
                    <a:pt x="11380" y="920"/>
                  </a:lnTo>
                  <a:lnTo>
                    <a:pt x="10371" y="1073"/>
                  </a:lnTo>
                  <a:lnTo>
                    <a:pt x="9400" y="1226"/>
                  </a:lnTo>
                  <a:lnTo>
                    <a:pt x="8455" y="1392"/>
                  </a:lnTo>
                  <a:lnTo>
                    <a:pt x="7561" y="1571"/>
                  </a:lnTo>
                  <a:lnTo>
                    <a:pt x="6706" y="1763"/>
                  </a:lnTo>
                  <a:lnTo>
                    <a:pt x="5901" y="1954"/>
                  </a:lnTo>
                  <a:lnTo>
                    <a:pt x="5135" y="2159"/>
                  </a:lnTo>
                  <a:lnTo>
                    <a:pt x="4407" y="2376"/>
                  </a:lnTo>
                  <a:lnTo>
                    <a:pt x="3743" y="2593"/>
                  </a:lnTo>
                  <a:lnTo>
                    <a:pt x="3117" y="2823"/>
                  </a:lnTo>
                  <a:lnTo>
                    <a:pt x="2542" y="3053"/>
                  </a:lnTo>
                  <a:lnTo>
                    <a:pt x="2031" y="3295"/>
                  </a:lnTo>
                  <a:lnTo>
                    <a:pt x="1789" y="3410"/>
                  </a:lnTo>
                  <a:lnTo>
                    <a:pt x="1572" y="3538"/>
                  </a:lnTo>
                  <a:lnTo>
                    <a:pt x="1354" y="3666"/>
                  </a:lnTo>
                  <a:lnTo>
                    <a:pt x="1163" y="3781"/>
                  </a:lnTo>
                  <a:lnTo>
                    <a:pt x="984" y="3908"/>
                  </a:lnTo>
                  <a:lnTo>
                    <a:pt x="818" y="4036"/>
                  </a:lnTo>
                  <a:lnTo>
                    <a:pt x="665" y="4177"/>
                  </a:lnTo>
                  <a:lnTo>
                    <a:pt x="524" y="4304"/>
                  </a:lnTo>
                  <a:lnTo>
                    <a:pt x="409" y="4432"/>
                  </a:lnTo>
                  <a:lnTo>
                    <a:pt x="294" y="4572"/>
                  </a:lnTo>
                  <a:lnTo>
                    <a:pt x="205" y="4700"/>
                  </a:lnTo>
                  <a:lnTo>
                    <a:pt x="141" y="4841"/>
                  </a:lnTo>
                  <a:lnTo>
                    <a:pt x="77" y="4968"/>
                  </a:lnTo>
                  <a:lnTo>
                    <a:pt x="39" y="5109"/>
                  </a:lnTo>
                  <a:lnTo>
                    <a:pt x="14" y="5249"/>
                  </a:lnTo>
                  <a:lnTo>
                    <a:pt x="1" y="5390"/>
                  </a:lnTo>
                  <a:lnTo>
                    <a:pt x="14" y="5530"/>
                  </a:lnTo>
                  <a:lnTo>
                    <a:pt x="39" y="5671"/>
                  </a:lnTo>
                  <a:lnTo>
                    <a:pt x="77" y="5798"/>
                  </a:lnTo>
                  <a:lnTo>
                    <a:pt x="141" y="5939"/>
                  </a:lnTo>
                  <a:lnTo>
                    <a:pt x="205" y="6079"/>
                  </a:lnTo>
                  <a:lnTo>
                    <a:pt x="294" y="6207"/>
                  </a:lnTo>
                  <a:lnTo>
                    <a:pt x="409" y="6348"/>
                  </a:lnTo>
                  <a:lnTo>
                    <a:pt x="524" y="6475"/>
                  </a:lnTo>
                  <a:lnTo>
                    <a:pt x="665" y="6603"/>
                  </a:lnTo>
                  <a:lnTo>
                    <a:pt x="818" y="6744"/>
                  </a:lnTo>
                  <a:lnTo>
                    <a:pt x="984" y="6871"/>
                  </a:lnTo>
                  <a:lnTo>
                    <a:pt x="1163" y="6999"/>
                  </a:lnTo>
                  <a:lnTo>
                    <a:pt x="1354" y="7114"/>
                  </a:lnTo>
                  <a:lnTo>
                    <a:pt x="1572" y="7242"/>
                  </a:lnTo>
                  <a:lnTo>
                    <a:pt x="1789" y="7369"/>
                  </a:lnTo>
                  <a:lnTo>
                    <a:pt x="2031" y="7484"/>
                  </a:lnTo>
                  <a:lnTo>
                    <a:pt x="2542" y="7727"/>
                  </a:lnTo>
                  <a:lnTo>
                    <a:pt x="3117" y="7957"/>
                  </a:lnTo>
                  <a:lnTo>
                    <a:pt x="3743" y="8187"/>
                  </a:lnTo>
                  <a:lnTo>
                    <a:pt x="4407" y="8404"/>
                  </a:lnTo>
                  <a:lnTo>
                    <a:pt x="5135" y="8621"/>
                  </a:lnTo>
                  <a:lnTo>
                    <a:pt x="5901" y="8825"/>
                  </a:lnTo>
                  <a:lnTo>
                    <a:pt x="6706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400" y="9553"/>
                  </a:lnTo>
                  <a:lnTo>
                    <a:pt x="10371" y="9706"/>
                  </a:lnTo>
                  <a:lnTo>
                    <a:pt x="11380" y="9860"/>
                  </a:lnTo>
                  <a:lnTo>
                    <a:pt x="12427" y="10000"/>
                  </a:lnTo>
                  <a:lnTo>
                    <a:pt x="13513" y="10128"/>
                  </a:lnTo>
                  <a:lnTo>
                    <a:pt x="14624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37"/>
                  </a:lnTo>
                  <a:lnTo>
                    <a:pt x="19362" y="10613"/>
                  </a:lnTo>
                  <a:lnTo>
                    <a:pt x="20613" y="10677"/>
                  </a:lnTo>
                  <a:lnTo>
                    <a:pt x="21878" y="10715"/>
                  </a:lnTo>
                  <a:lnTo>
                    <a:pt x="23168" y="10754"/>
                  </a:lnTo>
                  <a:lnTo>
                    <a:pt x="24483" y="10779"/>
                  </a:lnTo>
                  <a:lnTo>
                    <a:pt x="27139" y="10779"/>
                  </a:lnTo>
                  <a:lnTo>
                    <a:pt x="28455" y="10754"/>
                  </a:lnTo>
                  <a:lnTo>
                    <a:pt x="29745" y="10715"/>
                  </a:lnTo>
                  <a:lnTo>
                    <a:pt x="31009" y="10677"/>
                  </a:lnTo>
                  <a:lnTo>
                    <a:pt x="32261" y="10613"/>
                  </a:lnTo>
                  <a:lnTo>
                    <a:pt x="33487" y="10537"/>
                  </a:lnTo>
                  <a:lnTo>
                    <a:pt x="34687" y="10460"/>
                  </a:lnTo>
                  <a:lnTo>
                    <a:pt x="35849" y="10358"/>
                  </a:lnTo>
                  <a:lnTo>
                    <a:pt x="36999" y="10256"/>
                  </a:lnTo>
                  <a:lnTo>
                    <a:pt x="38110" y="10128"/>
                  </a:lnTo>
                  <a:lnTo>
                    <a:pt x="39195" y="10000"/>
                  </a:lnTo>
                  <a:lnTo>
                    <a:pt x="40243" y="9860"/>
                  </a:lnTo>
                  <a:lnTo>
                    <a:pt x="41252" y="9706"/>
                  </a:lnTo>
                  <a:lnTo>
                    <a:pt x="42222" y="9553"/>
                  </a:lnTo>
                  <a:lnTo>
                    <a:pt x="43167" y="9387"/>
                  </a:lnTo>
                  <a:lnTo>
                    <a:pt x="44061" y="9208"/>
                  </a:lnTo>
                  <a:lnTo>
                    <a:pt x="44917" y="9017"/>
                  </a:lnTo>
                  <a:lnTo>
                    <a:pt x="45722" y="8825"/>
                  </a:lnTo>
                  <a:lnTo>
                    <a:pt x="46488" y="8621"/>
                  </a:lnTo>
                  <a:lnTo>
                    <a:pt x="47216" y="8404"/>
                  </a:lnTo>
                  <a:lnTo>
                    <a:pt x="47880" y="8187"/>
                  </a:lnTo>
                  <a:lnTo>
                    <a:pt x="48506" y="7957"/>
                  </a:lnTo>
                  <a:lnTo>
                    <a:pt x="49068" y="7727"/>
                  </a:lnTo>
                  <a:lnTo>
                    <a:pt x="49591" y="7484"/>
                  </a:lnTo>
                  <a:lnTo>
                    <a:pt x="49834" y="7369"/>
                  </a:lnTo>
                  <a:lnTo>
                    <a:pt x="50051" y="7242"/>
                  </a:lnTo>
                  <a:lnTo>
                    <a:pt x="50268" y="7114"/>
                  </a:lnTo>
                  <a:lnTo>
                    <a:pt x="50460" y="6999"/>
                  </a:lnTo>
                  <a:lnTo>
                    <a:pt x="50638" y="6871"/>
                  </a:lnTo>
                  <a:lnTo>
                    <a:pt x="50804" y="6744"/>
                  </a:lnTo>
                  <a:lnTo>
                    <a:pt x="50958" y="6603"/>
                  </a:lnTo>
                  <a:lnTo>
                    <a:pt x="51098" y="6475"/>
                  </a:lnTo>
                  <a:lnTo>
                    <a:pt x="51213" y="6348"/>
                  </a:lnTo>
                  <a:lnTo>
                    <a:pt x="51315" y="6207"/>
                  </a:lnTo>
                  <a:lnTo>
                    <a:pt x="51405" y="6079"/>
                  </a:lnTo>
                  <a:lnTo>
                    <a:pt x="51481" y="5939"/>
                  </a:lnTo>
                  <a:lnTo>
                    <a:pt x="51545" y="5798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22" y="5390"/>
                  </a:lnTo>
                  <a:lnTo>
                    <a:pt x="51609" y="5249"/>
                  </a:lnTo>
                  <a:lnTo>
                    <a:pt x="51583" y="5109"/>
                  </a:lnTo>
                  <a:lnTo>
                    <a:pt x="51545" y="4968"/>
                  </a:lnTo>
                  <a:lnTo>
                    <a:pt x="51481" y="4841"/>
                  </a:lnTo>
                  <a:lnTo>
                    <a:pt x="51405" y="4700"/>
                  </a:lnTo>
                  <a:lnTo>
                    <a:pt x="51315" y="4572"/>
                  </a:lnTo>
                  <a:lnTo>
                    <a:pt x="51213" y="4432"/>
                  </a:lnTo>
                  <a:lnTo>
                    <a:pt x="51098" y="4304"/>
                  </a:lnTo>
                  <a:lnTo>
                    <a:pt x="50958" y="4177"/>
                  </a:lnTo>
                  <a:lnTo>
                    <a:pt x="50804" y="4036"/>
                  </a:lnTo>
                  <a:lnTo>
                    <a:pt x="50638" y="3908"/>
                  </a:lnTo>
                  <a:lnTo>
                    <a:pt x="50460" y="3781"/>
                  </a:lnTo>
                  <a:lnTo>
                    <a:pt x="50268" y="3666"/>
                  </a:lnTo>
                  <a:lnTo>
                    <a:pt x="50051" y="3538"/>
                  </a:lnTo>
                  <a:lnTo>
                    <a:pt x="49834" y="3410"/>
                  </a:lnTo>
                  <a:lnTo>
                    <a:pt x="49591" y="3295"/>
                  </a:lnTo>
                  <a:lnTo>
                    <a:pt x="49068" y="3053"/>
                  </a:lnTo>
                  <a:lnTo>
                    <a:pt x="48506" y="2823"/>
                  </a:lnTo>
                  <a:lnTo>
                    <a:pt x="47880" y="2593"/>
                  </a:lnTo>
                  <a:lnTo>
                    <a:pt x="47216" y="2376"/>
                  </a:lnTo>
                  <a:lnTo>
                    <a:pt x="46488" y="2159"/>
                  </a:lnTo>
                  <a:lnTo>
                    <a:pt x="45722" y="1954"/>
                  </a:lnTo>
                  <a:lnTo>
                    <a:pt x="44917" y="1763"/>
                  </a:lnTo>
                  <a:lnTo>
                    <a:pt x="44061" y="1571"/>
                  </a:lnTo>
                  <a:lnTo>
                    <a:pt x="43167" y="1392"/>
                  </a:lnTo>
                  <a:lnTo>
                    <a:pt x="42222" y="1226"/>
                  </a:lnTo>
                  <a:lnTo>
                    <a:pt x="41252" y="1073"/>
                  </a:lnTo>
                  <a:lnTo>
                    <a:pt x="40243" y="920"/>
                  </a:lnTo>
                  <a:lnTo>
                    <a:pt x="39195" y="779"/>
                  </a:lnTo>
                  <a:lnTo>
                    <a:pt x="38110" y="652"/>
                  </a:lnTo>
                  <a:lnTo>
                    <a:pt x="36999" y="524"/>
                  </a:lnTo>
                  <a:lnTo>
                    <a:pt x="35849" y="422"/>
                  </a:lnTo>
                  <a:lnTo>
                    <a:pt x="34687" y="320"/>
                  </a:lnTo>
                  <a:lnTo>
                    <a:pt x="33487" y="243"/>
                  </a:lnTo>
                  <a:lnTo>
                    <a:pt x="32261" y="166"/>
                  </a:lnTo>
                  <a:lnTo>
                    <a:pt x="31009" y="102"/>
                  </a:lnTo>
                  <a:lnTo>
                    <a:pt x="29745" y="64"/>
                  </a:lnTo>
                  <a:lnTo>
                    <a:pt x="28455" y="26"/>
                  </a:lnTo>
                  <a:lnTo>
                    <a:pt x="271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1531253" y="3792248"/>
              <a:ext cx="627747" cy="112326"/>
            </a:xfrm>
            <a:custGeom>
              <a:avLst/>
              <a:gdLst/>
              <a:ahLst/>
              <a:cxnLst/>
              <a:rect l="l" t="t" r="r" b="b"/>
              <a:pathLst>
                <a:path w="42401" h="7587" extrusionOk="0">
                  <a:moveTo>
                    <a:pt x="21200" y="0"/>
                  </a:moveTo>
                  <a:lnTo>
                    <a:pt x="20115" y="13"/>
                  </a:lnTo>
                  <a:lnTo>
                    <a:pt x="19029" y="26"/>
                  </a:lnTo>
                  <a:lnTo>
                    <a:pt x="17969" y="51"/>
                  </a:lnTo>
                  <a:lnTo>
                    <a:pt x="16922" y="77"/>
                  </a:lnTo>
                  <a:lnTo>
                    <a:pt x="15900" y="128"/>
                  </a:lnTo>
                  <a:lnTo>
                    <a:pt x="14891" y="179"/>
                  </a:lnTo>
                  <a:lnTo>
                    <a:pt x="13908" y="230"/>
                  </a:lnTo>
                  <a:lnTo>
                    <a:pt x="12950" y="307"/>
                  </a:lnTo>
                  <a:lnTo>
                    <a:pt x="12005" y="371"/>
                  </a:lnTo>
                  <a:lnTo>
                    <a:pt x="11098" y="460"/>
                  </a:lnTo>
                  <a:lnTo>
                    <a:pt x="10204" y="549"/>
                  </a:lnTo>
                  <a:lnTo>
                    <a:pt x="9349" y="651"/>
                  </a:lnTo>
                  <a:lnTo>
                    <a:pt x="8518" y="754"/>
                  </a:lnTo>
                  <a:lnTo>
                    <a:pt x="7714" y="869"/>
                  </a:lnTo>
                  <a:lnTo>
                    <a:pt x="6948" y="984"/>
                  </a:lnTo>
                  <a:lnTo>
                    <a:pt x="6207" y="1111"/>
                  </a:lnTo>
                  <a:lnTo>
                    <a:pt x="5504" y="1239"/>
                  </a:lnTo>
                  <a:lnTo>
                    <a:pt x="4840" y="1379"/>
                  </a:lnTo>
                  <a:lnTo>
                    <a:pt x="4215" y="1520"/>
                  </a:lnTo>
                  <a:lnTo>
                    <a:pt x="3627" y="1673"/>
                  </a:lnTo>
                  <a:lnTo>
                    <a:pt x="3078" y="1826"/>
                  </a:lnTo>
                  <a:lnTo>
                    <a:pt x="2567" y="1980"/>
                  </a:lnTo>
                  <a:lnTo>
                    <a:pt x="2095" y="2146"/>
                  </a:lnTo>
                  <a:lnTo>
                    <a:pt x="1673" y="2312"/>
                  </a:lnTo>
                  <a:lnTo>
                    <a:pt x="1290" y="2491"/>
                  </a:lnTo>
                  <a:lnTo>
                    <a:pt x="958" y="2669"/>
                  </a:lnTo>
                  <a:lnTo>
                    <a:pt x="677" y="2848"/>
                  </a:lnTo>
                  <a:lnTo>
                    <a:pt x="549" y="2938"/>
                  </a:lnTo>
                  <a:lnTo>
                    <a:pt x="434" y="3027"/>
                  </a:lnTo>
                  <a:lnTo>
                    <a:pt x="332" y="3116"/>
                  </a:lnTo>
                  <a:lnTo>
                    <a:pt x="243" y="3219"/>
                  </a:lnTo>
                  <a:lnTo>
                    <a:pt x="179" y="3308"/>
                  </a:lnTo>
                  <a:lnTo>
                    <a:pt x="115" y="3410"/>
                  </a:lnTo>
                  <a:lnTo>
                    <a:pt x="64" y="3499"/>
                  </a:lnTo>
                  <a:lnTo>
                    <a:pt x="26" y="3602"/>
                  </a:lnTo>
                  <a:lnTo>
                    <a:pt x="13" y="3691"/>
                  </a:lnTo>
                  <a:lnTo>
                    <a:pt x="0" y="3793"/>
                  </a:lnTo>
                  <a:lnTo>
                    <a:pt x="13" y="3895"/>
                  </a:lnTo>
                  <a:lnTo>
                    <a:pt x="26" y="3985"/>
                  </a:lnTo>
                  <a:lnTo>
                    <a:pt x="64" y="4087"/>
                  </a:lnTo>
                  <a:lnTo>
                    <a:pt x="115" y="4176"/>
                  </a:lnTo>
                  <a:lnTo>
                    <a:pt x="179" y="4279"/>
                  </a:lnTo>
                  <a:lnTo>
                    <a:pt x="243" y="4368"/>
                  </a:lnTo>
                  <a:lnTo>
                    <a:pt x="332" y="4457"/>
                  </a:lnTo>
                  <a:lnTo>
                    <a:pt x="434" y="4559"/>
                  </a:lnTo>
                  <a:lnTo>
                    <a:pt x="549" y="4649"/>
                  </a:lnTo>
                  <a:lnTo>
                    <a:pt x="677" y="4738"/>
                  </a:lnTo>
                  <a:lnTo>
                    <a:pt x="958" y="4917"/>
                  </a:lnTo>
                  <a:lnTo>
                    <a:pt x="1290" y="5096"/>
                  </a:lnTo>
                  <a:lnTo>
                    <a:pt x="1673" y="5262"/>
                  </a:lnTo>
                  <a:lnTo>
                    <a:pt x="2095" y="5441"/>
                  </a:lnTo>
                  <a:lnTo>
                    <a:pt x="2567" y="5594"/>
                  </a:lnTo>
                  <a:lnTo>
                    <a:pt x="3078" y="5760"/>
                  </a:lnTo>
                  <a:lnTo>
                    <a:pt x="3627" y="5913"/>
                  </a:lnTo>
                  <a:lnTo>
                    <a:pt x="4215" y="6066"/>
                  </a:lnTo>
                  <a:lnTo>
                    <a:pt x="4840" y="6207"/>
                  </a:lnTo>
                  <a:lnTo>
                    <a:pt x="5504" y="6335"/>
                  </a:lnTo>
                  <a:lnTo>
                    <a:pt x="6207" y="6475"/>
                  </a:lnTo>
                  <a:lnTo>
                    <a:pt x="6948" y="6603"/>
                  </a:lnTo>
                  <a:lnTo>
                    <a:pt x="7714" y="6718"/>
                  </a:lnTo>
                  <a:lnTo>
                    <a:pt x="8518" y="6833"/>
                  </a:lnTo>
                  <a:lnTo>
                    <a:pt x="9349" y="6935"/>
                  </a:lnTo>
                  <a:lnTo>
                    <a:pt x="10204" y="7037"/>
                  </a:lnTo>
                  <a:lnTo>
                    <a:pt x="11098" y="7126"/>
                  </a:lnTo>
                  <a:lnTo>
                    <a:pt x="12005" y="7203"/>
                  </a:lnTo>
                  <a:lnTo>
                    <a:pt x="12950" y="7280"/>
                  </a:lnTo>
                  <a:lnTo>
                    <a:pt x="13908" y="7356"/>
                  </a:lnTo>
                  <a:lnTo>
                    <a:pt x="14891" y="7407"/>
                  </a:lnTo>
                  <a:lnTo>
                    <a:pt x="15900" y="7459"/>
                  </a:lnTo>
                  <a:lnTo>
                    <a:pt x="16922" y="7510"/>
                  </a:lnTo>
                  <a:lnTo>
                    <a:pt x="17969" y="7535"/>
                  </a:lnTo>
                  <a:lnTo>
                    <a:pt x="19029" y="7561"/>
                  </a:lnTo>
                  <a:lnTo>
                    <a:pt x="20115" y="7573"/>
                  </a:lnTo>
                  <a:lnTo>
                    <a:pt x="21200" y="7586"/>
                  </a:lnTo>
                  <a:lnTo>
                    <a:pt x="22286" y="7573"/>
                  </a:lnTo>
                  <a:lnTo>
                    <a:pt x="23371" y="7561"/>
                  </a:lnTo>
                  <a:lnTo>
                    <a:pt x="24431" y="7535"/>
                  </a:lnTo>
                  <a:lnTo>
                    <a:pt x="25466" y="7510"/>
                  </a:lnTo>
                  <a:lnTo>
                    <a:pt x="26500" y="7459"/>
                  </a:lnTo>
                  <a:lnTo>
                    <a:pt x="27496" y="7407"/>
                  </a:lnTo>
                  <a:lnTo>
                    <a:pt x="28493" y="7356"/>
                  </a:lnTo>
                  <a:lnTo>
                    <a:pt x="29450" y="7280"/>
                  </a:lnTo>
                  <a:lnTo>
                    <a:pt x="30383" y="7203"/>
                  </a:lnTo>
                  <a:lnTo>
                    <a:pt x="31302" y="7126"/>
                  </a:lnTo>
                  <a:lnTo>
                    <a:pt x="32183" y="7037"/>
                  </a:lnTo>
                  <a:lnTo>
                    <a:pt x="33052" y="6935"/>
                  </a:lnTo>
                  <a:lnTo>
                    <a:pt x="33882" y="6833"/>
                  </a:lnTo>
                  <a:lnTo>
                    <a:pt x="34687" y="6718"/>
                  </a:lnTo>
                  <a:lnTo>
                    <a:pt x="35453" y="6603"/>
                  </a:lnTo>
                  <a:lnTo>
                    <a:pt x="36181" y="6475"/>
                  </a:lnTo>
                  <a:lnTo>
                    <a:pt x="36883" y="6335"/>
                  </a:lnTo>
                  <a:lnTo>
                    <a:pt x="37560" y="6207"/>
                  </a:lnTo>
                  <a:lnTo>
                    <a:pt x="38186" y="6066"/>
                  </a:lnTo>
                  <a:lnTo>
                    <a:pt x="38773" y="5913"/>
                  </a:lnTo>
                  <a:lnTo>
                    <a:pt x="39323" y="5760"/>
                  </a:lnTo>
                  <a:lnTo>
                    <a:pt x="39833" y="5594"/>
                  </a:lnTo>
                  <a:lnTo>
                    <a:pt x="40306" y="5441"/>
                  </a:lnTo>
                  <a:lnTo>
                    <a:pt x="40727" y="5262"/>
                  </a:lnTo>
                  <a:lnTo>
                    <a:pt x="41111" y="5096"/>
                  </a:lnTo>
                  <a:lnTo>
                    <a:pt x="41443" y="4917"/>
                  </a:lnTo>
                  <a:lnTo>
                    <a:pt x="41724" y="4738"/>
                  </a:lnTo>
                  <a:lnTo>
                    <a:pt x="41851" y="4649"/>
                  </a:lnTo>
                  <a:lnTo>
                    <a:pt x="41966" y="4559"/>
                  </a:lnTo>
                  <a:lnTo>
                    <a:pt x="42068" y="4457"/>
                  </a:lnTo>
                  <a:lnTo>
                    <a:pt x="42145" y="4368"/>
                  </a:lnTo>
                  <a:lnTo>
                    <a:pt x="42222" y="4279"/>
                  </a:lnTo>
                  <a:lnTo>
                    <a:pt x="42285" y="4176"/>
                  </a:lnTo>
                  <a:lnTo>
                    <a:pt x="42337" y="4087"/>
                  </a:lnTo>
                  <a:lnTo>
                    <a:pt x="42362" y="3985"/>
                  </a:lnTo>
                  <a:lnTo>
                    <a:pt x="42388" y="3895"/>
                  </a:lnTo>
                  <a:lnTo>
                    <a:pt x="42400" y="3793"/>
                  </a:lnTo>
                  <a:lnTo>
                    <a:pt x="42388" y="3691"/>
                  </a:lnTo>
                  <a:lnTo>
                    <a:pt x="42362" y="3602"/>
                  </a:lnTo>
                  <a:lnTo>
                    <a:pt x="42337" y="3499"/>
                  </a:lnTo>
                  <a:lnTo>
                    <a:pt x="42285" y="3410"/>
                  </a:lnTo>
                  <a:lnTo>
                    <a:pt x="42222" y="3308"/>
                  </a:lnTo>
                  <a:lnTo>
                    <a:pt x="42145" y="3219"/>
                  </a:lnTo>
                  <a:lnTo>
                    <a:pt x="42068" y="3116"/>
                  </a:lnTo>
                  <a:lnTo>
                    <a:pt x="41966" y="3027"/>
                  </a:lnTo>
                  <a:lnTo>
                    <a:pt x="41851" y="2938"/>
                  </a:lnTo>
                  <a:lnTo>
                    <a:pt x="41724" y="2848"/>
                  </a:lnTo>
                  <a:lnTo>
                    <a:pt x="41443" y="2669"/>
                  </a:lnTo>
                  <a:lnTo>
                    <a:pt x="41111" y="2491"/>
                  </a:lnTo>
                  <a:lnTo>
                    <a:pt x="40727" y="2312"/>
                  </a:lnTo>
                  <a:lnTo>
                    <a:pt x="40306" y="2146"/>
                  </a:lnTo>
                  <a:lnTo>
                    <a:pt x="39833" y="1980"/>
                  </a:lnTo>
                  <a:lnTo>
                    <a:pt x="39323" y="1826"/>
                  </a:lnTo>
                  <a:lnTo>
                    <a:pt x="38773" y="1673"/>
                  </a:lnTo>
                  <a:lnTo>
                    <a:pt x="38186" y="1520"/>
                  </a:lnTo>
                  <a:lnTo>
                    <a:pt x="37560" y="1379"/>
                  </a:lnTo>
                  <a:lnTo>
                    <a:pt x="36883" y="1239"/>
                  </a:lnTo>
                  <a:lnTo>
                    <a:pt x="36181" y="1111"/>
                  </a:lnTo>
                  <a:lnTo>
                    <a:pt x="35453" y="984"/>
                  </a:lnTo>
                  <a:lnTo>
                    <a:pt x="34687" y="869"/>
                  </a:lnTo>
                  <a:lnTo>
                    <a:pt x="33882" y="754"/>
                  </a:lnTo>
                  <a:lnTo>
                    <a:pt x="33052" y="651"/>
                  </a:lnTo>
                  <a:lnTo>
                    <a:pt x="32183" y="549"/>
                  </a:lnTo>
                  <a:lnTo>
                    <a:pt x="31302" y="460"/>
                  </a:lnTo>
                  <a:lnTo>
                    <a:pt x="30383" y="371"/>
                  </a:lnTo>
                  <a:lnTo>
                    <a:pt x="29450" y="307"/>
                  </a:lnTo>
                  <a:lnTo>
                    <a:pt x="28493" y="230"/>
                  </a:lnTo>
                  <a:lnTo>
                    <a:pt x="27496" y="179"/>
                  </a:lnTo>
                  <a:lnTo>
                    <a:pt x="26500" y="128"/>
                  </a:lnTo>
                  <a:lnTo>
                    <a:pt x="25466" y="77"/>
                  </a:lnTo>
                  <a:lnTo>
                    <a:pt x="24431" y="51"/>
                  </a:lnTo>
                  <a:lnTo>
                    <a:pt x="23371" y="26"/>
                  </a:lnTo>
                  <a:lnTo>
                    <a:pt x="22286" y="13"/>
                  </a:lnTo>
                  <a:lnTo>
                    <a:pt x="21200" y="0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1540506" y="3792248"/>
              <a:ext cx="609226" cy="83397"/>
            </a:xfrm>
            <a:custGeom>
              <a:avLst/>
              <a:gdLst/>
              <a:ahLst/>
              <a:cxnLst/>
              <a:rect l="l" t="t" r="r" b="b"/>
              <a:pathLst>
                <a:path w="41150" h="5633" extrusionOk="0">
                  <a:moveTo>
                    <a:pt x="19949" y="0"/>
                  </a:moveTo>
                  <a:lnTo>
                    <a:pt x="18251" y="13"/>
                  </a:lnTo>
                  <a:lnTo>
                    <a:pt x="16578" y="51"/>
                  </a:lnTo>
                  <a:lnTo>
                    <a:pt x="14956" y="115"/>
                  </a:lnTo>
                  <a:lnTo>
                    <a:pt x="13372" y="192"/>
                  </a:lnTo>
                  <a:lnTo>
                    <a:pt x="11840" y="294"/>
                  </a:lnTo>
                  <a:lnTo>
                    <a:pt x="10371" y="409"/>
                  </a:lnTo>
                  <a:lnTo>
                    <a:pt x="8966" y="549"/>
                  </a:lnTo>
                  <a:lnTo>
                    <a:pt x="7625" y="703"/>
                  </a:lnTo>
                  <a:lnTo>
                    <a:pt x="6361" y="881"/>
                  </a:lnTo>
                  <a:lnTo>
                    <a:pt x="5186" y="1073"/>
                  </a:lnTo>
                  <a:lnTo>
                    <a:pt x="4075" y="1277"/>
                  </a:lnTo>
                  <a:lnTo>
                    <a:pt x="3564" y="1392"/>
                  </a:lnTo>
                  <a:lnTo>
                    <a:pt x="3066" y="1507"/>
                  </a:lnTo>
                  <a:lnTo>
                    <a:pt x="2593" y="1622"/>
                  </a:lnTo>
                  <a:lnTo>
                    <a:pt x="2146" y="1737"/>
                  </a:lnTo>
                  <a:lnTo>
                    <a:pt x="1725" y="1865"/>
                  </a:lnTo>
                  <a:lnTo>
                    <a:pt x="1329" y="1980"/>
                  </a:lnTo>
                  <a:lnTo>
                    <a:pt x="959" y="2107"/>
                  </a:lnTo>
                  <a:lnTo>
                    <a:pt x="614" y="2248"/>
                  </a:lnTo>
                  <a:lnTo>
                    <a:pt x="295" y="2376"/>
                  </a:lnTo>
                  <a:lnTo>
                    <a:pt x="1" y="2516"/>
                  </a:lnTo>
                  <a:lnTo>
                    <a:pt x="1" y="2516"/>
                  </a:lnTo>
                  <a:lnTo>
                    <a:pt x="716" y="2299"/>
                  </a:lnTo>
                  <a:lnTo>
                    <a:pt x="1508" y="2095"/>
                  </a:lnTo>
                  <a:lnTo>
                    <a:pt x="2376" y="1903"/>
                  </a:lnTo>
                  <a:lnTo>
                    <a:pt x="3296" y="1712"/>
                  </a:lnTo>
                  <a:lnTo>
                    <a:pt x="4292" y="1545"/>
                  </a:lnTo>
                  <a:lnTo>
                    <a:pt x="5352" y="1379"/>
                  </a:lnTo>
                  <a:lnTo>
                    <a:pt x="6463" y="1239"/>
                  </a:lnTo>
                  <a:lnTo>
                    <a:pt x="7638" y="1098"/>
                  </a:lnTo>
                  <a:lnTo>
                    <a:pt x="8851" y="984"/>
                  </a:lnTo>
                  <a:lnTo>
                    <a:pt x="10116" y="869"/>
                  </a:lnTo>
                  <a:lnTo>
                    <a:pt x="11431" y="779"/>
                  </a:lnTo>
                  <a:lnTo>
                    <a:pt x="12785" y="703"/>
                  </a:lnTo>
                  <a:lnTo>
                    <a:pt x="14177" y="639"/>
                  </a:lnTo>
                  <a:lnTo>
                    <a:pt x="15595" y="600"/>
                  </a:lnTo>
                  <a:lnTo>
                    <a:pt x="17050" y="575"/>
                  </a:lnTo>
                  <a:lnTo>
                    <a:pt x="18532" y="562"/>
                  </a:lnTo>
                  <a:lnTo>
                    <a:pt x="19617" y="562"/>
                  </a:lnTo>
                  <a:lnTo>
                    <a:pt x="20703" y="575"/>
                  </a:lnTo>
                  <a:lnTo>
                    <a:pt x="21763" y="600"/>
                  </a:lnTo>
                  <a:lnTo>
                    <a:pt x="22797" y="639"/>
                  </a:lnTo>
                  <a:lnTo>
                    <a:pt x="23832" y="677"/>
                  </a:lnTo>
                  <a:lnTo>
                    <a:pt x="24841" y="728"/>
                  </a:lnTo>
                  <a:lnTo>
                    <a:pt x="25824" y="792"/>
                  </a:lnTo>
                  <a:lnTo>
                    <a:pt x="26782" y="856"/>
                  </a:lnTo>
                  <a:lnTo>
                    <a:pt x="27714" y="932"/>
                  </a:lnTo>
                  <a:lnTo>
                    <a:pt x="28634" y="1022"/>
                  </a:lnTo>
                  <a:lnTo>
                    <a:pt x="29528" y="1111"/>
                  </a:lnTo>
                  <a:lnTo>
                    <a:pt x="30384" y="1213"/>
                  </a:lnTo>
                  <a:lnTo>
                    <a:pt x="31214" y="1316"/>
                  </a:lnTo>
                  <a:lnTo>
                    <a:pt x="32018" y="1431"/>
                  </a:lnTo>
                  <a:lnTo>
                    <a:pt x="32784" y="1545"/>
                  </a:lnTo>
                  <a:lnTo>
                    <a:pt x="33525" y="1673"/>
                  </a:lnTo>
                  <a:lnTo>
                    <a:pt x="34215" y="1801"/>
                  </a:lnTo>
                  <a:lnTo>
                    <a:pt x="34892" y="1941"/>
                  </a:lnTo>
                  <a:lnTo>
                    <a:pt x="35518" y="2082"/>
                  </a:lnTo>
                  <a:lnTo>
                    <a:pt x="36105" y="2235"/>
                  </a:lnTo>
                  <a:lnTo>
                    <a:pt x="36654" y="2388"/>
                  </a:lnTo>
                  <a:lnTo>
                    <a:pt x="37165" y="2542"/>
                  </a:lnTo>
                  <a:lnTo>
                    <a:pt x="37638" y="2708"/>
                  </a:lnTo>
                  <a:lnTo>
                    <a:pt x="38059" y="2874"/>
                  </a:lnTo>
                  <a:lnTo>
                    <a:pt x="38442" y="3052"/>
                  </a:lnTo>
                  <a:lnTo>
                    <a:pt x="38774" y="3219"/>
                  </a:lnTo>
                  <a:lnTo>
                    <a:pt x="39055" y="3410"/>
                  </a:lnTo>
                  <a:lnTo>
                    <a:pt x="39183" y="3499"/>
                  </a:lnTo>
                  <a:lnTo>
                    <a:pt x="39298" y="3589"/>
                  </a:lnTo>
                  <a:lnTo>
                    <a:pt x="39400" y="3678"/>
                  </a:lnTo>
                  <a:lnTo>
                    <a:pt x="39477" y="3780"/>
                  </a:lnTo>
                  <a:lnTo>
                    <a:pt x="39553" y="3870"/>
                  </a:lnTo>
                  <a:lnTo>
                    <a:pt x="39617" y="3959"/>
                  </a:lnTo>
                  <a:lnTo>
                    <a:pt x="39668" y="4061"/>
                  </a:lnTo>
                  <a:lnTo>
                    <a:pt x="39694" y="4151"/>
                  </a:lnTo>
                  <a:lnTo>
                    <a:pt x="39719" y="4253"/>
                  </a:lnTo>
                  <a:lnTo>
                    <a:pt x="39732" y="4355"/>
                  </a:lnTo>
                  <a:lnTo>
                    <a:pt x="39719" y="4432"/>
                  </a:lnTo>
                  <a:lnTo>
                    <a:pt x="39706" y="4521"/>
                  </a:lnTo>
                  <a:lnTo>
                    <a:pt x="39681" y="4598"/>
                  </a:lnTo>
                  <a:lnTo>
                    <a:pt x="39643" y="4687"/>
                  </a:lnTo>
                  <a:lnTo>
                    <a:pt x="39604" y="4764"/>
                  </a:lnTo>
                  <a:lnTo>
                    <a:pt x="39540" y="4853"/>
                  </a:lnTo>
                  <a:lnTo>
                    <a:pt x="39400" y="5006"/>
                  </a:lnTo>
                  <a:lnTo>
                    <a:pt x="39234" y="5173"/>
                  </a:lnTo>
                  <a:lnTo>
                    <a:pt x="39017" y="5326"/>
                  </a:lnTo>
                  <a:lnTo>
                    <a:pt x="38761" y="5479"/>
                  </a:lnTo>
                  <a:lnTo>
                    <a:pt x="38480" y="5632"/>
                  </a:lnTo>
                  <a:lnTo>
                    <a:pt x="39081" y="5428"/>
                  </a:lnTo>
                  <a:lnTo>
                    <a:pt x="39362" y="5313"/>
                  </a:lnTo>
                  <a:lnTo>
                    <a:pt x="39617" y="5211"/>
                  </a:lnTo>
                  <a:lnTo>
                    <a:pt x="39847" y="5096"/>
                  </a:lnTo>
                  <a:lnTo>
                    <a:pt x="40077" y="4981"/>
                  </a:lnTo>
                  <a:lnTo>
                    <a:pt x="40268" y="4879"/>
                  </a:lnTo>
                  <a:lnTo>
                    <a:pt x="40447" y="4764"/>
                  </a:lnTo>
                  <a:lnTo>
                    <a:pt x="40613" y="4636"/>
                  </a:lnTo>
                  <a:lnTo>
                    <a:pt x="40754" y="4521"/>
                  </a:lnTo>
                  <a:lnTo>
                    <a:pt x="40869" y="4406"/>
                  </a:lnTo>
                  <a:lnTo>
                    <a:pt x="40971" y="4291"/>
                  </a:lnTo>
                  <a:lnTo>
                    <a:pt x="41047" y="4164"/>
                  </a:lnTo>
                  <a:lnTo>
                    <a:pt x="41099" y="4036"/>
                  </a:lnTo>
                  <a:lnTo>
                    <a:pt x="41137" y="3921"/>
                  </a:lnTo>
                  <a:lnTo>
                    <a:pt x="41150" y="3793"/>
                  </a:lnTo>
                  <a:lnTo>
                    <a:pt x="41137" y="3691"/>
                  </a:lnTo>
                  <a:lnTo>
                    <a:pt x="41124" y="3602"/>
                  </a:lnTo>
                  <a:lnTo>
                    <a:pt x="41086" y="3499"/>
                  </a:lnTo>
                  <a:lnTo>
                    <a:pt x="41035" y="3410"/>
                  </a:lnTo>
                  <a:lnTo>
                    <a:pt x="40984" y="3308"/>
                  </a:lnTo>
                  <a:lnTo>
                    <a:pt x="40907" y="3219"/>
                  </a:lnTo>
                  <a:lnTo>
                    <a:pt x="40818" y="3116"/>
                  </a:lnTo>
                  <a:lnTo>
                    <a:pt x="40715" y="3027"/>
                  </a:lnTo>
                  <a:lnTo>
                    <a:pt x="40600" y="2938"/>
                  </a:lnTo>
                  <a:lnTo>
                    <a:pt x="40486" y="2848"/>
                  </a:lnTo>
                  <a:lnTo>
                    <a:pt x="40192" y="2669"/>
                  </a:lnTo>
                  <a:lnTo>
                    <a:pt x="39860" y="2491"/>
                  </a:lnTo>
                  <a:lnTo>
                    <a:pt x="39477" y="2312"/>
                  </a:lnTo>
                  <a:lnTo>
                    <a:pt x="39055" y="2146"/>
                  </a:lnTo>
                  <a:lnTo>
                    <a:pt x="38595" y="1980"/>
                  </a:lnTo>
                  <a:lnTo>
                    <a:pt x="38085" y="1826"/>
                  </a:lnTo>
                  <a:lnTo>
                    <a:pt x="37523" y="1673"/>
                  </a:lnTo>
                  <a:lnTo>
                    <a:pt x="36935" y="1520"/>
                  </a:lnTo>
                  <a:lnTo>
                    <a:pt x="36309" y="1379"/>
                  </a:lnTo>
                  <a:lnTo>
                    <a:pt x="35645" y="1239"/>
                  </a:lnTo>
                  <a:lnTo>
                    <a:pt x="34943" y="1111"/>
                  </a:lnTo>
                  <a:lnTo>
                    <a:pt x="34202" y="984"/>
                  </a:lnTo>
                  <a:lnTo>
                    <a:pt x="33436" y="869"/>
                  </a:lnTo>
                  <a:lnTo>
                    <a:pt x="32631" y="754"/>
                  </a:lnTo>
                  <a:lnTo>
                    <a:pt x="31801" y="651"/>
                  </a:lnTo>
                  <a:lnTo>
                    <a:pt x="30945" y="549"/>
                  </a:lnTo>
                  <a:lnTo>
                    <a:pt x="30051" y="460"/>
                  </a:lnTo>
                  <a:lnTo>
                    <a:pt x="29145" y="371"/>
                  </a:lnTo>
                  <a:lnTo>
                    <a:pt x="28200" y="307"/>
                  </a:lnTo>
                  <a:lnTo>
                    <a:pt x="27242" y="230"/>
                  </a:lnTo>
                  <a:lnTo>
                    <a:pt x="26258" y="179"/>
                  </a:lnTo>
                  <a:lnTo>
                    <a:pt x="25250" y="128"/>
                  </a:lnTo>
                  <a:lnTo>
                    <a:pt x="24228" y="77"/>
                  </a:lnTo>
                  <a:lnTo>
                    <a:pt x="23181" y="51"/>
                  </a:lnTo>
                  <a:lnTo>
                    <a:pt x="22121" y="26"/>
                  </a:lnTo>
                  <a:lnTo>
                    <a:pt x="21048" y="13"/>
                  </a:lnTo>
                  <a:lnTo>
                    <a:pt x="19949" y="0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1749449" y="3823250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0" y="1"/>
                  </a:moveTo>
                  <a:lnTo>
                    <a:pt x="0" y="384"/>
                  </a:lnTo>
                  <a:lnTo>
                    <a:pt x="3333" y="384"/>
                  </a:lnTo>
                  <a:lnTo>
                    <a:pt x="4240" y="409"/>
                  </a:lnTo>
                  <a:lnTo>
                    <a:pt x="5045" y="448"/>
                  </a:lnTo>
                  <a:lnTo>
                    <a:pt x="5734" y="511"/>
                  </a:lnTo>
                  <a:lnTo>
                    <a:pt x="6322" y="575"/>
                  </a:lnTo>
                  <a:lnTo>
                    <a:pt x="6564" y="626"/>
                  </a:lnTo>
                  <a:lnTo>
                    <a:pt x="6782" y="665"/>
                  </a:lnTo>
                  <a:lnTo>
                    <a:pt x="6973" y="716"/>
                  </a:lnTo>
                  <a:lnTo>
                    <a:pt x="7126" y="767"/>
                  </a:lnTo>
                  <a:lnTo>
                    <a:pt x="7267" y="831"/>
                  </a:lnTo>
                  <a:lnTo>
                    <a:pt x="7356" y="895"/>
                  </a:lnTo>
                  <a:lnTo>
                    <a:pt x="0" y="895"/>
                  </a:lnTo>
                  <a:lnTo>
                    <a:pt x="0" y="1188"/>
                  </a:lnTo>
                  <a:lnTo>
                    <a:pt x="7458" y="1188"/>
                  </a:lnTo>
                  <a:lnTo>
                    <a:pt x="7433" y="1227"/>
                  </a:lnTo>
                  <a:lnTo>
                    <a:pt x="7395" y="1252"/>
                  </a:lnTo>
                  <a:lnTo>
                    <a:pt x="7292" y="1329"/>
                  </a:lnTo>
                  <a:lnTo>
                    <a:pt x="7152" y="1393"/>
                  </a:lnTo>
                  <a:lnTo>
                    <a:pt x="6973" y="1457"/>
                  </a:lnTo>
                  <a:lnTo>
                    <a:pt x="6756" y="1520"/>
                  </a:lnTo>
                  <a:lnTo>
                    <a:pt x="6501" y="1572"/>
                  </a:lnTo>
                  <a:lnTo>
                    <a:pt x="6207" y="1623"/>
                  </a:lnTo>
                  <a:lnTo>
                    <a:pt x="5862" y="1674"/>
                  </a:lnTo>
                  <a:lnTo>
                    <a:pt x="5492" y="1712"/>
                  </a:lnTo>
                  <a:lnTo>
                    <a:pt x="5083" y="1750"/>
                  </a:lnTo>
                  <a:lnTo>
                    <a:pt x="4138" y="1801"/>
                  </a:lnTo>
                  <a:lnTo>
                    <a:pt x="3052" y="1840"/>
                  </a:lnTo>
                  <a:lnTo>
                    <a:pt x="1801" y="1852"/>
                  </a:lnTo>
                  <a:lnTo>
                    <a:pt x="0" y="1852"/>
                  </a:lnTo>
                  <a:lnTo>
                    <a:pt x="0" y="2210"/>
                  </a:lnTo>
                  <a:lnTo>
                    <a:pt x="2184" y="2644"/>
                  </a:lnTo>
                  <a:lnTo>
                    <a:pt x="4202" y="3053"/>
                  </a:lnTo>
                  <a:lnTo>
                    <a:pt x="6117" y="3449"/>
                  </a:lnTo>
                  <a:lnTo>
                    <a:pt x="8020" y="3858"/>
                  </a:lnTo>
                  <a:lnTo>
                    <a:pt x="11162" y="3858"/>
                  </a:lnTo>
                  <a:lnTo>
                    <a:pt x="9093" y="3411"/>
                  </a:lnTo>
                  <a:lnTo>
                    <a:pt x="7037" y="2976"/>
                  </a:lnTo>
                  <a:lnTo>
                    <a:pt x="5032" y="2555"/>
                  </a:lnTo>
                  <a:lnTo>
                    <a:pt x="3078" y="2185"/>
                  </a:lnTo>
                  <a:lnTo>
                    <a:pt x="3844" y="2172"/>
                  </a:lnTo>
                  <a:lnTo>
                    <a:pt x="4572" y="2159"/>
                  </a:lnTo>
                  <a:lnTo>
                    <a:pt x="5262" y="2133"/>
                  </a:lnTo>
                  <a:lnTo>
                    <a:pt x="5913" y="2108"/>
                  </a:lnTo>
                  <a:lnTo>
                    <a:pt x="6526" y="2057"/>
                  </a:lnTo>
                  <a:lnTo>
                    <a:pt x="7101" y="2018"/>
                  </a:lnTo>
                  <a:lnTo>
                    <a:pt x="7624" y="1955"/>
                  </a:lnTo>
                  <a:lnTo>
                    <a:pt x="8110" y="1904"/>
                  </a:lnTo>
                  <a:lnTo>
                    <a:pt x="8544" y="1827"/>
                  </a:lnTo>
                  <a:lnTo>
                    <a:pt x="8940" y="1750"/>
                  </a:lnTo>
                  <a:lnTo>
                    <a:pt x="9285" y="1674"/>
                  </a:lnTo>
                  <a:lnTo>
                    <a:pt x="9578" y="1584"/>
                  </a:lnTo>
                  <a:lnTo>
                    <a:pt x="9821" y="1495"/>
                  </a:lnTo>
                  <a:lnTo>
                    <a:pt x="10013" y="1393"/>
                  </a:lnTo>
                  <a:lnTo>
                    <a:pt x="10089" y="1342"/>
                  </a:lnTo>
                  <a:lnTo>
                    <a:pt x="10153" y="1291"/>
                  </a:lnTo>
                  <a:lnTo>
                    <a:pt x="10204" y="1239"/>
                  </a:lnTo>
                  <a:lnTo>
                    <a:pt x="10243" y="1188"/>
                  </a:lnTo>
                  <a:lnTo>
                    <a:pt x="13780" y="1188"/>
                  </a:lnTo>
                  <a:lnTo>
                    <a:pt x="13780" y="895"/>
                  </a:lnTo>
                  <a:lnTo>
                    <a:pt x="10204" y="895"/>
                  </a:lnTo>
                  <a:lnTo>
                    <a:pt x="10166" y="844"/>
                  </a:lnTo>
                  <a:lnTo>
                    <a:pt x="10115" y="792"/>
                  </a:lnTo>
                  <a:lnTo>
                    <a:pt x="9974" y="703"/>
                  </a:lnTo>
                  <a:lnTo>
                    <a:pt x="9796" y="614"/>
                  </a:lnTo>
                  <a:lnTo>
                    <a:pt x="9578" y="537"/>
                  </a:lnTo>
                  <a:lnTo>
                    <a:pt x="9323" y="473"/>
                  </a:lnTo>
                  <a:lnTo>
                    <a:pt x="9029" y="409"/>
                  </a:lnTo>
                  <a:lnTo>
                    <a:pt x="8723" y="345"/>
                  </a:lnTo>
                  <a:lnTo>
                    <a:pt x="8378" y="294"/>
                  </a:lnTo>
                  <a:lnTo>
                    <a:pt x="13780" y="294"/>
                  </a:lnTo>
                  <a:lnTo>
                    <a:pt x="13780" y="1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1462987" y="3752349"/>
              <a:ext cx="764264" cy="159790"/>
            </a:xfrm>
            <a:custGeom>
              <a:avLst/>
              <a:gdLst/>
              <a:ahLst/>
              <a:cxnLst/>
              <a:rect l="l" t="t" r="r" b="b"/>
              <a:pathLst>
                <a:path w="51622" h="10793" extrusionOk="0">
                  <a:moveTo>
                    <a:pt x="1" y="0"/>
                  </a:moveTo>
                  <a:lnTo>
                    <a:pt x="1" y="5390"/>
                  </a:lnTo>
                  <a:lnTo>
                    <a:pt x="14" y="5530"/>
                  </a:lnTo>
                  <a:lnTo>
                    <a:pt x="39" y="5671"/>
                  </a:lnTo>
                  <a:lnTo>
                    <a:pt x="77" y="5811"/>
                  </a:lnTo>
                  <a:lnTo>
                    <a:pt x="141" y="5939"/>
                  </a:lnTo>
                  <a:lnTo>
                    <a:pt x="205" y="6080"/>
                  </a:lnTo>
                  <a:lnTo>
                    <a:pt x="294" y="6220"/>
                  </a:lnTo>
                  <a:lnTo>
                    <a:pt x="409" y="6348"/>
                  </a:lnTo>
                  <a:lnTo>
                    <a:pt x="524" y="6475"/>
                  </a:lnTo>
                  <a:lnTo>
                    <a:pt x="665" y="6616"/>
                  </a:lnTo>
                  <a:lnTo>
                    <a:pt x="818" y="6744"/>
                  </a:lnTo>
                  <a:lnTo>
                    <a:pt x="984" y="6871"/>
                  </a:lnTo>
                  <a:lnTo>
                    <a:pt x="1163" y="6999"/>
                  </a:lnTo>
                  <a:lnTo>
                    <a:pt x="1354" y="7127"/>
                  </a:lnTo>
                  <a:lnTo>
                    <a:pt x="1572" y="7242"/>
                  </a:lnTo>
                  <a:lnTo>
                    <a:pt x="1789" y="7369"/>
                  </a:lnTo>
                  <a:lnTo>
                    <a:pt x="2031" y="7497"/>
                  </a:lnTo>
                  <a:lnTo>
                    <a:pt x="2542" y="7727"/>
                  </a:lnTo>
                  <a:lnTo>
                    <a:pt x="3117" y="7970"/>
                  </a:lnTo>
                  <a:lnTo>
                    <a:pt x="3743" y="8187"/>
                  </a:lnTo>
                  <a:lnTo>
                    <a:pt x="4407" y="8404"/>
                  </a:lnTo>
                  <a:lnTo>
                    <a:pt x="5135" y="8621"/>
                  </a:lnTo>
                  <a:lnTo>
                    <a:pt x="5901" y="8825"/>
                  </a:lnTo>
                  <a:lnTo>
                    <a:pt x="6706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400" y="9553"/>
                  </a:lnTo>
                  <a:lnTo>
                    <a:pt x="10371" y="9719"/>
                  </a:lnTo>
                  <a:lnTo>
                    <a:pt x="11380" y="9860"/>
                  </a:lnTo>
                  <a:lnTo>
                    <a:pt x="12427" y="10000"/>
                  </a:lnTo>
                  <a:lnTo>
                    <a:pt x="13513" y="10141"/>
                  </a:lnTo>
                  <a:lnTo>
                    <a:pt x="14624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49"/>
                  </a:lnTo>
                  <a:lnTo>
                    <a:pt x="19362" y="10613"/>
                  </a:lnTo>
                  <a:lnTo>
                    <a:pt x="20613" y="10677"/>
                  </a:lnTo>
                  <a:lnTo>
                    <a:pt x="21878" y="10728"/>
                  </a:lnTo>
                  <a:lnTo>
                    <a:pt x="23168" y="10754"/>
                  </a:lnTo>
                  <a:lnTo>
                    <a:pt x="24483" y="10779"/>
                  </a:lnTo>
                  <a:lnTo>
                    <a:pt x="25811" y="10792"/>
                  </a:lnTo>
                  <a:lnTo>
                    <a:pt x="27139" y="10779"/>
                  </a:lnTo>
                  <a:lnTo>
                    <a:pt x="28455" y="10754"/>
                  </a:lnTo>
                  <a:lnTo>
                    <a:pt x="29745" y="10728"/>
                  </a:lnTo>
                  <a:lnTo>
                    <a:pt x="31009" y="10677"/>
                  </a:lnTo>
                  <a:lnTo>
                    <a:pt x="32261" y="10613"/>
                  </a:lnTo>
                  <a:lnTo>
                    <a:pt x="33487" y="10549"/>
                  </a:lnTo>
                  <a:lnTo>
                    <a:pt x="34687" y="10460"/>
                  </a:lnTo>
                  <a:lnTo>
                    <a:pt x="35849" y="10358"/>
                  </a:lnTo>
                  <a:lnTo>
                    <a:pt x="36999" y="10256"/>
                  </a:lnTo>
                  <a:lnTo>
                    <a:pt x="38110" y="10141"/>
                  </a:lnTo>
                  <a:lnTo>
                    <a:pt x="39195" y="10000"/>
                  </a:lnTo>
                  <a:lnTo>
                    <a:pt x="40243" y="9860"/>
                  </a:lnTo>
                  <a:lnTo>
                    <a:pt x="41252" y="9719"/>
                  </a:lnTo>
                  <a:lnTo>
                    <a:pt x="42222" y="9553"/>
                  </a:lnTo>
                  <a:lnTo>
                    <a:pt x="43167" y="9387"/>
                  </a:lnTo>
                  <a:lnTo>
                    <a:pt x="44061" y="9208"/>
                  </a:lnTo>
                  <a:lnTo>
                    <a:pt x="44917" y="9017"/>
                  </a:lnTo>
                  <a:lnTo>
                    <a:pt x="45722" y="8825"/>
                  </a:lnTo>
                  <a:lnTo>
                    <a:pt x="46488" y="8621"/>
                  </a:lnTo>
                  <a:lnTo>
                    <a:pt x="47216" y="8404"/>
                  </a:lnTo>
                  <a:lnTo>
                    <a:pt x="47880" y="8187"/>
                  </a:lnTo>
                  <a:lnTo>
                    <a:pt x="48506" y="7970"/>
                  </a:lnTo>
                  <a:lnTo>
                    <a:pt x="49068" y="7727"/>
                  </a:lnTo>
                  <a:lnTo>
                    <a:pt x="49591" y="7497"/>
                  </a:lnTo>
                  <a:lnTo>
                    <a:pt x="49834" y="7369"/>
                  </a:lnTo>
                  <a:lnTo>
                    <a:pt x="50051" y="7242"/>
                  </a:lnTo>
                  <a:lnTo>
                    <a:pt x="50268" y="7127"/>
                  </a:lnTo>
                  <a:lnTo>
                    <a:pt x="50460" y="6999"/>
                  </a:lnTo>
                  <a:lnTo>
                    <a:pt x="50638" y="6871"/>
                  </a:lnTo>
                  <a:lnTo>
                    <a:pt x="50804" y="6744"/>
                  </a:lnTo>
                  <a:lnTo>
                    <a:pt x="50958" y="6616"/>
                  </a:lnTo>
                  <a:lnTo>
                    <a:pt x="51098" y="6475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5" y="6080"/>
                  </a:lnTo>
                  <a:lnTo>
                    <a:pt x="51481" y="5939"/>
                  </a:lnTo>
                  <a:lnTo>
                    <a:pt x="51545" y="5811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22" y="5390"/>
                  </a:lnTo>
                  <a:lnTo>
                    <a:pt x="51622" y="0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1462987" y="3672550"/>
              <a:ext cx="764264" cy="159598"/>
            </a:xfrm>
            <a:custGeom>
              <a:avLst/>
              <a:gdLst/>
              <a:ahLst/>
              <a:cxnLst/>
              <a:rect l="l" t="t" r="r" b="b"/>
              <a:pathLst>
                <a:path w="51622" h="10780" extrusionOk="0">
                  <a:moveTo>
                    <a:pt x="24483" y="1"/>
                  </a:moveTo>
                  <a:lnTo>
                    <a:pt x="23168" y="27"/>
                  </a:lnTo>
                  <a:lnTo>
                    <a:pt x="21878" y="65"/>
                  </a:lnTo>
                  <a:lnTo>
                    <a:pt x="20613" y="103"/>
                  </a:lnTo>
                  <a:lnTo>
                    <a:pt x="19362" y="167"/>
                  </a:lnTo>
                  <a:lnTo>
                    <a:pt x="18136" y="244"/>
                  </a:lnTo>
                  <a:lnTo>
                    <a:pt x="16935" y="320"/>
                  </a:lnTo>
                  <a:lnTo>
                    <a:pt x="15760" y="422"/>
                  </a:lnTo>
                  <a:lnTo>
                    <a:pt x="14624" y="525"/>
                  </a:lnTo>
                  <a:lnTo>
                    <a:pt x="13513" y="652"/>
                  </a:lnTo>
                  <a:lnTo>
                    <a:pt x="12427" y="780"/>
                  </a:lnTo>
                  <a:lnTo>
                    <a:pt x="11380" y="921"/>
                  </a:lnTo>
                  <a:lnTo>
                    <a:pt x="10371" y="1074"/>
                  </a:lnTo>
                  <a:lnTo>
                    <a:pt x="9400" y="1227"/>
                  </a:lnTo>
                  <a:lnTo>
                    <a:pt x="8455" y="1406"/>
                  </a:lnTo>
                  <a:lnTo>
                    <a:pt x="7561" y="1572"/>
                  </a:lnTo>
                  <a:lnTo>
                    <a:pt x="6706" y="1763"/>
                  </a:lnTo>
                  <a:lnTo>
                    <a:pt x="5901" y="1955"/>
                  </a:lnTo>
                  <a:lnTo>
                    <a:pt x="5135" y="2159"/>
                  </a:lnTo>
                  <a:lnTo>
                    <a:pt x="4407" y="2376"/>
                  </a:lnTo>
                  <a:lnTo>
                    <a:pt x="3743" y="2594"/>
                  </a:lnTo>
                  <a:lnTo>
                    <a:pt x="3117" y="2823"/>
                  </a:lnTo>
                  <a:lnTo>
                    <a:pt x="2542" y="3053"/>
                  </a:lnTo>
                  <a:lnTo>
                    <a:pt x="2031" y="3296"/>
                  </a:lnTo>
                  <a:lnTo>
                    <a:pt x="1789" y="3411"/>
                  </a:lnTo>
                  <a:lnTo>
                    <a:pt x="1572" y="3539"/>
                  </a:lnTo>
                  <a:lnTo>
                    <a:pt x="1354" y="3666"/>
                  </a:lnTo>
                  <a:lnTo>
                    <a:pt x="1163" y="3794"/>
                  </a:lnTo>
                  <a:lnTo>
                    <a:pt x="984" y="3909"/>
                  </a:lnTo>
                  <a:lnTo>
                    <a:pt x="818" y="4049"/>
                  </a:lnTo>
                  <a:lnTo>
                    <a:pt x="665" y="4177"/>
                  </a:lnTo>
                  <a:lnTo>
                    <a:pt x="524" y="4305"/>
                  </a:lnTo>
                  <a:lnTo>
                    <a:pt x="409" y="4433"/>
                  </a:lnTo>
                  <a:lnTo>
                    <a:pt x="294" y="4573"/>
                  </a:lnTo>
                  <a:lnTo>
                    <a:pt x="205" y="4701"/>
                  </a:lnTo>
                  <a:lnTo>
                    <a:pt x="141" y="4841"/>
                  </a:lnTo>
                  <a:lnTo>
                    <a:pt x="77" y="4982"/>
                  </a:lnTo>
                  <a:lnTo>
                    <a:pt x="39" y="5109"/>
                  </a:lnTo>
                  <a:lnTo>
                    <a:pt x="14" y="5250"/>
                  </a:lnTo>
                  <a:lnTo>
                    <a:pt x="1" y="5390"/>
                  </a:lnTo>
                  <a:lnTo>
                    <a:pt x="14" y="5531"/>
                  </a:lnTo>
                  <a:lnTo>
                    <a:pt x="39" y="5671"/>
                  </a:lnTo>
                  <a:lnTo>
                    <a:pt x="77" y="5812"/>
                  </a:lnTo>
                  <a:lnTo>
                    <a:pt x="141" y="5940"/>
                  </a:lnTo>
                  <a:lnTo>
                    <a:pt x="205" y="6080"/>
                  </a:lnTo>
                  <a:lnTo>
                    <a:pt x="294" y="6208"/>
                  </a:lnTo>
                  <a:lnTo>
                    <a:pt x="409" y="6348"/>
                  </a:lnTo>
                  <a:lnTo>
                    <a:pt x="524" y="6476"/>
                  </a:lnTo>
                  <a:lnTo>
                    <a:pt x="665" y="6604"/>
                  </a:lnTo>
                  <a:lnTo>
                    <a:pt x="818" y="6744"/>
                  </a:lnTo>
                  <a:lnTo>
                    <a:pt x="984" y="6872"/>
                  </a:lnTo>
                  <a:lnTo>
                    <a:pt x="1163" y="7000"/>
                  </a:lnTo>
                  <a:lnTo>
                    <a:pt x="1354" y="7115"/>
                  </a:lnTo>
                  <a:lnTo>
                    <a:pt x="1572" y="7242"/>
                  </a:lnTo>
                  <a:lnTo>
                    <a:pt x="1789" y="7370"/>
                  </a:lnTo>
                  <a:lnTo>
                    <a:pt x="2031" y="7485"/>
                  </a:lnTo>
                  <a:lnTo>
                    <a:pt x="2542" y="7728"/>
                  </a:lnTo>
                  <a:lnTo>
                    <a:pt x="3117" y="7957"/>
                  </a:lnTo>
                  <a:lnTo>
                    <a:pt x="3743" y="8187"/>
                  </a:lnTo>
                  <a:lnTo>
                    <a:pt x="4407" y="8404"/>
                  </a:lnTo>
                  <a:lnTo>
                    <a:pt x="5135" y="8622"/>
                  </a:lnTo>
                  <a:lnTo>
                    <a:pt x="5901" y="8826"/>
                  </a:lnTo>
                  <a:lnTo>
                    <a:pt x="6706" y="9017"/>
                  </a:lnTo>
                  <a:lnTo>
                    <a:pt x="7561" y="9209"/>
                  </a:lnTo>
                  <a:lnTo>
                    <a:pt x="8455" y="9388"/>
                  </a:lnTo>
                  <a:lnTo>
                    <a:pt x="9400" y="9554"/>
                  </a:lnTo>
                  <a:lnTo>
                    <a:pt x="10371" y="9707"/>
                  </a:lnTo>
                  <a:lnTo>
                    <a:pt x="11380" y="9860"/>
                  </a:lnTo>
                  <a:lnTo>
                    <a:pt x="12427" y="10001"/>
                  </a:lnTo>
                  <a:lnTo>
                    <a:pt x="13513" y="10129"/>
                  </a:lnTo>
                  <a:lnTo>
                    <a:pt x="14624" y="10256"/>
                  </a:lnTo>
                  <a:lnTo>
                    <a:pt x="15760" y="10358"/>
                  </a:lnTo>
                  <a:lnTo>
                    <a:pt x="16935" y="10461"/>
                  </a:lnTo>
                  <a:lnTo>
                    <a:pt x="18136" y="10537"/>
                  </a:lnTo>
                  <a:lnTo>
                    <a:pt x="19362" y="10614"/>
                  </a:lnTo>
                  <a:lnTo>
                    <a:pt x="20613" y="10678"/>
                  </a:lnTo>
                  <a:lnTo>
                    <a:pt x="21878" y="10716"/>
                  </a:lnTo>
                  <a:lnTo>
                    <a:pt x="23168" y="10754"/>
                  </a:lnTo>
                  <a:lnTo>
                    <a:pt x="24483" y="10780"/>
                  </a:lnTo>
                  <a:lnTo>
                    <a:pt x="27139" y="10780"/>
                  </a:lnTo>
                  <a:lnTo>
                    <a:pt x="28455" y="10754"/>
                  </a:lnTo>
                  <a:lnTo>
                    <a:pt x="29745" y="10716"/>
                  </a:lnTo>
                  <a:lnTo>
                    <a:pt x="31009" y="10678"/>
                  </a:lnTo>
                  <a:lnTo>
                    <a:pt x="32261" y="10614"/>
                  </a:lnTo>
                  <a:lnTo>
                    <a:pt x="33487" y="10537"/>
                  </a:lnTo>
                  <a:lnTo>
                    <a:pt x="34687" y="10461"/>
                  </a:lnTo>
                  <a:lnTo>
                    <a:pt x="35849" y="10358"/>
                  </a:lnTo>
                  <a:lnTo>
                    <a:pt x="36999" y="10256"/>
                  </a:lnTo>
                  <a:lnTo>
                    <a:pt x="38110" y="10129"/>
                  </a:lnTo>
                  <a:lnTo>
                    <a:pt x="39195" y="10001"/>
                  </a:lnTo>
                  <a:lnTo>
                    <a:pt x="40243" y="9860"/>
                  </a:lnTo>
                  <a:lnTo>
                    <a:pt x="41252" y="9707"/>
                  </a:lnTo>
                  <a:lnTo>
                    <a:pt x="42222" y="9554"/>
                  </a:lnTo>
                  <a:lnTo>
                    <a:pt x="43167" y="9388"/>
                  </a:lnTo>
                  <a:lnTo>
                    <a:pt x="44061" y="9209"/>
                  </a:lnTo>
                  <a:lnTo>
                    <a:pt x="44917" y="9017"/>
                  </a:lnTo>
                  <a:lnTo>
                    <a:pt x="45722" y="8826"/>
                  </a:lnTo>
                  <a:lnTo>
                    <a:pt x="46488" y="8622"/>
                  </a:lnTo>
                  <a:lnTo>
                    <a:pt x="47216" y="8404"/>
                  </a:lnTo>
                  <a:lnTo>
                    <a:pt x="47880" y="8187"/>
                  </a:lnTo>
                  <a:lnTo>
                    <a:pt x="48506" y="7957"/>
                  </a:lnTo>
                  <a:lnTo>
                    <a:pt x="49068" y="7728"/>
                  </a:lnTo>
                  <a:lnTo>
                    <a:pt x="49591" y="7485"/>
                  </a:lnTo>
                  <a:lnTo>
                    <a:pt x="49834" y="7370"/>
                  </a:lnTo>
                  <a:lnTo>
                    <a:pt x="50051" y="7242"/>
                  </a:lnTo>
                  <a:lnTo>
                    <a:pt x="50268" y="7115"/>
                  </a:lnTo>
                  <a:lnTo>
                    <a:pt x="50460" y="7000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8" y="6604"/>
                  </a:lnTo>
                  <a:lnTo>
                    <a:pt x="51098" y="6476"/>
                  </a:lnTo>
                  <a:lnTo>
                    <a:pt x="51213" y="6348"/>
                  </a:lnTo>
                  <a:lnTo>
                    <a:pt x="51315" y="6208"/>
                  </a:lnTo>
                  <a:lnTo>
                    <a:pt x="51405" y="6080"/>
                  </a:lnTo>
                  <a:lnTo>
                    <a:pt x="51481" y="5940"/>
                  </a:lnTo>
                  <a:lnTo>
                    <a:pt x="51545" y="5812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22" y="5390"/>
                  </a:lnTo>
                  <a:lnTo>
                    <a:pt x="51609" y="5250"/>
                  </a:lnTo>
                  <a:lnTo>
                    <a:pt x="51583" y="5109"/>
                  </a:lnTo>
                  <a:lnTo>
                    <a:pt x="51545" y="4982"/>
                  </a:lnTo>
                  <a:lnTo>
                    <a:pt x="51481" y="4841"/>
                  </a:lnTo>
                  <a:lnTo>
                    <a:pt x="51405" y="4701"/>
                  </a:lnTo>
                  <a:lnTo>
                    <a:pt x="51315" y="4573"/>
                  </a:lnTo>
                  <a:lnTo>
                    <a:pt x="51213" y="4433"/>
                  </a:lnTo>
                  <a:lnTo>
                    <a:pt x="51098" y="4305"/>
                  </a:lnTo>
                  <a:lnTo>
                    <a:pt x="50958" y="4177"/>
                  </a:lnTo>
                  <a:lnTo>
                    <a:pt x="50804" y="4049"/>
                  </a:lnTo>
                  <a:lnTo>
                    <a:pt x="50638" y="3909"/>
                  </a:lnTo>
                  <a:lnTo>
                    <a:pt x="50460" y="3794"/>
                  </a:lnTo>
                  <a:lnTo>
                    <a:pt x="50268" y="3666"/>
                  </a:lnTo>
                  <a:lnTo>
                    <a:pt x="50051" y="3539"/>
                  </a:lnTo>
                  <a:lnTo>
                    <a:pt x="49834" y="3411"/>
                  </a:lnTo>
                  <a:lnTo>
                    <a:pt x="49591" y="3296"/>
                  </a:lnTo>
                  <a:lnTo>
                    <a:pt x="49068" y="3053"/>
                  </a:lnTo>
                  <a:lnTo>
                    <a:pt x="48506" y="2823"/>
                  </a:lnTo>
                  <a:lnTo>
                    <a:pt x="47880" y="2594"/>
                  </a:lnTo>
                  <a:lnTo>
                    <a:pt x="47216" y="2376"/>
                  </a:lnTo>
                  <a:lnTo>
                    <a:pt x="46488" y="2159"/>
                  </a:lnTo>
                  <a:lnTo>
                    <a:pt x="45722" y="1955"/>
                  </a:lnTo>
                  <a:lnTo>
                    <a:pt x="44917" y="1763"/>
                  </a:lnTo>
                  <a:lnTo>
                    <a:pt x="44061" y="1572"/>
                  </a:lnTo>
                  <a:lnTo>
                    <a:pt x="43167" y="1406"/>
                  </a:lnTo>
                  <a:lnTo>
                    <a:pt x="42222" y="1227"/>
                  </a:lnTo>
                  <a:lnTo>
                    <a:pt x="41252" y="1074"/>
                  </a:lnTo>
                  <a:lnTo>
                    <a:pt x="40243" y="921"/>
                  </a:lnTo>
                  <a:lnTo>
                    <a:pt x="39195" y="780"/>
                  </a:lnTo>
                  <a:lnTo>
                    <a:pt x="38110" y="652"/>
                  </a:lnTo>
                  <a:lnTo>
                    <a:pt x="36999" y="525"/>
                  </a:lnTo>
                  <a:lnTo>
                    <a:pt x="35849" y="422"/>
                  </a:lnTo>
                  <a:lnTo>
                    <a:pt x="34687" y="320"/>
                  </a:lnTo>
                  <a:lnTo>
                    <a:pt x="33487" y="244"/>
                  </a:lnTo>
                  <a:lnTo>
                    <a:pt x="32261" y="167"/>
                  </a:lnTo>
                  <a:lnTo>
                    <a:pt x="31009" y="103"/>
                  </a:lnTo>
                  <a:lnTo>
                    <a:pt x="29745" y="65"/>
                  </a:lnTo>
                  <a:lnTo>
                    <a:pt x="28455" y="27"/>
                  </a:lnTo>
                  <a:lnTo>
                    <a:pt x="27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1531253" y="3686733"/>
              <a:ext cx="627747" cy="112326"/>
            </a:xfrm>
            <a:custGeom>
              <a:avLst/>
              <a:gdLst/>
              <a:ahLst/>
              <a:cxnLst/>
              <a:rect l="l" t="t" r="r" b="b"/>
              <a:pathLst>
                <a:path w="42401" h="7587" extrusionOk="0">
                  <a:moveTo>
                    <a:pt x="21200" y="1"/>
                  </a:moveTo>
                  <a:lnTo>
                    <a:pt x="20115" y="14"/>
                  </a:lnTo>
                  <a:lnTo>
                    <a:pt x="19029" y="26"/>
                  </a:lnTo>
                  <a:lnTo>
                    <a:pt x="17969" y="52"/>
                  </a:lnTo>
                  <a:lnTo>
                    <a:pt x="16922" y="77"/>
                  </a:lnTo>
                  <a:lnTo>
                    <a:pt x="15900" y="129"/>
                  </a:lnTo>
                  <a:lnTo>
                    <a:pt x="14891" y="180"/>
                  </a:lnTo>
                  <a:lnTo>
                    <a:pt x="13908" y="231"/>
                  </a:lnTo>
                  <a:lnTo>
                    <a:pt x="12950" y="307"/>
                  </a:lnTo>
                  <a:lnTo>
                    <a:pt x="12005" y="384"/>
                  </a:lnTo>
                  <a:lnTo>
                    <a:pt x="11098" y="461"/>
                  </a:lnTo>
                  <a:lnTo>
                    <a:pt x="10204" y="550"/>
                  </a:lnTo>
                  <a:lnTo>
                    <a:pt x="9349" y="652"/>
                  </a:lnTo>
                  <a:lnTo>
                    <a:pt x="8518" y="754"/>
                  </a:lnTo>
                  <a:lnTo>
                    <a:pt x="7714" y="869"/>
                  </a:lnTo>
                  <a:lnTo>
                    <a:pt x="6948" y="984"/>
                  </a:lnTo>
                  <a:lnTo>
                    <a:pt x="6207" y="1112"/>
                  </a:lnTo>
                  <a:lnTo>
                    <a:pt x="5504" y="1252"/>
                  </a:lnTo>
                  <a:lnTo>
                    <a:pt x="4840" y="1380"/>
                  </a:lnTo>
                  <a:lnTo>
                    <a:pt x="4215" y="1521"/>
                  </a:lnTo>
                  <a:lnTo>
                    <a:pt x="3627" y="1674"/>
                  </a:lnTo>
                  <a:lnTo>
                    <a:pt x="3078" y="1827"/>
                  </a:lnTo>
                  <a:lnTo>
                    <a:pt x="2567" y="1993"/>
                  </a:lnTo>
                  <a:lnTo>
                    <a:pt x="2095" y="2146"/>
                  </a:lnTo>
                  <a:lnTo>
                    <a:pt x="1673" y="2325"/>
                  </a:lnTo>
                  <a:lnTo>
                    <a:pt x="1290" y="2491"/>
                  </a:lnTo>
                  <a:lnTo>
                    <a:pt x="958" y="2670"/>
                  </a:lnTo>
                  <a:lnTo>
                    <a:pt x="677" y="2849"/>
                  </a:lnTo>
                  <a:lnTo>
                    <a:pt x="549" y="2938"/>
                  </a:lnTo>
                  <a:lnTo>
                    <a:pt x="434" y="3028"/>
                  </a:lnTo>
                  <a:lnTo>
                    <a:pt x="332" y="3130"/>
                  </a:lnTo>
                  <a:lnTo>
                    <a:pt x="243" y="3219"/>
                  </a:lnTo>
                  <a:lnTo>
                    <a:pt x="179" y="3309"/>
                  </a:lnTo>
                  <a:lnTo>
                    <a:pt x="115" y="3411"/>
                  </a:lnTo>
                  <a:lnTo>
                    <a:pt x="64" y="3500"/>
                  </a:lnTo>
                  <a:lnTo>
                    <a:pt x="26" y="3602"/>
                  </a:lnTo>
                  <a:lnTo>
                    <a:pt x="13" y="3692"/>
                  </a:lnTo>
                  <a:lnTo>
                    <a:pt x="0" y="3794"/>
                  </a:lnTo>
                  <a:lnTo>
                    <a:pt x="13" y="3896"/>
                  </a:lnTo>
                  <a:lnTo>
                    <a:pt x="26" y="3985"/>
                  </a:lnTo>
                  <a:lnTo>
                    <a:pt x="64" y="4088"/>
                  </a:lnTo>
                  <a:lnTo>
                    <a:pt x="115" y="4177"/>
                  </a:lnTo>
                  <a:lnTo>
                    <a:pt x="179" y="4279"/>
                  </a:lnTo>
                  <a:lnTo>
                    <a:pt x="243" y="4369"/>
                  </a:lnTo>
                  <a:lnTo>
                    <a:pt x="332" y="4471"/>
                  </a:lnTo>
                  <a:lnTo>
                    <a:pt x="434" y="4560"/>
                  </a:lnTo>
                  <a:lnTo>
                    <a:pt x="549" y="4650"/>
                  </a:lnTo>
                  <a:lnTo>
                    <a:pt x="677" y="4739"/>
                  </a:lnTo>
                  <a:lnTo>
                    <a:pt x="958" y="4918"/>
                  </a:lnTo>
                  <a:lnTo>
                    <a:pt x="1290" y="5097"/>
                  </a:lnTo>
                  <a:lnTo>
                    <a:pt x="1673" y="5275"/>
                  </a:lnTo>
                  <a:lnTo>
                    <a:pt x="2095" y="5441"/>
                  </a:lnTo>
                  <a:lnTo>
                    <a:pt x="2567" y="5595"/>
                  </a:lnTo>
                  <a:lnTo>
                    <a:pt x="3078" y="5761"/>
                  </a:lnTo>
                  <a:lnTo>
                    <a:pt x="3627" y="5914"/>
                  </a:lnTo>
                  <a:lnTo>
                    <a:pt x="4215" y="6067"/>
                  </a:lnTo>
                  <a:lnTo>
                    <a:pt x="4840" y="6208"/>
                  </a:lnTo>
                  <a:lnTo>
                    <a:pt x="5504" y="6348"/>
                  </a:lnTo>
                  <a:lnTo>
                    <a:pt x="6207" y="6476"/>
                  </a:lnTo>
                  <a:lnTo>
                    <a:pt x="6948" y="6604"/>
                  </a:lnTo>
                  <a:lnTo>
                    <a:pt x="7714" y="6718"/>
                  </a:lnTo>
                  <a:lnTo>
                    <a:pt x="8518" y="6833"/>
                  </a:lnTo>
                  <a:lnTo>
                    <a:pt x="9349" y="6936"/>
                  </a:lnTo>
                  <a:lnTo>
                    <a:pt x="10204" y="7038"/>
                  </a:lnTo>
                  <a:lnTo>
                    <a:pt x="11098" y="7127"/>
                  </a:lnTo>
                  <a:lnTo>
                    <a:pt x="12005" y="7217"/>
                  </a:lnTo>
                  <a:lnTo>
                    <a:pt x="12950" y="7280"/>
                  </a:lnTo>
                  <a:lnTo>
                    <a:pt x="13908" y="7357"/>
                  </a:lnTo>
                  <a:lnTo>
                    <a:pt x="14891" y="7408"/>
                  </a:lnTo>
                  <a:lnTo>
                    <a:pt x="15900" y="7459"/>
                  </a:lnTo>
                  <a:lnTo>
                    <a:pt x="16922" y="7510"/>
                  </a:lnTo>
                  <a:lnTo>
                    <a:pt x="17969" y="7536"/>
                  </a:lnTo>
                  <a:lnTo>
                    <a:pt x="19029" y="7561"/>
                  </a:lnTo>
                  <a:lnTo>
                    <a:pt x="20115" y="7574"/>
                  </a:lnTo>
                  <a:lnTo>
                    <a:pt x="21200" y="7587"/>
                  </a:lnTo>
                  <a:lnTo>
                    <a:pt x="22286" y="7574"/>
                  </a:lnTo>
                  <a:lnTo>
                    <a:pt x="23371" y="7561"/>
                  </a:lnTo>
                  <a:lnTo>
                    <a:pt x="24431" y="7536"/>
                  </a:lnTo>
                  <a:lnTo>
                    <a:pt x="25466" y="7510"/>
                  </a:lnTo>
                  <a:lnTo>
                    <a:pt x="26500" y="7459"/>
                  </a:lnTo>
                  <a:lnTo>
                    <a:pt x="27496" y="7408"/>
                  </a:lnTo>
                  <a:lnTo>
                    <a:pt x="28493" y="7357"/>
                  </a:lnTo>
                  <a:lnTo>
                    <a:pt x="29450" y="7280"/>
                  </a:lnTo>
                  <a:lnTo>
                    <a:pt x="30383" y="7217"/>
                  </a:lnTo>
                  <a:lnTo>
                    <a:pt x="31302" y="7127"/>
                  </a:lnTo>
                  <a:lnTo>
                    <a:pt x="32183" y="7038"/>
                  </a:lnTo>
                  <a:lnTo>
                    <a:pt x="33052" y="6936"/>
                  </a:lnTo>
                  <a:lnTo>
                    <a:pt x="33882" y="6833"/>
                  </a:lnTo>
                  <a:lnTo>
                    <a:pt x="34687" y="6718"/>
                  </a:lnTo>
                  <a:lnTo>
                    <a:pt x="35453" y="6604"/>
                  </a:lnTo>
                  <a:lnTo>
                    <a:pt x="36181" y="6476"/>
                  </a:lnTo>
                  <a:lnTo>
                    <a:pt x="36883" y="6348"/>
                  </a:lnTo>
                  <a:lnTo>
                    <a:pt x="37560" y="6208"/>
                  </a:lnTo>
                  <a:lnTo>
                    <a:pt x="38186" y="6067"/>
                  </a:lnTo>
                  <a:lnTo>
                    <a:pt x="38773" y="5914"/>
                  </a:lnTo>
                  <a:lnTo>
                    <a:pt x="39323" y="5761"/>
                  </a:lnTo>
                  <a:lnTo>
                    <a:pt x="39833" y="5595"/>
                  </a:lnTo>
                  <a:lnTo>
                    <a:pt x="40306" y="5441"/>
                  </a:lnTo>
                  <a:lnTo>
                    <a:pt x="40727" y="5275"/>
                  </a:lnTo>
                  <a:lnTo>
                    <a:pt x="41111" y="5097"/>
                  </a:lnTo>
                  <a:lnTo>
                    <a:pt x="41443" y="4918"/>
                  </a:lnTo>
                  <a:lnTo>
                    <a:pt x="41724" y="4739"/>
                  </a:lnTo>
                  <a:lnTo>
                    <a:pt x="41851" y="4650"/>
                  </a:lnTo>
                  <a:lnTo>
                    <a:pt x="41966" y="4560"/>
                  </a:lnTo>
                  <a:lnTo>
                    <a:pt x="42068" y="4471"/>
                  </a:lnTo>
                  <a:lnTo>
                    <a:pt x="42145" y="4369"/>
                  </a:lnTo>
                  <a:lnTo>
                    <a:pt x="42222" y="4279"/>
                  </a:lnTo>
                  <a:lnTo>
                    <a:pt x="42285" y="4177"/>
                  </a:lnTo>
                  <a:lnTo>
                    <a:pt x="42337" y="4088"/>
                  </a:lnTo>
                  <a:lnTo>
                    <a:pt x="42362" y="3985"/>
                  </a:lnTo>
                  <a:lnTo>
                    <a:pt x="42388" y="3896"/>
                  </a:lnTo>
                  <a:lnTo>
                    <a:pt x="42400" y="3794"/>
                  </a:lnTo>
                  <a:lnTo>
                    <a:pt x="42388" y="3692"/>
                  </a:lnTo>
                  <a:lnTo>
                    <a:pt x="42362" y="3602"/>
                  </a:lnTo>
                  <a:lnTo>
                    <a:pt x="42337" y="3500"/>
                  </a:lnTo>
                  <a:lnTo>
                    <a:pt x="42285" y="3411"/>
                  </a:lnTo>
                  <a:lnTo>
                    <a:pt x="42222" y="3309"/>
                  </a:lnTo>
                  <a:lnTo>
                    <a:pt x="42145" y="3219"/>
                  </a:lnTo>
                  <a:lnTo>
                    <a:pt x="42068" y="3130"/>
                  </a:lnTo>
                  <a:lnTo>
                    <a:pt x="41966" y="3028"/>
                  </a:lnTo>
                  <a:lnTo>
                    <a:pt x="41851" y="2938"/>
                  </a:lnTo>
                  <a:lnTo>
                    <a:pt x="41724" y="2849"/>
                  </a:lnTo>
                  <a:lnTo>
                    <a:pt x="41443" y="2670"/>
                  </a:lnTo>
                  <a:lnTo>
                    <a:pt x="41111" y="2491"/>
                  </a:lnTo>
                  <a:lnTo>
                    <a:pt x="40727" y="2325"/>
                  </a:lnTo>
                  <a:lnTo>
                    <a:pt x="40306" y="2146"/>
                  </a:lnTo>
                  <a:lnTo>
                    <a:pt x="39833" y="1993"/>
                  </a:lnTo>
                  <a:lnTo>
                    <a:pt x="39323" y="1827"/>
                  </a:lnTo>
                  <a:lnTo>
                    <a:pt x="38773" y="1674"/>
                  </a:lnTo>
                  <a:lnTo>
                    <a:pt x="38186" y="1521"/>
                  </a:lnTo>
                  <a:lnTo>
                    <a:pt x="37560" y="1380"/>
                  </a:lnTo>
                  <a:lnTo>
                    <a:pt x="36883" y="1252"/>
                  </a:lnTo>
                  <a:lnTo>
                    <a:pt x="36181" y="1112"/>
                  </a:lnTo>
                  <a:lnTo>
                    <a:pt x="35453" y="984"/>
                  </a:lnTo>
                  <a:lnTo>
                    <a:pt x="34687" y="869"/>
                  </a:lnTo>
                  <a:lnTo>
                    <a:pt x="33882" y="754"/>
                  </a:lnTo>
                  <a:lnTo>
                    <a:pt x="33052" y="652"/>
                  </a:lnTo>
                  <a:lnTo>
                    <a:pt x="32183" y="550"/>
                  </a:lnTo>
                  <a:lnTo>
                    <a:pt x="31302" y="461"/>
                  </a:lnTo>
                  <a:lnTo>
                    <a:pt x="30383" y="384"/>
                  </a:lnTo>
                  <a:lnTo>
                    <a:pt x="29450" y="307"/>
                  </a:lnTo>
                  <a:lnTo>
                    <a:pt x="28493" y="231"/>
                  </a:lnTo>
                  <a:lnTo>
                    <a:pt x="27496" y="180"/>
                  </a:lnTo>
                  <a:lnTo>
                    <a:pt x="26500" y="129"/>
                  </a:lnTo>
                  <a:lnTo>
                    <a:pt x="25466" y="77"/>
                  </a:lnTo>
                  <a:lnTo>
                    <a:pt x="24431" y="52"/>
                  </a:lnTo>
                  <a:lnTo>
                    <a:pt x="23371" y="26"/>
                  </a:lnTo>
                  <a:lnTo>
                    <a:pt x="22286" y="14"/>
                  </a:lnTo>
                  <a:lnTo>
                    <a:pt x="21200" y="1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1540506" y="3686733"/>
              <a:ext cx="609226" cy="83397"/>
            </a:xfrm>
            <a:custGeom>
              <a:avLst/>
              <a:gdLst/>
              <a:ahLst/>
              <a:cxnLst/>
              <a:rect l="l" t="t" r="r" b="b"/>
              <a:pathLst>
                <a:path w="41150" h="5633" extrusionOk="0">
                  <a:moveTo>
                    <a:pt x="19949" y="1"/>
                  </a:moveTo>
                  <a:lnTo>
                    <a:pt x="18251" y="14"/>
                  </a:lnTo>
                  <a:lnTo>
                    <a:pt x="16578" y="52"/>
                  </a:lnTo>
                  <a:lnTo>
                    <a:pt x="14956" y="116"/>
                  </a:lnTo>
                  <a:lnTo>
                    <a:pt x="13372" y="192"/>
                  </a:lnTo>
                  <a:lnTo>
                    <a:pt x="11840" y="295"/>
                  </a:lnTo>
                  <a:lnTo>
                    <a:pt x="10371" y="410"/>
                  </a:lnTo>
                  <a:lnTo>
                    <a:pt x="8966" y="550"/>
                  </a:lnTo>
                  <a:lnTo>
                    <a:pt x="7625" y="716"/>
                  </a:lnTo>
                  <a:lnTo>
                    <a:pt x="6361" y="882"/>
                  </a:lnTo>
                  <a:lnTo>
                    <a:pt x="5186" y="1074"/>
                  </a:lnTo>
                  <a:lnTo>
                    <a:pt x="4075" y="1278"/>
                  </a:lnTo>
                  <a:lnTo>
                    <a:pt x="3564" y="1393"/>
                  </a:lnTo>
                  <a:lnTo>
                    <a:pt x="3066" y="1508"/>
                  </a:lnTo>
                  <a:lnTo>
                    <a:pt x="2593" y="1623"/>
                  </a:lnTo>
                  <a:lnTo>
                    <a:pt x="2146" y="1738"/>
                  </a:lnTo>
                  <a:lnTo>
                    <a:pt x="1725" y="1865"/>
                  </a:lnTo>
                  <a:lnTo>
                    <a:pt x="1329" y="1980"/>
                  </a:lnTo>
                  <a:lnTo>
                    <a:pt x="959" y="2108"/>
                  </a:lnTo>
                  <a:lnTo>
                    <a:pt x="614" y="2249"/>
                  </a:lnTo>
                  <a:lnTo>
                    <a:pt x="295" y="2376"/>
                  </a:lnTo>
                  <a:lnTo>
                    <a:pt x="1" y="2517"/>
                  </a:lnTo>
                  <a:lnTo>
                    <a:pt x="1" y="2517"/>
                  </a:lnTo>
                  <a:lnTo>
                    <a:pt x="716" y="2300"/>
                  </a:lnTo>
                  <a:lnTo>
                    <a:pt x="1508" y="2095"/>
                  </a:lnTo>
                  <a:lnTo>
                    <a:pt x="2376" y="1904"/>
                  </a:lnTo>
                  <a:lnTo>
                    <a:pt x="3296" y="1712"/>
                  </a:lnTo>
                  <a:lnTo>
                    <a:pt x="4292" y="1546"/>
                  </a:lnTo>
                  <a:lnTo>
                    <a:pt x="5352" y="1380"/>
                  </a:lnTo>
                  <a:lnTo>
                    <a:pt x="6463" y="1240"/>
                  </a:lnTo>
                  <a:lnTo>
                    <a:pt x="7638" y="1099"/>
                  </a:lnTo>
                  <a:lnTo>
                    <a:pt x="8851" y="984"/>
                  </a:lnTo>
                  <a:lnTo>
                    <a:pt x="10116" y="869"/>
                  </a:lnTo>
                  <a:lnTo>
                    <a:pt x="11431" y="780"/>
                  </a:lnTo>
                  <a:lnTo>
                    <a:pt x="12785" y="703"/>
                  </a:lnTo>
                  <a:lnTo>
                    <a:pt x="14177" y="639"/>
                  </a:lnTo>
                  <a:lnTo>
                    <a:pt x="15595" y="601"/>
                  </a:lnTo>
                  <a:lnTo>
                    <a:pt x="17050" y="576"/>
                  </a:lnTo>
                  <a:lnTo>
                    <a:pt x="18532" y="563"/>
                  </a:lnTo>
                  <a:lnTo>
                    <a:pt x="19617" y="563"/>
                  </a:lnTo>
                  <a:lnTo>
                    <a:pt x="20703" y="588"/>
                  </a:lnTo>
                  <a:lnTo>
                    <a:pt x="21763" y="601"/>
                  </a:lnTo>
                  <a:lnTo>
                    <a:pt x="22797" y="639"/>
                  </a:lnTo>
                  <a:lnTo>
                    <a:pt x="23832" y="678"/>
                  </a:lnTo>
                  <a:lnTo>
                    <a:pt x="24841" y="729"/>
                  </a:lnTo>
                  <a:lnTo>
                    <a:pt x="25824" y="793"/>
                  </a:lnTo>
                  <a:lnTo>
                    <a:pt x="26782" y="856"/>
                  </a:lnTo>
                  <a:lnTo>
                    <a:pt x="27714" y="933"/>
                  </a:lnTo>
                  <a:lnTo>
                    <a:pt x="28634" y="1023"/>
                  </a:lnTo>
                  <a:lnTo>
                    <a:pt x="29528" y="1112"/>
                  </a:lnTo>
                  <a:lnTo>
                    <a:pt x="30384" y="1214"/>
                  </a:lnTo>
                  <a:lnTo>
                    <a:pt x="31214" y="1316"/>
                  </a:lnTo>
                  <a:lnTo>
                    <a:pt x="32018" y="1431"/>
                  </a:lnTo>
                  <a:lnTo>
                    <a:pt x="32784" y="1546"/>
                  </a:lnTo>
                  <a:lnTo>
                    <a:pt x="33525" y="1674"/>
                  </a:lnTo>
                  <a:lnTo>
                    <a:pt x="34215" y="1802"/>
                  </a:lnTo>
                  <a:lnTo>
                    <a:pt x="34892" y="1942"/>
                  </a:lnTo>
                  <a:lnTo>
                    <a:pt x="35518" y="2083"/>
                  </a:lnTo>
                  <a:lnTo>
                    <a:pt x="36105" y="2236"/>
                  </a:lnTo>
                  <a:lnTo>
                    <a:pt x="36654" y="2389"/>
                  </a:lnTo>
                  <a:lnTo>
                    <a:pt x="37165" y="2542"/>
                  </a:lnTo>
                  <a:lnTo>
                    <a:pt x="37638" y="2708"/>
                  </a:lnTo>
                  <a:lnTo>
                    <a:pt x="38059" y="2874"/>
                  </a:lnTo>
                  <a:lnTo>
                    <a:pt x="38442" y="3053"/>
                  </a:lnTo>
                  <a:lnTo>
                    <a:pt x="38774" y="3232"/>
                  </a:lnTo>
                  <a:lnTo>
                    <a:pt x="39055" y="3411"/>
                  </a:lnTo>
                  <a:lnTo>
                    <a:pt x="39183" y="3500"/>
                  </a:lnTo>
                  <a:lnTo>
                    <a:pt x="39298" y="3590"/>
                  </a:lnTo>
                  <a:lnTo>
                    <a:pt x="39400" y="3679"/>
                  </a:lnTo>
                  <a:lnTo>
                    <a:pt x="39477" y="3781"/>
                  </a:lnTo>
                  <a:lnTo>
                    <a:pt x="39553" y="3871"/>
                  </a:lnTo>
                  <a:lnTo>
                    <a:pt x="39617" y="3960"/>
                  </a:lnTo>
                  <a:lnTo>
                    <a:pt x="39668" y="4062"/>
                  </a:lnTo>
                  <a:lnTo>
                    <a:pt x="39694" y="4164"/>
                  </a:lnTo>
                  <a:lnTo>
                    <a:pt x="39719" y="4254"/>
                  </a:lnTo>
                  <a:lnTo>
                    <a:pt x="39732" y="4356"/>
                  </a:lnTo>
                  <a:lnTo>
                    <a:pt x="39719" y="4432"/>
                  </a:lnTo>
                  <a:lnTo>
                    <a:pt x="39706" y="4522"/>
                  </a:lnTo>
                  <a:lnTo>
                    <a:pt x="39681" y="4598"/>
                  </a:lnTo>
                  <a:lnTo>
                    <a:pt x="39643" y="4688"/>
                  </a:lnTo>
                  <a:lnTo>
                    <a:pt x="39604" y="4764"/>
                  </a:lnTo>
                  <a:lnTo>
                    <a:pt x="39540" y="4854"/>
                  </a:lnTo>
                  <a:lnTo>
                    <a:pt x="39400" y="5007"/>
                  </a:lnTo>
                  <a:lnTo>
                    <a:pt x="39234" y="5173"/>
                  </a:lnTo>
                  <a:lnTo>
                    <a:pt x="39017" y="5326"/>
                  </a:lnTo>
                  <a:lnTo>
                    <a:pt x="38761" y="5480"/>
                  </a:lnTo>
                  <a:lnTo>
                    <a:pt x="38480" y="5633"/>
                  </a:lnTo>
                  <a:lnTo>
                    <a:pt x="39081" y="5429"/>
                  </a:lnTo>
                  <a:lnTo>
                    <a:pt x="39362" y="5314"/>
                  </a:lnTo>
                  <a:lnTo>
                    <a:pt x="39617" y="5211"/>
                  </a:lnTo>
                  <a:lnTo>
                    <a:pt x="39847" y="5097"/>
                  </a:lnTo>
                  <a:lnTo>
                    <a:pt x="40077" y="4994"/>
                  </a:lnTo>
                  <a:lnTo>
                    <a:pt x="40268" y="4879"/>
                  </a:lnTo>
                  <a:lnTo>
                    <a:pt x="40447" y="4764"/>
                  </a:lnTo>
                  <a:lnTo>
                    <a:pt x="40613" y="4650"/>
                  </a:lnTo>
                  <a:lnTo>
                    <a:pt x="40754" y="4522"/>
                  </a:lnTo>
                  <a:lnTo>
                    <a:pt x="40869" y="4407"/>
                  </a:lnTo>
                  <a:lnTo>
                    <a:pt x="40971" y="4292"/>
                  </a:lnTo>
                  <a:lnTo>
                    <a:pt x="41047" y="4164"/>
                  </a:lnTo>
                  <a:lnTo>
                    <a:pt x="41099" y="4037"/>
                  </a:lnTo>
                  <a:lnTo>
                    <a:pt x="41137" y="3922"/>
                  </a:lnTo>
                  <a:lnTo>
                    <a:pt x="41150" y="3794"/>
                  </a:lnTo>
                  <a:lnTo>
                    <a:pt x="41137" y="3692"/>
                  </a:lnTo>
                  <a:lnTo>
                    <a:pt x="41124" y="3602"/>
                  </a:lnTo>
                  <a:lnTo>
                    <a:pt x="41086" y="3500"/>
                  </a:lnTo>
                  <a:lnTo>
                    <a:pt x="41035" y="3411"/>
                  </a:lnTo>
                  <a:lnTo>
                    <a:pt x="40984" y="3309"/>
                  </a:lnTo>
                  <a:lnTo>
                    <a:pt x="40907" y="3219"/>
                  </a:lnTo>
                  <a:lnTo>
                    <a:pt x="40818" y="3130"/>
                  </a:lnTo>
                  <a:lnTo>
                    <a:pt x="40715" y="3028"/>
                  </a:lnTo>
                  <a:lnTo>
                    <a:pt x="40600" y="2938"/>
                  </a:lnTo>
                  <a:lnTo>
                    <a:pt x="40486" y="2849"/>
                  </a:lnTo>
                  <a:lnTo>
                    <a:pt x="40192" y="2670"/>
                  </a:lnTo>
                  <a:lnTo>
                    <a:pt x="39860" y="2491"/>
                  </a:lnTo>
                  <a:lnTo>
                    <a:pt x="39477" y="2325"/>
                  </a:lnTo>
                  <a:lnTo>
                    <a:pt x="39055" y="2146"/>
                  </a:lnTo>
                  <a:lnTo>
                    <a:pt x="38595" y="1993"/>
                  </a:lnTo>
                  <a:lnTo>
                    <a:pt x="38085" y="1827"/>
                  </a:lnTo>
                  <a:lnTo>
                    <a:pt x="37523" y="1674"/>
                  </a:lnTo>
                  <a:lnTo>
                    <a:pt x="36935" y="1521"/>
                  </a:lnTo>
                  <a:lnTo>
                    <a:pt x="36309" y="1380"/>
                  </a:lnTo>
                  <a:lnTo>
                    <a:pt x="35645" y="1252"/>
                  </a:lnTo>
                  <a:lnTo>
                    <a:pt x="34943" y="1112"/>
                  </a:lnTo>
                  <a:lnTo>
                    <a:pt x="34202" y="984"/>
                  </a:lnTo>
                  <a:lnTo>
                    <a:pt x="33436" y="869"/>
                  </a:lnTo>
                  <a:lnTo>
                    <a:pt x="32631" y="754"/>
                  </a:lnTo>
                  <a:lnTo>
                    <a:pt x="31801" y="652"/>
                  </a:lnTo>
                  <a:lnTo>
                    <a:pt x="30945" y="550"/>
                  </a:lnTo>
                  <a:lnTo>
                    <a:pt x="30051" y="461"/>
                  </a:lnTo>
                  <a:lnTo>
                    <a:pt x="29145" y="384"/>
                  </a:lnTo>
                  <a:lnTo>
                    <a:pt x="28200" y="307"/>
                  </a:lnTo>
                  <a:lnTo>
                    <a:pt x="27242" y="231"/>
                  </a:lnTo>
                  <a:lnTo>
                    <a:pt x="26258" y="180"/>
                  </a:lnTo>
                  <a:lnTo>
                    <a:pt x="25250" y="129"/>
                  </a:lnTo>
                  <a:lnTo>
                    <a:pt x="24228" y="77"/>
                  </a:lnTo>
                  <a:lnTo>
                    <a:pt x="23181" y="52"/>
                  </a:lnTo>
                  <a:lnTo>
                    <a:pt x="22121" y="26"/>
                  </a:lnTo>
                  <a:lnTo>
                    <a:pt x="21048" y="14"/>
                  </a:lnTo>
                  <a:lnTo>
                    <a:pt x="19949" y="1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1749449" y="3717749"/>
              <a:ext cx="204028" cy="57118"/>
            </a:xfrm>
            <a:custGeom>
              <a:avLst/>
              <a:gdLst/>
              <a:ahLst/>
              <a:cxnLst/>
              <a:rect l="l" t="t" r="r" b="b"/>
              <a:pathLst>
                <a:path w="13781" h="3858" extrusionOk="0">
                  <a:moveTo>
                    <a:pt x="0" y="0"/>
                  </a:moveTo>
                  <a:lnTo>
                    <a:pt x="0" y="383"/>
                  </a:lnTo>
                  <a:lnTo>
                    <a:pt x="2324" y="383"/>
                  </a:lnTo>
                  <a:lnTo>
                    <a:pt x="3333" y="396"/>
                  </a:lnTo>
                  <a:lnTo>
                    <a:pt x="4240" y="409"/>
                  </a:lnTo>
                  <a:lnTo>
                    <a:pt x="5045" y="447"/>
                  </a:lnTo>
                  <a:lnTo>
                    <a:pt x="5734" y="511"/>
                  </a:lnTo>
                  <a:lnTo>
                    <a:pt x="6322" y="575"/>
                  </a:lnTo>
                  <a:lnTo>
                    <a:pt x="6564" y="626"/>
                  </a:lnTo>
                  <a:lnTo>
                    <a:pt x="6782" y="664"/>
                  </a:lnTo>
                  <a:lnTo>
                    <a:pt x="6973" y="715"/>
                  </a:lnTo>
                  <a:lnTo>
                    <a:pt x="7126" y="767"/>
                  </a:lnTo>
                  <a:lnTo>
                    <a:pt x="7267" y="830"/>
                  </a:lnTo>
                  <a:lnTo>
                    <a:pt x="7356" y="894"/>
                  </a:lnTo>
                  <a:lnTo>
                    <a:pt x="0" y="894"/>
                  </a:lnTo>
                  <a:lnTo>
                    <a:pt x="0" y="1188"/>
                  </a:lnTo>
                  <a:lnTo>
                    <a:pt x="7458" y="1188"/>
                  </a:lnTo>
                  <a:lnTo>
                    <a:pt x="7433" y="1226"/>
                  </a:lnTo>
                  <a:lnTo>
                    <a:pt x="7395" y="1252"/>
                  </a:lnTo>
                  <a:lnTo>
                    <a:pt x="7292" y="1329"/>
                  </a:lnTo>
                  <a:lnTo>
                    <a:pt x="7152" y="1392"/>
                  </a:lnTo>
                  <a:lnTo>
                    <a:pt x="6973" y="1456"/>
                  </a:lnTo>
                  <a:lnTo>
                    <a:pt x="6756" y="1520"/>
                  </a:lnTo>
                  <a:lnTo>
                    <a:pt x="6501" y="1571"/>
                  </a:lnTo>
                  <a:lnTo>
                    <a:pt x="6207" y="1622"/>
                  </a:lnTo>
                  <a:lnTo>
                    <a:pt x="5862" y="1673"/>
                  </a:lnTo>
                  <a:lnTo>
                    <a:pt x="5492" y="1712"/>
                  </a:lnTo>
                  <a:lnTo>
                    <a:pt x="5083" y="1750"/>
                  </a:lnTo>
                  <a:lnTo>
                    <a:pt x="4138" y="1801"/>
                  </a:lnTo>
                  <a:lnTo>
                    <a:pt x="3052" y="1839"/>
                  </a:lnTo>
                  <a:lnTo>
                    <a:pt x="1801" y="1852"/>
                  </a:lnTo>
                  <a:lnTo>
                    <a:pt x="0" y="1852"/>
                  </a:lnTo>
                  <a:lnTo>
                    <a:pt x="0" y="2210"/>
                  </a:lnTo>
                  <a:lnTo>
                    <a:pt x="2184" y="2644"/>
                  </a:lnTo>
                  <a:lnTo>
                    <a:pt x="4202" y="3053"/>
                  </a:lnTo>
                  <a:lnTo>
                    <a:pt x="6117" y="3449"/>
                  </a:lnTo>
                  <a:lnTo>
                    <a:pt x="8020" y="3857"/>
                  </a:lnTo>
                  <a:lnTo>
                    <a:pt x="11162" y="3857"/>
                  </a:lnTo>
                  <a:lnTo>
                    <a:pt x="9093" y="3410"/>
                  </a:lnTo>
                  <a:lnTo>
                    <a:pt x="7037" y="2976"/>
                  </a:lnTo>
                  <a:lnTo>
                    <a:pt x="5032" y="2567"/>
                  </a:lnTo>
                  <a:lnTo>
                    <a:pt x="3078" y="2184"/>
                  </a:lnTo>
                  <a:lnTo>
                    <a:pt x="3844" y="2171"/>
                  </a:lnTo>
                  <a:lnTo>
                    <a:pt x="4572" y="2159"/>
                  </a:lnTo>
                  <a:lnTo>
                    <a:pt x="5262" y="2133"/>
                  </a:lnTo>
                  <a:lnTo>
                    <a:pt x="5913" y="2108"/>
                  </a:lnTo>
                  <a:lnTo>
                    <a:pt x="6526" y="2056"/>
                  </a:lnTo>
                  <a:lnTo>
                    <a:pt x="7101" y="2018"/>
                  </a:lnTo>
                  <a:lnTo>
                    <a:pt x="7624" y="1967"/>
                  </a:lnTo>
                  <a:lnTo>
                    <a:pt x="8110" y="1903"/>
                  </a:lnTo>
                  <a:lnTo>
                    <a:pt x="8544" y="1827"/>
                  </a:lnTo>
                  <a:lnTo>
                    <a:pt x="8940" y="1763"/>
                  </a:lnTo>
                  <a:lnTo>
                    <a:pt x="9285" y="1673"/>
                  </a:lnTo>
                  <a:lnTo>
                    <a:pt x="9578" y="1584"/>
                  </a:lnTo>
                  <a:lnTo>
                    <a:pt x="9821" y="1495"/>
                  </a:lnTo>
                  <a:lnTo>
                    <a:pt x="10013" y="1392"/>
                  </a:lnTo>
                  <a:lnTo>
                    <a:pt x="10089" y="1341"/>
                  </a:lnTo>
                  <a:lnTo>
                    <a:pt x="10153" y="1290"/>
                  </a:lnTo>
                  <a:lnTo>
                    <a:pt x="10204" y="1239"/>
                  </a:lnTo>
                  <a:lnTo>
                    <a:pt x="10243" y="1188"/>
                  </a:lnTo>
                  <a:lnTo>
                    <a:pt x="13780" y="1188"/>
                  </a:lnTo>
                  <a:lnTo>
                    <a:pt x="13780" y="894"/>
                  </a:lnTo>
                  <a:lnTo>
                    <a:pt x="10204" y="894"/>
                  </a:lnTo>
                  <a:lnTo>
                    <a:pt x="10166" y="843"/>
                  </a:lnTo>
                  <a:lnTo>
                    <a:pt x="10115" y="792"/>
                  </a:lnTo>
                  <a:lnTo>
                    <a:pt x="9974" y="703"/>
                  </a:lnTo>
                  <a:lnTo>
                    <a:pt x="9796" y="613"/>
                  </a:lnTo>
                  <a:lnTo>
                    <a:pt x="9578" y="537"/>
                  </a:lnTo>
                  <a:lnTo>
                    <a:pt x="9323" y="473"/>
                  </a:lnTo>
                  <a:lnTo>
                    <a:pt x="9029" y="409"/>
                  </a:lnTo>
                  <a:lnTo>
                    <a:pt x="8723" y="345"/>
                  </a:lnTo>
                  <a:lnTo>
                    <a:pt x="8378" y="294"/>
                  </a:lnTo>
                  <a:lnTo>
                    <a:pt x="13780" y="294"/>
                  </a:lnTo>
                  <a:lnTo>
                    <a:pt x="13780" y="0"/>
                  </a:lnTo>
                  <a:close/>
                </a:path>
              </a:pathLst>
            </a:custGeom>
            <a:solidFill>
              <a:srgbClr val="A18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1462987" y="3646848"/>
              <a:ext cx="764264" cy="159776"/>
            </a:xfrm>
            <a:custGeom>
              <a:avLst/>
              <a:gdLst/>
              <a:ahLst/>
              <a:cxnLst/>
              <a:rect l="l" t="t" r="r" b="b"/>
              <a:pathLst>
                <a:path w="51622" h="10792" extrusionOk="0">
                  <a:moveTo>
                    <a:pt x="1" y="0"/>
                  </a:moveTo>
                  <a:lnTo>
                    <a:pt x="1" y="5390"/>
                  </a:lnTo>
                  <a:lnTo>
                    <a:pt x="14" y="5530"/>
                  </a:lnTo>
                  <a:lnTo>
                    <a:pt x="39" y="5671"/>
                  </a:lnTo>
                  <a:lnTo>
                    <a:pt x="77" y="5811"/>
                  </a:lnTo>
                  <a:lnTo>
                    <a:pt x="141" y="5951"/>
                  </a:lnTo>
                  <a:lnTo>
                    <a:pt x="205" y="6079"/>
                  </a:lnTo>
                  <a:lnTo>
                    <a:pt x="294" y="6220"/>
                  </a:lnTo>
                  <a:lnTo>
                    <a:pt x="409" y="6347"/>
                  </a:lnTo>
                  <a:lnTo>
                    <a:pt x="524" y="6488"/>
                  </a:lnTo>
                  <a:lnTo>
                    <a:pt x="665" y="6616"/>
                  </a:lnTo>
                  <a:lnTo>
                    <a:pt x="818" y="6743"/>
                  </a:lnTo>
                  <a:lnTo>
                    <a:pt x="984" y="6871"/>
                  </a:lnTo>
                  <a:lnTo>
                    <a:pt x="1163" y="6999"/>
                  </a:lnTo>
                  <a:lnTo>
                    <a:pt x="1354" y="7126"/>
                  </a:lnTo>
                  <a:lnTo>
                    <a:pt x="1572" y="7254"/>
                  </a:lnTo>
                  <a:lnTo>
                    <a:pt x="1789" y="7369"/>
                  </a:lnTo>
                  <a:lnTo>
                    <a:pt x="2031" y="7497"/>
                  </a:lnTo>
                  <a:lnTo>
                    <a:pt x="2542" y="7727"/>
                  </a:lnTo>
                  <a:lnTo>
                    <a:pt x="3117" y="7969"/>
                  </a:lnTo>
                  <a:lnTo>
                    <a:pt x="3743" y="8186"/>
                  </a:lnTo>
                  <a:lnTo>
                    <a:pt x="4407" y="8404"/>
                  </a:lnTo>
                  <a:lnTo>
                    <a:pt x="5135" y="8621"/>
                  </a:lnTo>
                  <a:lnTo>
                    <a:pt x="5901" y="8825"/>
                  </a:lnTo>
                  <a:lnTo>
                    <a:pt x="6706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400" y="9553"/>
                  </a:lnTo>
                  <a:lnTo>
                    <a:pt x="10371" y="9719"/>
                  </a:lnTo>
                  <a:lnTo>
                    <a:pt x="11380" y="9872"/>
                  </a:lnTo>
                  <a:lnTo>
                    <a:pt x="12427" y="10013"/>
                  </a:lnTo>
                  <a:lnTo>
                    <a:pt x="13513" y="10140"/>
                  </a:lnTo>
                  <a:lnTo>
                    <a:pt x="14624" y="10255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49"/>
                  </a:lnTo>
                  <a:lnTo>
                    <a:pt x="19362" y="10613"/>
                  </a:lnTo>
                  <a:lnTo>
                    <a:pt x="20613" y="10677"/>
                  </a:lnTo>
                  <a:lnTo>
                    <a:pt x="21878" y="10728"/>
                  </a:lnTo>
                  <a:lnTo>
                    <a:pt x="23168" y="10753"/>
                  </a:lnTo>
                  <a:lnTo>
                    <a:pt x="24483" y="10779"/>
                  </a:lnTo>
                  <a:lnTo>
                    <a:pt x="25811" y="10792"/>
                  </a:lnTo>
                  <a:lnTo>
                    <a:pt x="27139" y="10779"/>
                  </a:lnTo>
                  <a:lnTo>
                    <a:pt x="28455" y="10753"/>
                  </a:lnTo>
                  <a:lnTo>
                    <a:pt x="29745" y="10728"/>
                  </a:lnTo>
                  <a:lnTo>
                    <a:pt x="31009" y="10677"/>
                  </a:lnTo>
                  <a:lnTo>
                    <a:pt x="32261" y="10613"/>
                  </a:lnTo>
                  <a:lnTo>
                    <a:pt x="33487" y="10549"/>
                  </a:lnTo>
                  <a:lnTo>
                    <a:pt x="34687" y="10460"/>
                  </a:lnTo>
                  <a:lnTo>
                    <a:pt x="35849" y="10358"/>
                  </a:lnTo>
                  <a:lnTo>
                    <a:pt x="36999" y="10255"/>
                  </a:lnTo>
                  <a:lnTo>
                    <a:pt x="38110" y="10140"/>
                  </a:lnTo>
                  <a:lnTo>
                    <a:pt x="39195" y="10013"/>
                  </a:lnTo>
                  <a:lnTo>
                    <a:pt x="40243" y="9872"/>
                  </a:lnTo>
                  <a:lnTo>
                    <a:pt x="41252" y="9719"/>
                  </a:lnTo>
                  <a:lnTo>
                    <a:pt x="42222" y="9553"/>
                  </a:lnTo>
                  <a:lnTo>
                    <a:pt x="43167" y="9387"/>
                  </a:lnTo>
                  <a:lnTo>
                    <a:pt x="44061" y="9208"/>
                  </a:lnTo>
                  <a:lnTo>
                    <a:pt x="44917" y="9017"/>
                  </a:lnTo>
                  <a:lnTo>
                    <a:pt x="45722" y="8825"/>
                  </a:lnTo>
                  <a:lnTo>
                    <a:pt x="46488" y="8621"/>
                  </a:lnTo>
                  <a:lnTo>
                    <a:pt x="47216" y="8404"/>
                  </a:lnTo>
                  <a:lnTo>
                    <a:pt x="47880" y="8186"/>
                  </a:lnTo>
                  <a:lnTo>
                    <a:pt x="48506" y="7969"/>
                  </a:lnTo>
                  <a:lnTo>
                    <a:pt x="49068" y="7727"/>
                  </a:lnTo>
                  <a:lnTo>
                    <a:pt x="49591" y="7497"/>
                  </a:lnTo>
                  <a:lnTo>
                    <a:pt x="49834" y="7369"/>
                  </a:lnTo>
                  <a:lnTo>
                    <a:pt x="50051" y="7254"/>
                  </a:lnTo>
                  <a:lnTo>
                    <a:pt x="50268" y="7126"/>
                  </a:lnTo>
                  <a:lnTo>
                    <a:pt x="50460" y="6999"/>
                  </a:lnTo>
                  <a:lnTo>
                    <a:pt x="50638" y="6871"/>
                  </a:lnTo>
                  <a:lnTo>
                    <a:pt x="50804" y="6743"/>
                  </a:lnTo>
                  <a:lnTo>
                    <a:pt x="50958" y="6616"/>
                  </a:lnTo>
                  <a:lnTo>
                    <a:pt x="51098" y="6488"/>
                  </a:lnTo>
                  <a:lnTo>
                    <a:pt x="51213" y="6347"/>
                  </a:lnTo>
                  <a:lnTo>
                    <a:pt x="51315" y="6220"/>
                  </a:lnTo>
                  <a:lnTo>
                    <a:pt x="51405" y="6079"/>
                  </a:lnTo>
                  <a:lnTo>
                    <a:pt x="51481" y="5951"/>
                  </a:lnTo>
                  <a:lnTo>
                    <a:pt x="51545" y="5811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22" y="5390"/>
                  </a:lnTo>
                  <a:lnTo>
                    <a:pt x="51622" y="0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1462987" y="3567049"/>
              <a:ext cx="764264" cy="159598"/>
            </a:xfrm>
            <a:custGeom>
              <a:avLst/>
              <a:gdLst/>
              <a:ahLst/>
              <a:cxnLst/>
              <a:rect l="l" t="t" r="r" b="b"/>
              <a:pathLst>
                <a:path w="51622" h="10780" extrusionOk="0">
                  <a:moveTo>
                    <a:pt x="24483" y="1"/>
                  </a:moveTo>
                  <a:lnTo>
                    <a:pt x="23168" y="26"/>
                  </a:lnTo>
                  <a:lnTo>
                    <a:pt x="21878" y="65"/>
                  </a:lnTo>
                  <a:lnTo>
                    <a:pt x="20613" y="103"/>
                  </a:lnTo>
                  <a:lnTo>
                    <a:pt x="19362" y="167"/>
                  </a:lnTo>
                  <a:lnTo>
                    <a:pt x="18136" y="243"/>
                  </a:lnTo>
                  <a:lnTo>
                    <a:pt x="16935" y="333"/>
                  </a:lnTo>
                  <a:lnTo>
                    <a:pt x="15760" y="422"/>
                  </a:lnTo>
                  <a:lnTo>
                    <a:pt x="14624" y="537"/>
                  </a:lnTo>
                  <a:lnTo>
                    <a:pt x="13513" y="652"/>
                  </a:lnTo>
                  <a:lnTo>
                    <a:pt x="12427" y="780"/>
                  </a:lnTo>
                  <a:lnTo>
                    <a:pt x="11380" y="920"/>
                  </a:lnTo>
                  <a:lnTo>
                    <a:pt x="10371" y="1073"/>
                  </a:lnTo>
                  <a:lnTo>
                    <a:pt x="9400" y="1227"/>
                  </a:lnTo>
                  <a:lnTo>
                    <a:pt x="8455" y="1405"/>
                  </a:lnTo>
                  <a:lnTo>
                    <a:pt x="7561" y="1584"/>
                  </a:lnTo>
                  <a:lnTo>
                    <a:pt x="6706" y="1763"/>
                  </a:lnTo>
                  <a:lnTo>
                    <a:pt x="5901" y="1967"/>
                  </a:lnTo>
                  <a:lnTo>
                    <a:pt x="5135" y="2172"/>
                  </a:lnTo>
                  <a:lnTo>
                    <a:pt x="4407" y="2376"/>
                  </a:lnTo>
                  <a:lnTo>
                    <a:pt x="3743" y="2593"/>
                  </a:lnTo>
                  <a:lnTo>
                    <a:pt x="3117" y="2823"/>
                  </a:lnTo>
                  <a:lnTo>
                    <a:pt x="2542" y="3053"/>
                  </a:lnTo>
                  <a:lnTo>
                    <a:pt x="2031" y="3296"/>
                  </a:lnTo>
                  <a:lnTo>
                    <a:pt x="1789" y="3411"/>
                  </a:lnTo>
                  <a:lnTo>
                    <a:pt x="1572" y="3538"/>
                  </a:lnTo>
                  <a:lnTo>
                    <a:pt x="1354" y="3666"/>
                  </a:lnTo>
                  <a:lnTo>
                    <a:pt x="1163" y="3794"/>
                  </a:lnTo>
                  <a:lnTo>
                    <a:pt x="984" y="3921"/>
                  </a:lnTo>
                  <a:lnTo>
                    <a:pt x="818" y="4049"/>
                  </a:lnTo>
                  <a:lnTo>
                    <a:pt x="665" y="4177"/>
                  </a:lnTo>
                  <a:lnTo>
                    <a:pt x="524" y="4305"/>
                  </a:lnTo>
                  <a:lnTo>
                    <a:pt x="409" y="4432"/>
                  </a:lnTo>
                  <a:lnTo>
                    <a:pt x="294" y="4573"/>
                  </a:lnTo>
                  <a:lnTo>
                    <a:pt x="205" y="4700"/>
                  </a:lnTo>
                  <a:lnTo>
                    <a:pt x="141" y="4841"/>
                  </a:lnTo>
                  <a:lnTo>
                    <a:pt x="77" y="4981"/>
                  </a:lnTo>
                  <a:lnTo>
                    <a:pt x="39" y="5109"/>
                  </a:lnTo>
                  <a:lnTo>
                    <a:pt x="14" y="5250"/>
                  </a:lnTo>
                  <a:lnTo>
                    <a:pt x="1" y="5390"/>
                  </a:lnTo>
                  <a:lnTo>
                    <a:pt x="14" y="5531"/>
                  </a:lnTo>
                  <a:lnTo>
                    <a:pt x="39" y="5671"/>
                  </a:lnTo>
                  <a:lnTo>
                    <a:pt x="77" y="5812"/>
                  </a:lnTo>
                  <a:lnTo>
                    <a:pt x="141" y="5939"/>
                  </a:lnTo>
                  <a:lnTo>
                    <a:pt x="205" y="6080"/>
                  </a:lnTo>
                  <a:lnTo>
                    <a:pt x="294" y="6207"/>
                  </a:lnTo>
                  <a:lnTo>
                    <a:pt x="409" y="6348"/>
                  </a:lnTo>
                  <a:lnTo>
                    <a:pt x="524" y="6476"/>
                  </a:lnTo>
                  <a:lnTo>
                    <a:pt x="665" y="6616"/>
                  </a:lnTo>
                  <a:lnTo>
                    <a:pt x="818" y="6744"/>
                  </a:lnTo>
                  <a:lnTo>
                    <a:pt x="984" y="6872"/>
                  </a:lnTo>
                  <a:lnTo>
                    <a:pt x="1163" y="6999"/>
                  </a:lnTo>
                  <a:lnTo>
                    <a:pt x="1354" y="7127"/>
                  </a:lnTo>
                  <a:lnTo>
                    <a:pt x="1572" y="7242"/>
                  </a:lnTo>
                  <a:lnTo>
                    <a:pt x="1789" y="7370"/>
                  </a:lnTo>
                  <a:lnTo>
                    <a:pt x="2031" y="7497"/>
                  </a:lnTo>
                  <a:lnTo>
                    <a:pt x="2542" y="7727"/>
                  </a:lnTo>
                  <a:lnTo>
                    <a:pt x="3117" y="7957"/>
                  </a:lnTo>
                  <a:lnTo>
                    <a:pt x="3743" y="8187"/>
                  </a:lnTo>
                  <a:lnTo>
                    <a:pt x="4407" y="8404"/>
                  </a:lnTo>
                  <a:lnTo>
                    <a:pt x="5135" y="8621"/>
                  </a:lnTo>
                  <a:lnTo>
                    <a:pt x="5901" y="8826"/>
                  </a:lnTo>
                  <a:lnTo>
                    <a:pt x="6706" y="9017"/>
                  </a:lnTo>
                  <a:lnTo>
                    <a:pt x="7561" y="9209"/>
                  </a:lnTo>
                  <a:lnTo>
                    <a:pt x="8455" y="9387"/>
                  </a:lnTo>
                  <a:lnTo>
                    <a:pt x="9400" y="9554"/>
                  </a:lnTo>
                  <a:lnTo>
                    <a:pt x="10371" y="9720"/>
                  </a:lnTo>
                  <a:lnTo>
                    <a:pt x="11380" y="9860"/>
                  </a:lnTo>
                  <a:lnTo>
                    <a:pt x="12427" y="10001"/>
                  </a:lnTo>
                  <a:lnTo>
                    <a:pt x="13513" y="10128"/>
                  </a:lnTo>
                  <a:lnTo>
                    <a:pt x="14624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37"/>
                  </a:lnTo>
                  <a:lnTo>
                    <a:pt x="19362" y="10614"/>
                  </a:lnTo>
                  <a:lnTo>
                    <a:pt x="20613" y="10677"/>
                  </a:lnTo>
                  <a:lnTo>
                    <a:pt x="21878" y="10728"/>
                  </a:lnTo>
                  <a:lnTo>
                    <a:pt x="23168" y="10754"/>
                  </a:lnTo>
                  <a:lnTo>
                    <a:pt x="24483" y="10780"/>
                  </a:lnTo>
                  <a:lnTo>
                    <a:pt x="27139" y="10780"/>
                  </a:lnTo>
                  <a:lnTo>
                    <a:pt x="28455" y="10754"/>
                  </a:lnTo>
                  <a:lnTo>
                    <a:pt x="29745" y="10728"/>
                  </a:lnTo>
                  <a:lnTo>
                    <a:pt x="31009" y="10677"/>
                  </a:lnTo>
                  <a:lnTo>
                    <a:pt x="32261" y="10614"/>
                  </a:lnTo>
                  <a:lnTo>
                    <a:pt x="33487" y="10537"/>
                  </a:lnTo>
                  <a:lnTo>
                    <a:pt x="34687" y="10460"/>
                  </a:lnTo>
                  <a:lnTo>
                    <a:pt x="35849" y="10358"/>
                  </a:lnTo>
                  <a:lnTo>
                    <a:pt x="36999" y="10256"/>
                  </a:lnTo>
                  <a:lnTo>
                    <a:pt x="38110" y="10128"/>
                  </a:lnTo>
                  <a:lnTo>
                    <a:pt x="39195" y="10001"/>
                  </a:lnTo>
                  <a:lnTo>
                    <a:pt x="40243" y="9860"/>
                  </a:lnTo>
                  <a:lnTo>
                    <a:pt x="41252" y="9720"/>
                  </a:lnTo>
                  <a:lnTo>
                    <a:pt x="42222" y="9554"/>
                  </a:lnTo>
                  <a:lnTo>
                    <a:pt x="43167" y="9387"/>
                  </a:lnTo>
                  <a:lnTo>
                    <a:pt x="44061" y="9209"/>
                  </a:lnTo>
                  <a:lnTo>
                    <a:pt x="44917" y="9017"/>
                  </a:lnTo>
                  <a:lnTo>
                    <a:pt x="45722" y="8826"/>
                  </a:lnTo>
                  <a:lnTo>
                    <a:pt x="46488" y="8621"/>
                  </a:lnTo>
                  <a:lnTo>
                    <a:pt x="47216" y="8404"/>
                  </a:lnTo>
                  <a:lnTo>
                    <a:pt x="47880" y="8187"/>
                  </a:lnTo>
                  <a:lnTo>
                    <a:pt x="48506" y="7957"/>
                  </a:lnTo>
                  <a:lnTo>
                    <a:pt x="49068" y="7727"/>
                  </a:lnTo>
                  <a:lnTo>
                    <a:pt x="49591" y="7497"/>
                  </a:lnTo>
                  <a:lnTo>
                    <a:pt x="49834" y="7370"/>
                  </a:lnTo>
                  <a:lnTo>
                    <a:pt x="50051" y="7242"/>
                  </a:lnTo>
                  <a:lnTo>
                    <a:pt x="50268" y="7127"/>
                  </a:lnTo>
                  <a:lnTo>
                    <a:pt x="50460" y="6999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8" y="6616"/>
                  </a:lnTo>
                  <a:lnTo>
                    <a:pt x="51098" y="6476"/>
                  </a:lnTo>
                  <a:lnTo>
                    <a:pt x="51213" y="6348"/>
                  </a:lnTo>
                  <a:lnTo>
                    <a:pt x="51315" y="6207"/>
                  </a:lnTo>
                  <a:lnTo>
                    <a:pt x="51405" y="6080"/>
                  </a:lnTo>
                  <a:lnTo>
                    <a:pt x="51481" y="5939"/>
                  </a:lnTo>
                  <a:lnTo>
                    <a:pt x="51545" y="5812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22" y="5390"/>
                  </a:lnTo>
                  <a:lnTo>
                    <a:pt x="51609" y="5250"/>
                  </a:lnTo>
                  <a:lnTo>
                    <a:pt x="51583" y="5109"/>
                  </a:lnTo>
                  <a:lnTo>
                    <a:pt x="51545" y="4981"/>
                  </a:lnTo>
                  <a:lnTo>
                    <a:pt x="51481" y="4841"/>
                  </a:lnTo>
                  <a:lnTo>
                    <a:pt x="51405" y="4700"/>
                  </a:lnTo>
                  <a:lnTo>
                    <a:pt x="51315" y="4573"/>
                  </a:lnTo>
                  <a:lnTo>
                    <a:pt x="51213" y="4432"/>
                  </a:lnTo>
                  <a:lnTo>
                    <a:pt x="51098" y="4305"/>
                  </a:lnTo>
                  <a:lnTo>
                    <a:pt x="50958" y="4177"/>
                  </a:lnTo>
                  <a:lnTo>
                    <a:pt x="50804" y="4049"/>
                  </a:lnTo>
                  <a:lnTo>
                    <a:pt x="50638" y="3921"/>
                  </a:lnTo>
                  <a:lnTo>
                    <a:pt x="50460" y="3794"/>
                  </a:lnTo>
                  <a:lnTo>
                    <a:pt x="50268" y="3666"/>
                  </a:lnTo>
                  <a:lnTo>
                    <a:pt x="50051" y="3538"/>
                  </a:lnTo>
                  <a:lnTo>
                    <a:pt x="49834" y="3411"/>
                  </a:lnTo>
                  <a:lnTo>
                    <a:pt x="49591" y="3296"/>
                  </a:lnTo>
                  <a:lnTo>
                    <a:pt x="49068" y="3053"/>
                  </a:lnTo>
                  <a:lnTo>
                    <a:pt x="48506" y="2823"/>
                  </a:lnTo>
                  <a:lnTo>
                    <a:pt x="47880" y="2593"/>
                  </a:lnTo>
                  <a:lnTo>
                    <a:pt x="47216" y="2376"/>
                  </a:lnTo>
                  <a:lnTo>
                    <a:pt x="46488" y="2172"/>
                  </a:lnTo>
                  <a:lnTo>
                    <a:pt x="45722" y="1967"/>
                  </a:lnTo>
                  <a:lnTo>
                    <a:pt x="44917" y="1763"/>
                  </a:lnTo>
                  <a:lnTo>
                    <a:pt x="44061" y="1584"/>
                  </a:lnTo>
                  <a:lnTo>
                    <a:pt x="43167" y="1405"/>
                  </a:lnTo>
                  <a:lnTo>
                    <a:pt x="42222" y="1227"/>
                  </a:lnTo>
                  <a:lnTo>
                    <a:pt x="41252" y="1073"/>
                  </a:lnTo>
                  <a:lnTo>
                    <a:pt x="40243" y="920"/>
                  </a:lnTo>
                  <a:lnTo>
                    <a:pt x="39195" y="780"/>
                  </a:lnTo>
                  <a:lnTo>
                    <a:pt x="38110" y="652"/>
                  </a:lnTo>
                  <a:lnTo>
                    <a:pt x="36999" y="537"/>
                  </a:lnTo>
                  <a:lnTo>
                    <a:pt x="35849" y="422"/>
                  </a:lnTo>
                  <a:lnTo>
                    <a:pt x="34687" y="333"/>
                  </a:lnTo>
                  <a:lnTo>
                    <a:pt x="33487" y="243"/>
                  </a:lnTo>
                  <a:lnTo>
                    <a:pt x="32261" y="167"/>
                  </a:lnTo>
                  <a:lnTo>
                    <a:pt x="31009" y="103"/>
                  </a:lnTo>
                  <a:lnTo>
                    <a:pt x="29745" y="65"/>
                  </a:lnTo>
                  <a:lnTo>
                    <a:pt x="28455" y="26"/>
                  </a:lnTo>
                  <a:lnTo>
                    <a:pt x="27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1531253" y="3581232"/>
              <a:ext cx="627747" cy="112326"/>
            </a:xfrm>
            <a:custGeom>
              <a:avLst/>
              <a:gdLst/>
              <a:ahLst/>
              <a:cxnLst/>
              <a:rect l="l" t="t" r="r" b="b"/>
              <a:pathLst>
                <a:path w="42401" h="7587" extrusionOk="0">
                  <a:moveTo>
                    <a:pt x="21200" y="0"/>
                  </a:moveTo>
                  <a:lnTo>
                    <a:pt x="20115" y="13"/>
                  </a:lnTo>
                  <a:lnTo>
                    <a:pt x="19029" y="26"/>
                  </a:lnTo>
                  <a:lnTo>
                    <a:pt x="17969" y="52"/>
                  </a:lnTo>
                  <a:lnTo>
                    <a:pt x="16922" y="77"/>
                  </a:lnTo>
                  <a:lnTo>
                    <a:pt x="15900" y="128"/>
                  </a:lnTo>
                  <a:lnTo>
                    <a:pt x="14891" y="179"/>
                  </a:lnTo>
                  <a:lnTo>
                    <a:pt x="13908" y="230"/>
                  </a:lnTo>
                  <a:lnTo>
                    <a:pt x="12950" y="307"/>
                  </a:lnTo>
                  <a:lnTo>
                    <a:pt x="12005" y="384"/>
                  </a:lnTo>
                  <a:lnTo>
                    <a:pt x="11098" y="460"/>
                  </a:lnTo>
                  <a:lnTo>
                    <a:pt x="10204" y="550"/>
                  </a:lnTo>
                  <a:lnTo>
                    <a:pt x="9349" y="652"/>
                  </a:lnTo>
                  <a:lnTo>
                    <a:pt x="8518" y="754"/>
                  </a:lnTo>
                  <a:lnTo>
                    <a:pt x="7714" y="869"/>
                  </a:lnTo>
                  <a:lnTo>
                    <a:pt x="6948" y="984"/>
                  </a:lnTo>
                  <a:lnTo>
                    <a:pt x="6207" y="1112"/>
                  </a:lnTo>
                  <a:lnTo>
                    <a:pt x="5504" y="1252"/>
                  </a:lnTo>
                  <a:lnTo>
                    <a:pt x="4840" y="1380"/>
                  </a:lnTo>
                  <a:lnTo>
                    <a:pt x="4215" y="1533"/>
                  </a:lnTo>
                  <a:lnTo>
                    <a:pt x="3627" y="1674"/>
                  </a:lnTo>
                  <a:lnTo>
                    <a:pt x="3078" y="1827"/>
                  </a:lnTo>
                  <a:lnTo>
                    <a:pt x="2567" y="1993"/>
                  </a:lnTo>
                  <a:lnTo>
                    <a:pt x="2095" y="2146"/>
                  </a:lnTo>
                  <a:lnTo>
                    <a:pt x="1673" y="2325"/>
                  </a:lnTo>
                  <a:lnTo>
                    <a:pt x="1290" y="2491"/>
                  </a:lnTo>
                  <a:lnTo>
                    <a:pt x="958" y="2670"/>
                  </a:lnTo>
                  <a:lnTo>
                    <a:pt x="677" y="2848"/>
                  </a:lnTo>
                  <a:lnTo>
                    <a:pt x="549" y="2938"/>
                  </a:lnTo>
                  <a:lnTo>
                    <a:pt x="434" y="3027"/>
                  </a:lnTo>
                  <a:lnTo>
                    <a:pt x="332" y="3129"/>
                  </a:lnTo>
                  <a:lnTo>
                    <a:pt x="243" y="3219"/>
                  </a:lnTo>
                  <a:lnTo>
                    <a:pt x="179" y="3308"/>
                  </a:lnTo>
                  <a:lnTo>
                    <a:pt x="115" y="3410"/>
                  </a:lnTo>
                  <a:lnTo>
                    <a:pt x="64" y="3500"/>
                  </a:lnTo>
                  <a:lnTo>
                    <a:pt x="26" y="3602"/>
                  </a:lnTo>
                  <a:lnTo>
                    <a:pt x="13" y="3691"/>
                  </a:lnTo>
                  <a:lnTo>
                    <a:pt x="0" y="3794"/>
                  </a:lnTo>
                  <a:lnTo>
                    <a:pt x="13" y="3896"/>
                  </a:lnTo>
                  <a:lnTo>
                    <a:pt x="26" y="3985"/>
                  </a:lnTo>
                  <a:lnTo>
                    <a:pt x="64" y="4087"/>
                  </a:lnTo>
                  <a:lnTo>
                    <a:pt x="115" y="4177"/>
                  </a:lnTo>
                  <a:lnTo>
                    <a:pt x="179" y="4279"/>
                  </a:lnTo>
                  <a:lnTo>
                    <a:pt x="243" y="4368"/>
                  </a:lnTo>
                  <a:lnTo>
                    <a:pt x="332" y="4470"/>
                  </a:lnTo>
                  <a:lnTo>
                    <a:pt x="434" y="4560"/>
                  </a:lnTo>
                  <a:lnTo>
                    <a:pt x="549" y="4649"/>
                  </a:lnTo>
                  <a:lnTo>
                    <a:pt x="677" y="4739"/>
                  </a:lnTo>
                  <a:lnTo>
                    <a:pt x="958" y="4917"/>
                  </a:lnTo>
                  <a:lnTo>
                    <a:pt x="1290" y="5096"/>
                  </a:lnTo>
                  <a:lnTo>
                    <a:pt x="1673" y="5275"/>
                  </a:lnTo>
                  <a:lnTo>
                    <a:pt x="2095" y="5441"/>
                  </a:lnTo>
                  <a:lnTo>
                    <a:pt x="2567" y="5607"/>
                  </a:lnTo>
                  <a:lnTo>
                    <a:pt x="3078" y="5760"/>
                  </a:lnTo>
                  <a:lnTo>
                    <a:pt x="3627" y="5914"/>
                  </a:lnTo>
                  <a:lnTo>
                    <a:pt x="4215" y="6067"/>
                  </a:lnTo>
                  <a:lnTo>
                    <a:pt x="4840" y="6207"/>
                  </a:lnTo>
                  <a:lnTo>
                    <a:pt x="5504" y="6348"/>
                  </a:lnTo>
                  <a:lnTo>
                    <a:pt x="6207" y="6475"/>
                  </a:lnTo>
                  <a:lnTo>
                    <a:pt x="6948" y="6603"/>
                  </a:lnTo>
                  <a:lnTo>
                    <a:pt x="7714" y="6718"/>
                  </a:lnTo>
                  <a:lnTo>
                    <a:pt x="8518" y="6833"/>
                  </a:lnTo>
                  <a:lnTo>
                    <a:pt x="9349" y="6935"/>
                  </a:lnTo>
                  <a:lnTo>
                    <a:pt x="10204" y="7037"/>
                  </a:lnTo>
                  <a:lnTo>
                    <a:pt x="11098" y="7127"/>
                  </a:lnTo>
                  <a:lnTo>
                    <a:pt x="12005" y="7216"/>
                  </a:lnTo>
                  <a:lnTo>
                    <a:pt x="12950" y="7293"/>
                  </a:lnTo>
                  <a:lnTo>
                    <a:pt x="13908" y="7357"/>
                  </a:lnTo>
                  <a:lnTo>
                    <a:pt x="14891" y="7421"/>
                  </a:lnTo>
                  <a:lnTo>
                    <a:pt x="15900" y="7472"/>
                  </a:lnTo>
                  <a:lnTo>
                    <a:pt x="16922" y="7510"/>
                  </a:lnTo>
                  <a:lnTo>
                    <a:pt x="17969" y="7536"/>
                  </a:lnTo>
                  <a:lnTo>
                    <a:pt x="19029" y="7561"/>
                  </a:lnTo>
                  <a:lnTo>
                    <a:pt x="20115" y="7574"/>
                  </a:lnTo>
                  <a:lnTo>
                    <a:pt x="21200" y="7587"/>
                  </a:lnTo>
                  <a:lnTo>
                    <a:pt x="22286" y="7574"/>
                  </a:lnTo>
                  <a:lnTo>
                    <a:pt x="23371" y="7561"/>
                  </a:lnTo>
                  <a:lnTo>
                    <a:pt x="24431" y="7536"/>
                  </a:lnTo>
                  <a:lnTo>
                    <a:pt x="25466" y="7510"/>
                  </a:lnTo>
                  <a:lnTo>
                    <a:pt x="26500" y="7472"/>
                  </a:lnTo>
                  <a:lnTo>
                    <a:pt x="27496" y="7421"/>
                  </a:lnTo>
                  <a:lnTo>
                    <a:pt x="28493" y="7357"/>
                  </a:lnTo>
                  <a:lnTo>
                    <a:pt x="29450" y="7293"/>
                  </a:lnTo>
                  <a:lnTo>
                    <a:pt x="30383" y="7216"/>
                  </a:lnTo>
                  <a:lnTo>
                    <a:pt x="31302" y="7127"/>
                  </a:lnTo>
                  <a:lnTo>
                    <a:pt x="32183" y="7037"/>
                  </a:lnTo>
                  <a:lnTo>
                    <a:pt x="33052" y="6935"/>
                  </a:lnTo>
                  <a:lnTo>
                    <a:pt x="33882" y="6833"/>
                  </a:lnTo>
                  <a:lnTo>
                    <a:pt x="34687" y="6718"/>
                  </a:lnTo>
                  <a:lnTo>
                    <a:pt x="35453" y="6603"/>
                  </a:lnTo>
                  <a:lnTo>
                    <a:pt x="36181" y="6475"/>
                  </a:lnTo>
                  <a:lnTo>
                    <a:pt x="36883" y="6348"/>
                  </a:lnTo>
                  <a:lnTo>
                    <a:pt x="37560" y="6207"/>
                  </a:lnTo>
                  <a:lnTo>
                    <a:pt x="38186" y="6067"/>
                  </a:lnTo>
                  <a:lnTo>
                    <a:pt x="38773" y="5914"/>
                  </a:lnTo>
                  <a:lnTo>
                    <a:pt x="39323" y="5760"/>
                  </a:lnTo>
                  <a:lnTo>
                    <a:pt x="39833" y="5607"/>
                  </a:lnTo>
                  <a:lnTo>
                    <a:pt x="40306" y="5441"/>
                  </a:lnTo>
                  <a:lnTo>
                    <a:pt x="40727" y="5275"/>
                  </a:lnTo>
                  <a:lnTo>
                    <a:pt x="41111" y="5096"/>
                  </a:lnTo>
                  <a:lnTo>
                    <a:pt x="41443" y="4917"/>
                  </a:lnTo>
                  <a:lnTo>
                    <a:pt x="41724" y="4739"/>
                  </a:lnTo>
                  <a:lnTo>
                    <a:pt x="41851" y="4649"/>
                  </a:lnTo>
                  <a:lnTo>
                    <a:pt x="41966" y="4560"/>
                  </a:lnTo>
                  <a:lnTo>
                    <a:pt x="42068" y="4470"/>
                  </a:lnTo>
                  <a:lnTo>
                    <a:pt x="42145" y="4368"/>
                  </a:lnTo>
                  <a:lnTo>
                    <a:pt x="42222" y="4279"/>
                  </a:lnTo>
                  <a:lnTo>
                    <a:pt x="42285" y="4177"/>
                  </a:lnTo>
                  <a:lnTo>
                    <a:pt x="42337" y="4087"/>
                  </a:lnTo>
                  <a:lnTo>
                    <a:pt x="42362" y="3985"/>
                  </a:lnTo>
                  <a:lnTo>
                    <a:pt x="42388" y="3896"/>
                  </a:lnTo>
                  <a:lnTo>
                    <a:pt x="42400" y="3794"/>
                  </a:lnTo>
                  <a:lnTo>
                    <a:pt x="42388" y="3691"/>
                  </a:lnTo>
                  <a:lnTo>
                    <a:pt x="42362" y="3602"/>
                  </a:lnTo>
                  <a:lnTo>
                    <a:pt x="42337" y="3500"/>
                  </a:lnTo>
                  <a:lnTo>
                    <a:pt x="42285" y="3410"/>
                  </a:lnTo>
                  <a:lnTo>
                    <a:pt x="42222" y="3308"/>
                  </a:lnTo>
                  <a:lnTo>
                    <a:pt x="42145" y="3219"/>
                  </a:lnTo>
                  <a:lnTo>
                    <a:pt x="42068" y="3129"/>
                  </a:lnTo>
                  <a:lnTo>
                    <a:pt x="41966" y="3027"/>
                  </a:lnTo>
                  <a:lnTo>
                    <a:pt x="41851" y="2938"/>
                  </a:lnTo>
                  <a:lnTo>
                    <a:pt x="41724" y="2848"/>
                  </a:lnTo>
                  <a:lnTo>
                    <a:pt x="41443" y="2670"/>
                  </a:lnTo>
                  <a:lnTo>
                    <a:pt x="41111" y="2491"/>
                  </a:lnTo>
                  <a:lnTo>
                    <a:pt x="40727" y="2325"/>
                  </a:lnTo>
                  <a:lnTo>
                    <a:pt x="40306" y="2146"/>
                  </a:lnTo>
                  <a:lnTo>
                    <a:pt x="39833" y="1993"/>
                  </a:lnTo>
                  <a:lnTo>
                    <a:pt x="39323" y="1827"/>
                  </a:lnTo>
                  <a:lnTo>
                    <a:pt x="38773" y="1674"/>
                  </a:lnTo>
                  <a:lnTo>
                    <a:pt x="38186" y="1533"/>
                  </a:lnTo>
                  <a:lnTo>
                    <a:pt x="37560" y="1380"/>
                  </a:lnTo>
                  <a:lnTo>
                    <a:pt x="36883" y="1252"/>
                  </a:lnTo>
                  <a:lnTo>
                    <a:pt x="36181" y="1112"/>
                  </a:lnTo>
                  <a:lnTo>
                    <a:pt x="35453" y="984"/>
                  </a:lnTo>
                  <a:lnTo>
                    <a:pt x="34687" y="869"/>
                  </a:lnTo>
                  <a:lnTo>
                    <a:pt x="33882" y="754"/>
                  </a:lnTo>
                  <a:lnTo>
                    <a:pt x="33052" y="652"/>
                  </a:lnTo>
                  <a:lnTo>
                    <a:pt x="32183" y="550"/>
                  </a:lnTo>
                  <a:lnTo>
                    <a:pt x="31302" y="460"/>
                  </a:lnTo>
                  <a:lnTo>
                    <a:pt x="30383" y="384"/>
                  </a:lnTo>
                  <a:lnTo>
                    <a:pt x="29450" y="307"/>
                  </a:lnTo>
                  <a:lnTo>
                    <a:pt x="28493" y="230"/>
                  </a:lnTo>
                  <a:lnTo>
                    <a:pt x="27496" y="179"/>
                  </a:lnTo>
                  <a:lnTo>
                    <a:pt x="26500" y="128"/>
                  </a:lnTo>
                  <a:lnTo>
                    <a:pt x="25466" y="77"/>
                  </a:lnTo>
                  <a:lnTo>
                    <a:pt x="24431" y="52"/>
                  </a:lnTo>
                  <a:lnTo>
                    <a:pt x="23371" y="26"/>
                  </a:lnTo>
                  <a:lnTo>
                    <a:pt x="22286" y="13"/>
                  </a:lnTo>
                  <a:lnTo>
                    <a:pt x="21200" y="0"/>
                  </a:lnTo>
                  <a:close/>
                </a:path>
              </a:pathLst>
            </a:custGeom>
            <a:solidFill>
              <a:srgbClr val="EFC0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1540506" y="3581232"/>
              <a:ext cx="609226" cy="83397"/>
            </a:xfrm>
            <a:custGeom>
              <a:avLst/>
              <a:gdLst/>
              <a:ahLst/>
              <a:cxnLst/>
              <a:rect l="l" t="t" r="r" b="b"/>
              <a:pathLst>
                <a:path w="41150" h="5633" extrusionOk="0">
                  <a:moveTo>
                    <a:pt x="19949" y="0"/>
                  </a:moveTo>
                  <a:lnTo>
                    <a:pt x="18251" y="13"/>
                  </a:lnTo>
                  <a:lnTo>
                    <a:pt x="16578" y="52"/>
                  </a:lnTo>
                  <a:lnTo>
                    <a:pt x="14956" y="115"/>
                  </a:lnTo>
                  <a:lnTo>
                    <a:pt x="13372" y="192"/>
                  </a:lnTo>
                  <a:lnTo>
                    <a:pt x="11840" y="294"/>
                  </a:lnTo>
                  <a:lnTo>
                    <a:pt x="10371" y="409"/>
                  </a:lnTo>
                  <a:lnTo>
                    <a:pt x="8966" y="550"/>
                  </a:lnTo>
                  <a:lnTo>
                    <a:pt x="7625" y="716"/>
                  </a:lnTo>
                  <a:lnTo>
                    <a:pt x="6361" y="882"/>
                  </a:lnTo>
                  <a:lnTo>
                    <a:pt x="5186" y="1073"/>
                  </a:lnTo>
                  <a:lnTo>
                    <a:pt x="4075" y="1290"/>
                  </a:lnTo>
                  <a:lnTo>
                    <a:pt x="3564" y="1393"/>
                  </a:lnTo>
                  <a:lnTo>
                    <a:pt x="3066" y="1507"/>
                  </a:lnTo>
                  <a:lnTo>
                    <a:pt x="2593" y="1622"/>
                  </a:lnTo>
                  <a:lnTo>
                    <a:pt x="2146" y="1737"/>
                  </a:lnTo>
                  <a:lnTo>
                    <a:pt x="1725" y="1865"/>
                  </a:lnTo>
                  <a:lnTo>
                    <a:pt x="1329" y="1993"/>
                  </a:lnTo>
                  <a:lnTo>
                    <a:pt x="959" y="2121"/>
                  </a:lnTo>
                  <a:lnTo>
                    <a:pt x="614" y="2248"/>
                  </a:lnTo>
                  <a:lnTo>
                    <a:pt x="295" y="2376"/>
                  </a:lnTo>
                  <a:lnTo>
                    <a:pt x="1" y="2516"/>
                  </a:lnTo>
                  <a:lnTo>
                    <a:pt x="1" y="2516"/>
                  </a:lnTo>
                  <a:lnTo>
                    <a:pt x="716" y="2299"/>
                  </a:lnTo>
                  <a:lnTo>
                    <a:pt x="1508" y="2095"/>
                  </a:lnTo>
                  <a:lnTo>
                    <a:pt x="2376" y="1903"/>
                  </a:lnTo>
                  <a:lnTo>
                    <a:pt x="3296" y="1725"/>
                  </a:lnTo>
                  <a:lnTo>
                    <a:pt x="4292" y="1546"/>
                  </a:lnTo>
                  <a:lnTo>
                    <a:pt x="5352" y="1393"/>
                  </a:lnTo>
                  <a:lnTo>
                    <a:pt x="6463" y="1239"/>
                  </a:lnTo>
                  <a:lnTo>
                    <a:pt x="7638" y="1099"/>
                  </a:lnTo>
                  <a:lnTo>
                    <a:pt x="8851" y="984"/>
                  </a:lnTo>
                  <a:lnTo>
                    <a:pt x="10116" y="869"/>
                  </a:lnTo>
                  <a:lnTo>
                    <a:pt x="11431" y="780"/>
                  </a:lnTo>
                  <a:lnTo>
                    <a:pt x="12785" y="703"/>
                  </a:lnTo>
                  <a:lnTo>
                    <a:pt x="14177" y="639"/>
                  </a:lnTo>
                  <a:lnTo>
                    <a:pt x="15595" y="601"/>
                  </a:lnTo>
                  <a:lnTo>
                    <a:pt x="17050" y="575"/>
                  </a:lnTo>
                  <a:lnTo>
                    <a:pt x="18532" y="562"/>
                  </a:lnTo>
                  <a:lnTo>
                    <a:pt x="19617" y="575"/>
                  </a:lnTo>
                  <a:lnTo>
                    <a:pt x="20703" y="588"/>
                  </a:lnTo>
                  <a:lnTo>
                    <a:pt x="21763" y="614"/>
                  </a:lnTo>
                  <a:lnTo>
                    <a:pt x="22797" y="639"/>
                  </a:lnTo>
                  <a:lnTo>
                    <a:pt x="23832" y="677"/>
                  </a:lnTo>
                  <a:lnTo>
                    <a:pt x="24841" y="728"/>
                  </a:lnTo>
                  <a:lnTo>
                    <a:pt x="25824" y="792"/>
                  </a:lnTo>
                  <a:lnTo>
                    <a:pt x="26782" y="856"/>
                  </a:lnTo>
                  <a:lnTo>
                    <a:pt x="27714" y="933"/>
                  </a:lnTo>
                  <a:lnTo>
                    <a:pt x="28634" y="1022"/>
                  </a:lnTo>
                  <a:lnTo>
                    <a:pt x="29528" y="1112"/>
                  </a:lnTo>
                  <a:lnTo>
                    <a:pt x="30384" y="1214"/>
                  </a:lnTo>
                  <a:lnTo>
                    <a:pt x="31214" y="1316"/>
                  </a:lnTo>
                  <a:lnTo>
                    <a:pt x="32018" y="1431"/>
                  </a:lnTo>
                  <a:lnTo>
                    <a:pt x="32784" y="1546"/>
                  </a:lnTo>
                  <a:lnTo>
                    <a:pt x="33525" y="1674"/>
                  </a:lnTo>
                  <a:lnTo>
                    <a:pt x="34215" y="1801"/>
                  </a:lnTo>
                  <a:lnTo>
                    <a:pt x="34892" y="1942"/>
                  </a:lnTo>
                  <a:lnTo>
                    <a:pt x="35518" y="2082"/>
                  </a:lnTo>
                  <a:lnTo>
                    <a:pt x="36105" y="2235"/>
                  </a:lnTo>
                  <a:lnTo>
                    <a:pt x="36654" y="2389"/>
                  </a:lnTo>
                  <a:lnTo>
                    <a:pt x="37165" y="2542"/>
                  </a:lnTo>
                  <a:lnTo>
                    <a:pt x="37638" y="2708"/>
                  </a:lnTo>
                  <a:lnTo>
                    <a:pt x="38059" y="2874"/>
                  </a:lnTo>
                  <a:lnTo>
                    <a:pt x="38442" y="3053"/>
                  </a:lnTo>
                  <a:lnTo>
                    <a:pt x="38774" y="3232"/>
                  </a:lnTo>
                  <a:lnTo>
                    <a:pt x="39055" y="3410"/>
                  </a:lnTo>
                  <a:lnTo>
                    <a:pt x="39183" y="3500"/>
                  </a:lnTo>
                  <a:lnTo>
                    <a:pt x="39298" y="3589"/>
                  </a:lnTo>
                  <a:lnTo>
                    <a:pt x="39400" y="3679"/>
                  </a:lnTo>
                  <a:lnTo>
                    <a:pt x="39477" y="3781"/>
                  </a:lnTo>
                  <a:lnTo>
                    <a:pt x="39553" y="3870"/>
                  </a:lnTo>
                  <a:lnTo>
                    <a:pt x="39617" y="3972"/>
                  </a:lnTo>
                  <a:lnTo>
                    <a:pt x="39668" y="4062"/>
                  </a:lnTo>
                  <a:lnTo>
                    <a:pt x="39694" y="4164"/>
                  </a:lnTo>
                  <a:lnTo>
                    <a:pt x="39719" y="4253"/>
                  </a:lnTo>
                  <a:lnTo>
                    <a:pt x="39732" y="4355"/>
                  </a:lnTo>
                  <a:lnTo>
                    <a:pt x="39719" y="4432"/>
                  </a:lnTo>
                  <a:lnTo>
                    <a:pt x="39706" y="4522"/>
                  </a:lnTo>
                  <a:lnTo>
                    <a:pt x="39681" y="4611"/>
                  </a:lnTo>
                  <a:lnTo>
                    <a:pt x="39643" y="4688"/>
                  </a:lnTo>
                  <a:lnTo>
                    <a:pt x="39604" y="4764"/>
                  </a:lnTo>
                  <a:lnTo>
                    <a:pt x="39540" y="4854"/>
                  </a:lnTo>
                  <a:lnTo>
                    <a:pt x="39400" y="5007"/>
                  </a:lnTo>
                  <a:lnTo>
                    <a:pt x="39234" y="5173"/>
                  </a:lnTo>
                  <a:lnTo>
                    <a:pt x="39017" y="5326"/>
                  </a:lnTo>
                  <a:lnTo>
                    <a:pt x="38761" y="5479"/>
                  </a:lnTo>
                  <a:lnTo>
                    <a:pt x="38480" y="5633"/>
                  </a:lnTo>
                  <a:lnTo>
                    <a:pt x="39081" y="5428"/>
                  </a:lnTo>
                  <a:lnTo>
                    <a:pt x="39362" y="5326"/>
                  </a:lnTo>
                  <a:lnTo>
                    <a:pt x="39617" y="5211"/>
                  </a:lnTo>
                  <a:lnTo>
                    <a:pt x="39847" y="5096"/>
                  </a:lnTo>
                  <a:lnTo>
                    <a:pt x="40077" y="4994"/>
                  </a:lnTo>
                  <a:lnTo>
                    <a:pt x="40268" y="4879"/>
                  </a:lnTo>
                  <a:lnTo>
                    <a:pt x="40447" y="4764"/>
                  </a:lnTo>
                  <a:lnTo>
                    <a:pt x="40613" y="4649"/>
                  </a:lnTo>
                  <a:lnTo>
                    <a:pt x="40754" y="4522"/>
                  </a:lnTo>
                  <a:lnTo>
                    <a:pt x="40869" y="4407"/>
                  </a:lnTo>
                  <a:lnTo>
                    <a:pt x="40971" y="4292"/>
                  </a:lnTo>
                  <a:lnTo>
                    <a:pt x="41047" y="4164"/>
                  </a:lnTo>
                  <a:lnTo>
                    <a:pt x="41099" y="4049"/>
                  </a:lnTo>
                  <a:lnTo>
                    <a:pt x="41137" y="3921"/>
                  </a:lnTo>
                  <a:lnTo>
                    <a:pt x="41150" y="3794"/>
                  </a:lnTo>
                  <a:lnTo>
                    <a:pt x="41137" y="3691"/>
                  </a:lnTo>
                  <a:lnTo>
                    <a:pt x="41124" y="3602"/>
                  </a:lnTo>
                  <a:lnTo>
                    <a:pt x="41086" y="3500"/>
                  </a:lnTo>
                  <a:lnTo>
                    <a:pt x="41035" y="3410"/>
                  </a:lnTo>
                  <a:lnTo>
                    <a:pt x="40984" y="3308"/>
                  </a:lnTo>
                  <a:lnTo>
                    <a:pt x="40907" y="3219"/>
                  </a:lnTo>
                  <a:lnTo>
                    <a:pt x="40818" y="3129"/>
                  </a:lnTo>
                  <a:lnTo>
                    <a:pt x="40715" y="3027"/>
                  </a:lnTo>
                  <a:lnTo>
                    <a:pt x="40600" y="2938"/>
                  </a:lnTo>
                  <a:lnTo>
                    <a:pt x="40486" y="2848"/>
                  </a:lnTo>
                  <a:lnTo>
                    <a:pt x="40192" y="2670"/>
                  </a:lnTo>
                  <a:lnTo>
                    <a:pt x="39860" y="2491"/>
                  </a:lnTo>
                  <a:lnTo>
                    <a:pt x="39477" y="2325"/>
                  </a:lnTo>
                  <a:lnTo>
                    <a:pt x="39055" y="2146"/>
                  </a:lnTo>
                  <a:lnTo>
                    <a:pt x="38595" y="1993"/>
                  </a:lnTo>
                  <a:lnTo>
                    <a:pt x="38085" y="1827"/>
                  </a:lnTo>
                  <a:lnTo>
                    <a:pt x="37523" y="1674"/>
                  </a:lnTo>
                  <a:lnTo>
                    <a:pt x="36935" y="1533"/>
                  </a:lnTo>
                  <a:lnTo>
                    <a:pt x="36309" y="1380"/>
                  </a:lnTo>
                  <a:lnTo>
                    <a:pt x="35645" y="1252"/>
                  </a:lnTo>
                  <a:lnTo>
                    <a:pt x="34943" y="1112"/>
                  </a:lnTo>
                  <a:lnTo>
                    <a:pt x="34202" y="984"/>
                  </a:lnTo>
                  <a:lnTo>
                    <a:pt x="33436" y="869"/>
                  </a:lnTo>
                  <a:lnTo>
                    <a:pt x="32631" y="754"/>
                  </a:lnTo>
                  <a:lnTo>
                    <a:pt x="31801" y="652"/>
                  </a:lnTo>
                  <a:lnTo>
                    <a:pt x="30945" y="550"/>
                  </a:lnTo>
                  <a:lnTo>
                    <a:pt x="30051" y="460"/>
                  </a:lnTo>
                  <a:lnTo>
                    <a:pt x="29145" y="384"/>
                  </a:lnTo>
                  <a:lnTo>
                    <a:pt x="28200" y="307"/>
                  </a:lnTo>
                  <a:lnTo>
                    <a:pt x="27242" y="230"/>
                  </a:lnTo>
                  <a:lnTo>
                    <a:pt x="26258" y="179"/>
                  </a:lnTo>
                  <a:lnTo>
                    <a:pt x="25250" y="128"/>
                  </a:lnTo>
                  <a:lnTo>
                    <a:pt x="24228" y="77"/>
                  </a:lnTo>
                  <a:lnTo>
                    <a:pt x="23181" y="52"/>
                  </a:lnTo>
                  <a:lnTo>
                    <a:pt x="22121" y="26"/>
                  </a:lnTo>
                  <a:lnTo>
                    <a:pt x="21048" y="13"/>
                  </a:lnTo>
                  <a:lnTo>
                    <a:pt x="19949" y="0"/>
                  </a:lnTo>
                  <a:close/>
                </a:path>
              </a:pathLst>
            </a:custGeom>
            <a:solidFill>
              <a:srgbClr val="D4A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1462987" y="3541333"/>
              <a:ext cx="764264" cy="159790"/>
            </a:xfrm>
            <a:custGeom>
              <a:avLst/>
              <a:gdLst/>
              <a:ahLst/>
              <a:cxnLst/>
              <a:rect l="l" t="t" r="r" b="b"/>
              <a:pathLst>
                <a:path w="51622" h="10793" extrusionOk="0">
                  <a:moveTo>
                    <a:pt x="1" y="1"/>
                  </a:moveTo>
                  <a:lnTo>
                    <a:pt x="1" y="5390"/>
                  </a:lnTo>
                  <a:lnTo>
                    <a:pt x="14" y="5531"/>
                  </a:lnTo>
                  <a:lnTo>
                    <a:pt x="39" y="5671"/>
                  </a:lnTo>
                  <a:lnTo>
                    <a:pt x="77" y="5812"/>
                  </a:lnTo>
                  <a:lnTo>
                    <a:pt x="141" y="5952"/>
                  </a:lnTo>
                  <a:lnTo>
                    <a:pt x="205" y="6080"/>
                  </a:lnTo>
                  <a:lnTo>
                    <a:pt x="294" y="6220"/>
                  </a:lnTo>
                  <a:lnTo>
                    <a:pt x="409" y="6348"/>
                  </a:lnTo>
                  <a:lnTo>
                    <a:pt x="524" y="6489"/>
                  </a:lnTo>
                  <a:lnTo>
                    <a:pt x="665" y="6616"/>
                  </a:lnTo>
                  <a:lnTo>
                    <a:pt x="818" y="6744"/>
                  </a:lnTo>
                  <a:lnTo>
                    <a:pt x="984" y="6872"/>
                  </a:lnTo>
                  <a:lnTo>
                    <a:pt x="1163" y="6999"/>
                  </a:lnTo>
                  <a:lnTo>
                    <a:pt x="1354" y="7127"/>
                  </a:lnTo>
                  <a:lnTo>
                    <a:pt x="1572" y="7255"/>
                  </a:lnTo>
                  <a:lnTo>
                    <a:pt x="1789" y="7370"/>
                  </a:lnTo>
                  <a:lnTo>
                    <a:pt x="2031" y="7497"/>
                  </a:lnTo>
                  <a:lnTo>
                    <a:pt x="2542" y="7740"/>
                  </a:lnTo>
                  <a:lnTo>
                    <a:pt x="3117" y="7970"/>
                  </a:lnTo>
                  <a:lnTo>
                    <a:pt x="3743" y="8187"/>
                  </a:lnTo>
                  <a:lnTo>
                    <a:pt x="4407" y="8417"/>
                  </a:lnTo>
                  <a:lnTo>
                    <a:pt x="5135" y="8621"/>
                  </a:lnTo>
                  <a:lnTo>
                    <a:pt x="5901" y="8826"/>
                  </a:lnTo>
                  <a:lnTo>
                    <a:pt x="6706" y="9017"/>
                  </a:lnTo>
                  <a:lnTo>
                    <a:pt x="7561" y="9209"/>
                  </a:lnTo>
                  <a:lnTo>
                    <a:pt x="8455" y="9388"/>
                  </a:lnTo>
                  <a:lnTo>
                    <a:pt x="9400" y="9554"/>
                  </a:lnTo>
                  <a:lnTo>
                    <a:pt x="10371" y="9720"/>
                  </a:lnTo>
                  <a:lnTo>
                    <a:pt x="11380" y="9873"/>
                  </a:lnTo>
                  <a:lnTo>
                    <a:pt x="12427" y="10013"/>
                  </a:lnTo>
                  <a:lnTo>
                    <a:pt x="13513" y="10141"/>
                  </a:lnTo>
                  <a:lnTo>
                    <a:pt x="14624" y="10256"/>
                  </a:lnTo>
                  <a:lnTo>
                    <a:pt x="15760" y="10371"/>
                  </a:lnTo>
                  <a:lnTo>
                    <a:pt x="16935" y="10460"/>
                  </a:lnTo>
                  <a:lnTo>
                    <a:pt x="18136" y="10550"/>
                  </a:lnTo>
                  <a:lnTo>
                    <a:pt x="19362" y="10614"/>
                  </a:lnTo>
                  <a:lnTo>
                    <a:pt x="20613" y="10677"/>
                  </a:lnTo>
                  <a:lnTo>
                    <a:pt x="21878" y="10729"/>
                  </a:lnTo>
                  <a:lnTo>
                    <a:pt x="23168" y="10767"/>
                  </a:lnTo>
                  <a:lnTo>
                    <a:pt x="24483" y="10780"/>
                  </a:lnTo>
                  <a:lnTo>
                    <a:pt x="25811" y="10792"/>
                  </a:lnTo>
                  <a:lnTo>
                    <a:pt x="27139" y="10780"/>
                  </a:lnTo>
                  <a:lnTo>
                    <a:pt x="28455" y="10767"/>
                  </a:lnTo>
                  <a:lnTo>
                    <a:pt x="29745" y="10729"/>
                  </a:lnTo>
                  <a:lnTo>
                    <a:pt x="31009" y="10677"/>
                  </a:lnTo>
                  <a:lnTo>
                    <a:pt x="32261" y="10614"/>
                  </a:lnTo>
                  <a:lnTo>
                    <a:pt x="33487" y="10550"/>
                  </a:lnTo>
                  <a:lnTo>
                    <a:pt x="34687" y="10460"/>
                  </a:lnTo>
                  <a:lnTo>
                    <a:pt x="35849" y="10371"/>
                  </a:lnTo>
                  <a:lnTo>
                    <a:pt x="36999" y="10256"/>
                  </a:lnTo>
                  <a:lnTo>
                    <a:pt x="38110" y="10141"/>
                  </a:lnTo>
                  <a:lnTo>
                    <a:pt x="39195" y="10013"/>
                  </a:lnTo>
                  <a:lnTo>
                    <a:pt x="40243" y="9873"/>
                  </a:lnTo>
                  <a:lnTo>
                    <a:pt x="41252" y="9720"/>
                  </a:lnTo>
                  <a:lnTo>
                    <a:pt x="42222" y="9554"/>
                  </a:lnTo>
                  <a:lnTo>
                    <a:pt x="43167" y="9388"/>
                  </a:lnTo>
                  <a:lnTo>
                    <a:pt x="44061" y="9209"/>
                  </a:lnTo>
                  <a:lnTo>
                    <a:pt x="44917" y="9017"/>
                  </a:lnTo>
                  <a:lnTo>
                    <a:pt x="45722" y="8826"/>
                  </a:lnTo>
                  <a:lnTo>
                    <a:pt x="46488" y="8621"/>
                  </a:lnTo>
                  <a:lnTo>
                    <a:pt x="47216" y="8417"/>
                  </a:lnTo>
                  <a:lnTo>
                    <a:pt x="47880" y="8187"/>
                  </a:lnTo>
                  <a:lnTo>
                    <a:pt x="48506" y="7970"/>
                  </a:lnTo>
                  <a:lnTo>
                    <a:pt x="49068" y="7740"/>
                  </a:lnTo>
                  <a:lnTo>
                    <a:pt x="49591" y="7497"/>
                  </a:lnTo>
                  <a:lnTo>
                    <a:pt x="49834" y="7370"/>
                  </a:lnTo>
                  <a:lnTo>
                    <a:pt x="50051" y="7255"/>
                  </a:lnTo>
                  <a:lnTo>
                    <a:pt x="50268" y="7127"/>
                  </a:lnTo>
                  <a:lnTo>
                    <a:pt x="50460" y="6999"/>
                  </a:lnTo>
                  <a:lnTo>
                    <a:pt x="50638" y="6872"/>
                  </a:lnTo>
                  <a:lnTo>
                    <a:pt x="50804" y="6744"/>
                  </a:lnTo>
                  <a:lnTo>
                    <a:pt x="50958" y="6616"/>
                  </a:lnTo>
                  <a:lnTo>
                    <a:pt x="51098" y="6489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5" y="6080"/>
                  </a:lnTo>
                  <a:lnTo>
                    <a:pt x="51481" y="5952"/>
                  </a:lnTo>
                  <a:lnTo>
                    <a:pt x="51545" y="5812"/>
                  </a:lnTo>
                  <a:lnTo>
                    <a:pt x="51583" y="5671"/>
                  </a:lnTo>
                  <a:lnTo>
                    <a:pt x="51609" y="5531"/>
                  </a:lnTo>
                  <a:lnTo>
                    <a:pt x="51622" y="5390"/>
                  </a:lnTo>
                  <a:lnTo>
                    <a:pt x="51622" y="1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1462987" y="3461549"/>
              <a:ext cx="764264" cy="159598"/>
            </a:xfrm>
            <a:custGeom>
              <a:avLst/>
              <a:gdLst/>
              <a:ahLst/>
              <a:cxnLst/>
              <a:rect l="l" t="t" r="r" b="b"/>
              <a:pathLst>
                <a:path w="51622" h="10780" extrusionOk="0">
                  <a:moveTo>
                    <a:pt x="25811" y="0"/>
                  </a:moveTo>
                  <a:lnTo>
                    <a:pt x="24483" y="13"/>
                  </a:lnTo>
                  <a:lnTo>
                    <a:pt x="23168" y="26"/>
                  </a:lnTo>
                  <a:lnTo>
                    <a:pt x="21878" y="64"/>
                  </a:lnTo>
                  <a:lnTo>
                    <a:pt x="20613" y="115"/>
                  </a:lnTo>
                  <a:lnTo>
                    <a:pt x="19362" y="166"/>
                  </a:lnTo>
                  <a:lnTo>
                    <a:pt x="18136" y="243"/>
                  </a:lnTo>
                  <a:lnTo>
                    <a:pt x="16935" y="332"/>
                  </a:lnTo>
                  <a:lnTo>
                    <a:pt x="15760" y="422"/>
                  </a:lnTo>
                  <a:lnTo>
                    <a:pt x="14624" y="537"/>
                  </a:lnTo>
                  <a:lnTo>
                    <a:pt x="13513" y="652"/>
                  </a:lnTo>
                  <a:lnTo>
                    <a:pt x="12427" y="779"/>
                  </a:lnTo>
                  <a:lnTo>
                    <a:pt x="11380" y="920"/>
                  </a:lnTo>
                  <a:lnTo>
                    <a:pt x="10371" y="1073"/>
                  </a:lnTo>
                  <a:lnTo>
                    <a:pt x="9400" y="1226"/>
                  </a:lnTo>
                  <a:lnTo>
                    <a:pt x="8455" y="1405"/>
                  </a:lnTo>
                  <a:lnTo>
                    <a:pt x="7561" y="1584"/>
                  </a:lnTo>
                  <a:lnTo>
                    <a:pt x="6706" y="1763"/>
                  </a:lnTo>
                  <a:lnTo>
                    <a:pt x="5901" y="1967"/>
                  </a:lnTo>
                  <a:lnTo>
                    <a:pt x="5135" y="2171"/>
                  </a:lnTo>
                  <a:lnTo>
                    <a:pt x="4407" y="2376"/>
                  </a:lnTo>
                  <a:lnTo>
                    <a:pt x="3743" y="2593"/>
                  </a:lnTo>
                  <a:lnTo>
                    <a:pt x="3117" y="2823"/>
                  </a:lnTo>
                  <a:lnTo>
                    <a:pt x="2542" y="3053"/>
                  </a:lnTo>
                  <a:lnTo>
                    <a:pt x="2031" y="3295"/>
                  </a:lnTo>
                  <a:lnTo>
                    <a:pt x="1789" y="3410"/>
                  </a:lnTo>
                  <a:lnTo>
                    <a:pt x="1572" y="3538"/>
                  </a:lnTo>
                  <a:lnTo>
                    <a:pt x="1354" y="3666"/>
                  </a:lnTo>
                  <a:lnTo>
                    <a:pt x="1163" y="3793"/>
                  </a:lnTo>
                  <a:lnTo>
                    <a:pt x="984" y="3921"/>
                  </a:lnTo>
                  <a:lnTo>
                    <a:pt x="818" y="4049"/>
                  </a:lnTo>
                  <a:lnTo>
                    <a:pt x="665" y="4177"/>
                  </a:lnTo>
                  <a:lnTo>
                    <a:pt x="524" y="4304"/>
                  </a:lnTo>
                  <a:lnTo>
                    <a:pt x="409" y="4432"/>
                  </a:lnTo>
                  <a:lnTo>
                    <a:pt x="294" y="4572"/>
                  </a:lnTo>
                  <a:lnTo>
                    <a:pt x="205" y="4700"/>
                  </a:lnTo>
                  <a:lnTo>
                    <a:pt x="141" y="4841"/>
                  </a:lnTo>
                  <a:lnTo>
                    <a:pt x="77" y="4981"/>
                  </a:lnTo>
                  <a:lnTo>
                    <a:pt x="39" y="5122"/>
                  </a:lnTo>
                  <a:lnTo>
                    <a:pt x="14" y="5249"/>
                  </a:lnTo>
                  <a:lnTo>
                    <a:pt x="1" y="5390"/>
                  </a:lnTo>
                  <a:lnTo>
                    <a:pt x="14" y="5530"/>
                  </a:lnTo>
                  <a:lnTo>
                    <a:pt x="39" y="5671"/>
                  </a:lnTo>
                  <a:lnTo>
                    <a:pt x="77" y="5811"/>
                  </a:lnTo>
                  <a:lnTo>
                    <a:pt x="141" y="5939"/>
                  </a:lnTo>
                  <a:lnTo>
                    <a:pt x="205" y="6079"/>
                  </a:lnTo>
                  <a:lnTo>
                    <a:pt x="294" y="6220"/>
                  </a:lnTo>
                  <a:lnTo>
                    <a:pt x="409" y="6348"/>
                  </a:lnTo>
                  <a:lnTo>
                    <a:pt x="524" y="6475"/>
                  </a:lnTo>
                  <a:lnTo>
                    <a:pt x="665" y="6616"/>
                  </a:lnTo>
                  <a:lnTo>
                    <a:pt x="818" y="6744"/>
                  </a:lnTo>
                  <a:lnTo>
                    <a:pt x="984" y="6871"/>
                  </a:lnTo>
                  <a:lnTo>
                    <a:pt x="1163" y="6999"/>
                  </a:lnTo>
                  <a:lnTo>
                    <a:pt x="1354" y="7127"/>
                  </a:lnTo>
                  <a:lnTo>
                    <a:pt x="1572" y="7242"/>
                  </a:lnTo>
                  <a:lnTo>
                    <a:pt x="1789" y="7369"/>
                  </a:lnTo>
                  <a:lnTo>
                    <a:pt x="2031" y="7497"/>
                  </a:lnTo>
                  <a:lnTo>
                    <a:pt x="2542" y="7727"/>
                  </a:lnTo>
                  <a:lnTo>
                    <a:pt x="3117" y="7970"/>
                  </a:lnTo>
                  <a:lnTo>
                    <a:pt x="3743" y="8187"/>
                  </a:lnTo>
                  <a:lnTo>
                    <a:pt x="4407" y="8404"/>
                  </a:lnTo>
                  <a:lnTo>
                    <a:pt x="5135" y="8621"/>
                  </a:lnTo>
                  <a:lnTo>
                    <a:pt x="5901" y="8825"/>
                  </a:lnTo>
                  <a:lnTo>
                    <a:pt x="6706" y="9017"/>
                  </a:lnTo>
                  <a:lnTo>
                    <a:pt x="7561" y="9208"/>
                  </a:lnTo>
                  <a:lnTo>
                    <a:pt x="8455" y="9387"/>
                  </a:lnTo>
                  <a:lnTo>
                    <a:pt x="9400" y="9553"/>
                  </a:lnTo>
                  <a:lnTo>
                    <a:pt x="10371" y="9719"/>
                  </a:lnTo>
                  <a:lnTo>
                    <a:pt x="11380" y="9860"/>
                  </a:lnTo>
                  <a:lnTo>
                    <a:pt x="12427" y="10000"/>
                  </a:lnTo>
                  <a:lnTo>
                    <a:pt x="13513" y="10141"/>
                  </a:lnTo>
                  <a:lnTo>
                    <a:pt x="14624" y="10256"/>
                  </a:lnTo>
                  <a:lnTo>
                    <a:pt x="15760" y="10358"/>
                  </a:lnTo>
                  <a:lnTo>
                    <a:pt x="16935" y="10460"/>
                  </a:lnTo>
                  <a:lnTo>
                    <a:pt x="18136" y="10549"/>
                  </a:lnTo>
                  <a:lnTo>
                    <a:pt x="19362" y="10613"/>
                  </a:lnTo>
                  <a:lnTo>
                    <a:pt x="20613" y="10677"/>
                  </a:lnTo>
                  <a:lnTo>
                    <a:pt x="21878" y="10728"/>
                  </a:lnTo>
                  <a:lnTo>
                    <a:pt x="23168" y="10754"/>
                  </a:lnTo>
                  <a:lnTo>
                    <a:pt x="24483" y="10779"/>
                  </a:lnTo>
                  <a:lnTo>
                    <a:pt x="27139" y="10779"/>
                  </a:lnTo>
                  <a:lnTo>
                    <a:pt x="28455" y="10754"/>
                  </a:lnTo>
                  <a:lnTo>
                    <a:pt x="29745" y="10728"/>
                  </a:lnTo>
                  <a:lnTo>
                    <a:pt x="31009" y="10677"/>
                  </a:lnTo>
                  <a:lnTo>
                    <a:pt x="32261" y="10613"/>
                  </a:lnTo>
                  <a:lnTo>
                    <a:pt x="33487" y="10549"/>
                  </a:lnTo>
                  <a:lnTo>
                    <a:pt x="34687" y="10460"/>
                  </a:lnTo>
                  <a:lnTo>
                    <a:pt x="35849" y="10358"/>
                  </a:lnTo>
                  <a:lnTo>
                    <a:pt x="36999" y="10256"/>
                  </a:lnTo>
                  <a:lnTo>
                    <a:pt x="38110" y="10141"/>
                  </a:lnTo>
                  <a:lnTo>
                    <a:pt x="39195" y="10000"/>
                  </a:lnTo>
                  <a:lnTo>
                    <a:pt x="40243" y="9860"/>
                  </a:lnTo>
                  <a:lnTo>
                    <a:pt x="41252" y="9719"/>
                  </a:lnTo>
                  <a:lnTo>
                    <a:pt x="42222" y="9553"/>
                  </a:lnTo>
                  <a:lnTo>
                    <a:pt x="43167" y="9387"/>
                  </a:lnTo>
                  <a:lnTo>
                    <a:pt x="44061" y="9208"/>
                  </a:lnTo>
                  <a:lnTo>
                    <a:pt x="44917" y="9017"/>
                  </a:lnTo>
                  <a:lnTo>
                    <a:pt x="45722" y="8825"/>
                  </a:lnTo>
                  <a:lnTo>
                    <a:pt x="46488" y="8621"/>
                  </a:lnTo>
                  <a:lnTo>
                    <a:pt x="47216" y="8404"/>
                  </a:lnTo>
                  <a:lnTo>
                    <a:pt x="47880" y="8187"/>
                  </a:lnTo>
                  <a:lnTo>
                    <a:pt x="48506" y="7970"/>
                  </a:lnTo>
                  <a:lnTo>
                    <a:pt x="49068" y="7727"/>
                  </a:lnTo>
                  <a:lnTo>
                    <a:pt x="49591" y="7497"/>
                  </a:lnTo>
                  <a:lnTo>
                    <a:pt x="49834" y="7369"/>
                  </a:lnTo>
                  <a:lnTo>
                    <a:pt x="50051" y="7242"/>
                  </a:lnTo>
                  <a:lnTo>
                    <a:pt x="50268" y="7127"/>
                  </a:lnTo>
                  <a:lnTo>
                    <a:pt x="50460" y="6999"/>
                  </a:lnTo>
                  <a:lnTo>
                    <a:pt x="50638" y="6871"/>
                  </a:lnTo>
                  <a:lnTo>
                    <a:pt x="50804" y="6744"/>
                  </a:lnTo>
                  <a:lnTo>
                    <a:pt x="50958" y="6616"/>
                  </a:lnTo>
                  <a:lnTo>
                    <a:pt x="51098" y="6475"/>
                  </a:lnTo>
                  <a:lnTo>
                    <a:pt x="51213" y="6348"/>
                  </a:lnTo>
                  <a:lnTo>
                    <a:pt x="51315" y="6220"/>
                  </a:lnTo>
                  <a:lnTo>
                    <a:pt x="51405" y="6079"/>
                  </a:lnTo>
                  <a:lnTo>
                    <a:pt x="51481" y="5939"/>
                  </a:lnTo>
                  <a:lnTo>
                    <a:pt x="51545" y="5811"/>
                  </a:lnTo>
                  <a:lnTo>
                    <a:pt x="51583" y="5671"/>
                  </a:lnTo>
                  <a:lnTo>
                    <a:pt x="51609" y="5530"/>
                  </a:lnTo>
                  <a:lnTo>
                    <a:pt x="51622" y="5390"/>
                  </a:lnTo>
                  <a:lnTo>
                    <a:pt x="51609" y="5249"/>
                  </a:lnTo>
                  <a:lnTo>
                    <a:pt x="51583" y="5122"/>
                  </a:lnTo>
                  <a:lnTo>
                    <a:pt x="51545" y="4981"/>
                  </a:lnTo>
                  <a:lnTo>
                    <a:pt x="51481" y="4841"/>
                  </a:lnTo>
                  <a:lnTo>
                    <a:pt x="51405" y="4700"/>
                  </a:lnTo>
                  <a:lnTo>
                    <a:pt x="51315" y="4572"/>
                  </a:lnTo>
                  <a:lnTo>
                    <a:pt x="51213" y="4432"/>
                  </a:lnTo>
                  <a:lnTo>
                    <a:pt x="51098" y="4304"/>
                  </a:lnTo>
                  <a:lnTo>
                    <a:pt x="50958" y="4177"/>
                  </a:lnTo>
                  <a:lnTo>
                    <a:pt x="50804" y="4049"/>
                  </a:lnTo>
                  <a:lnTo>
                    <a:pt x="50638" y="3921"/>
                  </a:lnTo>
                  <a:lnTo>
                    <a:pt x="50460" y="3793"/>
                  </a:lnTo>
                  <a:lnTo>
                    <a:pt x="50268" y="3666"/>
                  </a:lnTo>
                  <a:lnTo>
                    <a:pt x="50051" y="3538"/>
                  </a:lnTo>
                  <a:lnTo>
                    <a:pt x="49834" y="3410"/>
                  </a:lnTo>
                  <a:lnTo>
                    <a:pt x="49591" y="3295"/>
                  </a:lnTo>
                  <a:lnTo>
                    <a:pt x="49068" y="3053"/>
                  </a:lnTo>
                  <a:lnTo>
                    <a:pt x="48506" y="2823"/>
                  </a:lnTo>
                  <a:lnTo>
                    <a:pt x="47880" y="2593"/>
                  </a:lnTo>
                  <a:lnTo>
                    <a:pt x="47216" y="2376"/>
                  </a:lnTo>
                  <a:lnTo>
                    <a:pt x="46488" y="2171"/>
                  </a:lnTo>
                  <a:lnTo>
                    <a:pt x="45722" y="1967"/>
                  </a:lnTo>
                  <a:lnTo>
                    <a:pt x="44917" y="1763"/>
                  </a:lnTo>
                  <a:lnTo>
                    <a:pt x="44061" y="1584"/>
                  </a:lnTo>
                  <a:lnTo>
                    <a:pt x="43167" y="1405"/>
                  </a:lnTo>
                  <a:lnTo>
                    <a:pt x="42222" y="1226"/>
                  </a:lnTo>
                  <a:lnTo>
                    <a:pt x="41252" y="1073"/>
                  </a:lnTo>
                  <a:lnTo>
                    <a:pt x="40243" y="920"/>
                  </a:lnTo>
                  <a:lnTo>
                    <a:pt x="39195" y="779"/>
                  </a:lnTo>
                  <a:lnTo>
                    <a:pt x="38110" y="652"/>
                  </a:lnTo>
                  <a:lnTo>
                    <a:pt x="36999" y="537"/>
                  </a:lnTo>
                  <a:lnTo>
                    <a:pt x="35849" y="422"/>
                  </a:lnTo>
                  <a:lnTo>
                    <a:pt x="34687" y="332"/>
                  </a:lnTo>
                  <a:lnTo>
                    <a:pt x="33487" y="243"/>
                  </a:lnTo>
                  <a:lnTo>
                    <a:pt x="32261" y="166"/>
                  </a:lnTo>
                  <a:lnTo>
                    <a:pt x="31009" y="115"/>
                  </a:lnTo>
                  <a:lnTo>
                    <a:pt x="29745" y="64"/>
                  </a:lnTo>
                  <a:lnTo>
                    <a:pt x="28455" y="26"/>
                  </a:lnTo>
                  <a:lnTo>
                    <a:pt x="27139" y="13"/>
                  </a:lnTo>
                  <a:lnTo>
                    <a:pt x="258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1531253" y="3475732"/>
              <a:ext cx="627747" cy="112326"/>
            </a:xfrm>
            <a:custGeom>
              <a:avLst/>
              <a:gdLst/>
              <a:ahLst/>
              <a:cxnLst/>
              <a:rect l="l" t="t" r="r" b="b"/>
              <a:pathLst>
                <a:path w="42401" h="7587" extrusionOk="0">
                  <a:moveTo>
                    <a:pt x="21200" y="0"/>
                  </a:moveTo>
                  <a:lnTo>
                    <a:pt x="20115" y="13"/>
                  </a:lnTo>
                  <a:lnTo>
                    <a:pt x="19029" y="26"/>
                  </a:lnTo>
                  <a:lnTo>
                    <a:pt x="17969" y="51"/>
                  </a:lnTo>
                  <a:lnTo>
                    <a:pt x="16922" y="77"/>
                  </a:lnTo>
                  <a:lnTo>
                    <a:pt x="15900" y="128"/>
                  </a:lnTo>
                  <a:lnTo>
                    <a:pt x="14891" y="179"/>
                  </a:lnTo>
                  <a:lnTo>
                    <a:pt x="13908" y="230"/>
                  </a:lnTo>
                  <a:lnTo>
                    <a:pt x="12950" y="307"/>
                  </a:lnTo>
                  <a:lnTo>
                    <a:pt x="12005" y="383"/>
                  </a:lnTo>
                  <a:lnTo>
                    <a:pt x="11098" y="460"/>
                  </a:lnTo>
                  <a:lnTo>
                    <a:pt x="10204" y="549"/>
                  </a:lnTo>
                  <a:lnTo>
                    <a:pt x="9349" y="651"/>
                  </a:lnTo>
                  <a:lnTo>
                    <a:pt x="8518" y="754"/>
                  </a:lnTo>
                  <a:lnTo>
                    <a:pt x="7714" y="869"/>
                  </a:lnTo>
                  <a:lnTo>
                    <a:pt x="6948" y="996"/>
                  </a:lnTo>
                  <a:lnTo>
                    <a:pt x="6207" y="1111"/>
                  </a:lnTo>
                  <a:lnTo>
                    <a:pt x="5504" y="1252"/>
                  </a:lnTo>
                  <a:lnTo>
                    <a:pt x="4840" y="1379"/>
                  </a:lnTo>
                  <a:lnTo>
                    <a:pt x="4215" y="1533"/>
                  </a:lnTo>
                  <a:lnTo>
                    <a:pt x="3627" y="1673"/>
                  </a:lnTo>
                  <a:lnTo>
                    <a:pt x="3078" y="1826"/>
                  </a:lnTo>
                  <a:lnTo>
                    <a:pt x="2567" y="1992"/>
                  </a:lnTo>
                  <a:lnTo>
                    <a:pt x="2095" y="2158"/>
                  </a:lnTo>
                  <a:lnTo>
                    <a:pt x="1673" y="2325"/>
                  </a:lnTo>
                  <a:lnTo>
                    <a:pt x="1290" y="2491"/>
                  </a:lnTo>
                  <a:lnTo>
                    <a:pt x="958" y="2669"/>
                  </a:lnTo>
                  <a:lnTo>
                    <a:pt x="677" y="2848"/>
                  </a:lnTo>
                  <a:lnTo>
                    <a:pt x="549" y="2938"/>
                  </a:lnTo>
                  <a:lnTo>
                    <a:pt x="434" y="3027"/>
                  </a:lnTo>
                  <a:lnTo>
                    <a:pt x="332" y="3129"/>
                  </a:lnTo>
                  <a:lnTo>
                    <a:pt x="243" y="3219"/>
                  </a:lnTo>
                  <a:lnTo>
                    <a:pt x="179" y="3308"/>
                  </a:lnTo>
                  <a:lnTo>
                    <a:pt x="115" y="3410"/>
                  </a:lnTo>
                  <a:lnTo>
                    <a:pt x="64" y="3499"/>
                  </a:lnTo>
                  <a:lnTo>
                    <a:pt x="26" y="3602"/>
                  </a:lnTo>
                  <a:lnTo>
                    <a:pt x="13" y="3704"/>
                  </a:lnTo>
                  <a:lnTo>
                    <a:pt x="0" y="3793"/>
                  </a:lnTo>
                  <a:lnTo>
                    <a:pt x="13" y="3895"/>
                  </a:lnTo>
                  <a:lnTo>
                    <a:pt x="26" y="3985"/>
                  </a:lnTo>
                  <a:lnTo>
                    <a:pt x="64" y="4087"/>
                  </a:lnTo>
                  <a:lnTo>
                    <a:pt x="115" y="4189"/>
                  </a:lnTo>
                  <a:lnTo>
                    <a:pt x="179" y="4279"/>
                  </a:lnTo>
                  <a:lnTo>
                    <a:pt x="243" y="4368"/>
                  </a:lnTo>
                  <a:lnTo>
                    <a:pt x="332" y="4470"/>
                  </a:lnTo>
                  <a:lnTo>
                    <a:pt x="434" y="4559"/>
                  </a:lnTo>
                  <a:lnTo>
                    <a:pt x="549" y="4649"/>
                  </a:lnTo>
                  <a:lnTo>
                    <a:pt x="677" y="4738"/>
                  </a:lnTo>
                  <a:lnTo>
                    <a:pt x="958" y="4917"/>
                  </a:lnTo>
                  <a:lnTo>
                    <a:pt x="1290" y="5096"/>
                  </a:lnTo>
                  <a:lnTo>
                    <a:pt x="1673" y="5275"/>
                  </a:lnTo>
                  <a:lnTo>
                    <a:pt x="2095" y="5441"/>
                  </a:lnTo>
                  <a:lnTo>
                    <a:pt x="2567" y="5607"/>
                  </a:lnTo>
                  <a:lnTo>
                    <a:pt x="3078" y="5760"/>
                  </a:lnTo>
                  <a:lnTo>
                    <a:pt x="3627" y="5913"/>
                  </a:lnTo>
                  <a:lnTo>
                    <a:pt x="4215" y="6066"/>
                  </a:lnTo>
                  <a:lnTo>
                    <a:pt x="4840" y="6207"/>
                  </a:lnTo>
                  <a:lnTo>
                    <a:pt x="5504" y="6347"/>
                  </a:lnTo>
                  <a:lnTo>
                    <a:pt x="6207" y="6475"/>
                  </a:lnTo>
                  <a:lnTo>
                    <a:pt x="6948" y="6603"/>
                  </a:lnTo>
                  <a:lnTo>
                    <a:pt x="7714" y="6718"/>
                  </a:lnTo>
                  <a:lnTo>
                    <a:pt x="8518" y="6833"/>
                  </a:lnTo>
                  <a:lnTo>
                    <a:pt x="9349" y="6935"/>
                  </a:lnTo>
                  <a:lnTo>
                    <a:pt x="10204" y="7037"/>
                  </a:lnTo>
                  <a:lnTo>
                    <a:pt x="11098" y="7126"/>
                  </a:lnTo>
                  <a:lnTo>
                    <a:pt x="12005" y="7216"/>
                  </a:lnTo>
                  <a:lnTo>
                    <a:pt x="12950" y="7293"/>
                  </a:lnTo>
                  <a:lnTo>
                    <a:pt x="13908" y="7356"/>
                  </a:lnTo>
                  <a:lnTo>
                    <a:pt x="14891" y="7420"/>
                  </a:lnTo>
                  <a:lnTo>
                    <a:pt x="15900" y="7471"/>
                  </a:lnTo>
                  <a:lnTo>
                    <a:pt x="16922" y="7510"/>
                  </a:lnTo>
                  <a:lnTo>
                    <a:pt x="17969" y="7548"/>
                  </a:lnTo>
                  <a:lnTo>
                    <a:pt x="19029" y="7561"/>
                  </a:lnTo>
                  <a:lnTo>
                    <a:pt x="20115" y="7586"/>
                  </a:lnTo>
                  <a:lnTo>
                    <a:pt x="22286" y="7586"/>
                  </a:lnTo>
                  <a:lnTo>
                    <a:pt x="23371" y="7561"/>
                  </a:lnTo>
                  <a:lnTo>
                    <a:pt x="24431" y="7548"/>
                  </a:lnTo>
                  <a:lnTo>
                    <a:pt x="25466" y="7510"/>
                  </a:lnTo>
                  <a:lnTo>
                    <a:pt x="26500" y="7471"/>
                  </a:lnTo>
                  <a:lnTo>
                    <a:pt x="27496" y="7420"/>
                  </a:lnTo>
                  <a:lnTo>
                    <a:pt x="28493" y="7356"/>
                  </a:lnTo>
                  <a:lnTo>
                    <a:pt x="29450" y="7293"/>
                  </a:lnTo>
                  <a:lnTo>
                    <a:pt x="30383" y="7216"/>
                  </a:lnTo>
                  <a:lnTo>
                    <a:pt x="31302" y="7126"/>
                  </a:lnTo>
                  <a:lnTo>
                    <a:pt x="32183" y="7037"/>
                  </a:lnTo>
                  <a:lnTo>
                    <a:pt x="33052" y="6935"/>
                  </a:lnTo>
                  <a:lnTo>
                    <a:pt x="33882" y="6833"/>
                  </a:lnTo>
                  <a:lnTo>
                    <a:pt x="34687" y="6718"/>
                  </a:lnTo>
                  <a:lnTo>
                    <a:pt x="35453" y="6603"/>
                  </a:lnTo>
                  <a:lnTo>
                    <a:pt x="36181" y="6475"/>
                  </a:lnTo>
                  <a:lnTo>
                    <a:pt x="36883" y="6347"/>
                  </a:lnTo>
                  <a:lnTo>
                    <a:pt x="37560" y="6207"/>
                  </a:lnTo>
                  <a:lnTo>
                    <a:pt x="38186" y="6066"/>
                  </a:lnTo>
                  <a:lnTo>
                    <a:pt x="38773" y="5913"/>
                  </a:lnTo>
                  <a:lnTo>
                    <a:pt x="39323" y="5760"/>
                  </a:lnTo>
                  <a:lnTo>
                    <a:pt x="39833" y="5607"/>
                  </a:lnTo>
                  <a:lnTo>
                    <a:pt x="40306" y="5441"/>
                  </a:lnTo>
                  <a:lnTo>
                    <a:pt x="40727" y="5275"/>
                  </a:lnTo>
                  <a:lnTo>
                    <a:pt x="41111" y="5096"/>
                  </a:lnTo>
                  <a:lnTo>
                    <a:pt x="41443" y="4917"/>
                  </a:lnTo>
                  <a:lnTo>
                    <a:pt x="41724" y="4738"/>
                  </a:lnTo>
                  <a:lnTo>
                    <a:pt x="41851" y="4649"/>
                  </a:lnTo>
                  <a:lnTo>
                    <a:pt x="41966" y="4559"/>
                  </a:lnTo>
                  <a:lnTo>
                    <a:pt x="42068" y="4470"/>
                  </a:lnTo>
                  <a:lnTo>
                    <a:pt x="42145" y="4368"/>
                  </a:lnTo>
                  <a:lnTo>
                    <a:pt x="42222" y="4279"/>
                  </a:lnTo>
                  <a:lnTo>
                    <a:pt x="42285" y="4189"/>
                  </a:lnTo>
                  <a:lnTo>
                    <a:pt x="42337" y="4087"/>
                  </a:lnTo>
                  <a:lnTo>
                    <a:pt x="42362" y="3985"/>
                  </a:lnTo>
                  <a:lnTo>
                    <a:pt x="42388" y="3895"/>
                  </a:lnTo>
                  <a:lnTo>
                    <a:pt x="42400" y="3793"/>
                  </a:lnTo>
                  <a:lnTo>
                    <a:pt x="42388" y="3704"/>
                  </a:lnTo>
                  <a:lnTo>
                    <a:pt x="42362" y="3602"/>
                  </a:lnTo>
                  <a:lnTo>
                    <a:pt x="42337" y="3499"/>
                  </a:lnTo>
                  <a:lnTo>
                    <a:pt x="42285" y="3410"/>
                  </a:lnTo>
                  <a:lnTo>
                    <a:pt x="42222" y="3308"/>
                  </a:lnTo>
                  <a:lnTo>
                    <a:pt x="42145" y="3219"/>
                  </a:lnTo>
                  <a:lnTo>
                    <a:pt x="42068" y="3129"/>
                  </a:lnTo>
                  <a:lnTo>
                    <a:pt x="41966" y="3027"/>
                  </a:lnTo>
                  <a:lnTo>
                    <a:pt x="41851" y="2938"/>
                  </a:lnTo>
                  <a:lnTo>
                    <a:pt x="41724" y="2848"/>
                  </a:lnTo>
                  <a:lnTo>
                    <a:pt x="41443" y="2669"/>
                  </a:lnTo>
                  <a:lnTo>
                    <a:pt x="41111" y="2491"/>
                  </a:lnTo>
                  <a:lnTo>
                    <a:pt x="40727" y="2325"/>
                  </a:lnTo>
                  <a:lnTo>
                    <a:pt x="40306" y="2158"/>
                  </a:lnTo>
                  <a:lnTo>
                    <a:pt x="39833" y="1992"/>
                  </a:lnTo>
                  <a:lnTo>
                    <a:pt x="39323" y="1826"/>
                  </a:lnTo>
                  <a:lnTo>
                    <a:pt x="38773" y="1673"/>
                  </a:lnTo>
                  <a:lnTo>
                    <a:pt x="38186" y="1533"/>
                  </a:lnTo>
                  <a:lnTo>
                    <a:pt x="37560" y="1379"/>
                  </a:lnTo>
                  <a:lnTo>
                    <a:pt x="36883" y="1252"/>
                  </a:lnTo>
                  <a:lnTo>
                    <a:pt x="36181" y="1111"/>
                  </a:lnTo>
                  <a:lnTo>
                    <a:pt x="35453" y="996"/>
                  </a:lnTo>
                  <a:lnTo>
                    <a:pt x="34687" y="869"/>
                  </a:lnTo>
                  <a:lnTo>
                    <a:pt x="33882" y="754"/>
                  </a:lnTo>
                  <a:lnTo>
                    <a:pt x="33052" y="651"/>
                  </a:lnTo>
                  <a:lnTo>
                    <a:pt x="32183" y="549"/>
                  </a:lnTo>
                  <a:lnTo>
                    <a:pt x="31302" y="460"/>
                  </a:lnTo>
                  <a:lnTo>
                    <a:pt x="30383" y="383"/>
                  </a:lnTo>
                  <a:lnTo>
                    <a:pt x="29450" y="307"/>
                  </a:lnTo>
                  <a:lnTo>
                    <a:pt x="28493" y="230"/>
                  </a:lnTo>
                  <a:lnTo>
                    <a:pt x="27496" y="179"/>
                  </a:lnTo>
                  <a:lnTo>
                    <a:pt x="26500" y="128"/>
                  </a:lnTo>
                  <a:lnTo>
                    <a:pt x="25466" y="77"/>
                  </a:lnTo>
                  <a:lnTo>
                    <a:pt x="24431" y="51"/>
                  </a:lnTo>
                  <a:lnTo>
                    <a:pt x="23371" y="26"/>
                  </a:lnTo>
                  <a:lnTo>
                    <a:pt x="22286" y="13"/>
                  </a:lnTo>
                  <a:lnTo>
                    <a:pt x="21200" y="0"/>
                  </a:lnTo>
                  <a:close/>
                </a:path>
              </a:pathLst>
            </a:custGeom>
            <a:solidFill>
              <a:srgbClr val="FFBB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1550159" y="3475732"/>
              <a:ext cx="609211" cy="83397"/>
            </a:xfrm>
            <a:custGeom>
              <a:avLst/>
              <a:gdLst/>
              <a:ahLst/>
              <a:cxnLst/>
              <a:rect l="l" t="t" r="r" b="b"/>
              <a:pathLst>
                <a:path w="41149" h="5633" extrusionOk="0">
                  <a:moveTo>
                    <a:pt x="19949" y="0"/>
                  </a:moveTo>
                  <a:lnTo>
                    <a:pt x="18237" y="13"/>
                  </a:lnTo>
                  <a:lnTo>
                    <a:pt x="16577" y="51"/>
                  </a:lnTo>
                  <a:lnTo>
                    <a:pt x="14943" y="115"/>
                  </a:lnTo>
                  <a:lnTo>
                    <a:pt x="13372" y="192"/>
                  </a:lnTo>
                  <a:lnTo>
                    <a:pt x="11839" y="294"/>
                  </a:lnTo>
                  <a:lnTo>
                    <a:pt x="10370" y="409"/>
                  </a:lnTo>
                  <a:lnTo>
                    <a:pt x="8966" y="549"/>
                  </a:lnTo>
                  <a:lnTo>
                    <a:pt x="7625" y="715"/>
                  </a:lnTo>
                  <a:lnTo>
                    <a:pt x="6360" y="881"/>
                  </a:lnTo>
                  <a:lnTo>
                    <a:pt x="5173" y="1073"/>
                  </a:lnTo>
                  <a:lnTo>
                    <a:pt x="4074" y="1290"/>
                  </a:lnTo>
                  <a:lnTo>
                    <a:pt x="3551" y="1392"/>
                  </a:lnTo>
                  <a:lnTo>
                    <a:pt x="3065" y="1507"/>
                  </a:lnTo>
                  <a:lnTo>
                    <a:pt x="2593" y="1622"/>
                  </a:lnTo>
                  <a:lnTo>
                    <a:pt x="2146" y="1737"/>
                  </a:lnTo>
                  <a:lnTo>
                    <a:pt x="1724" y="1865"/>
                  </a:lnTo>
                  <a:lnTo>
                    <a:pt x="1316" y="1992"/>
                  </a:lnTo>
                  <a:lnTo>
                    <a:pt x="945" y="2120"/>
                  </a:lnTo>
                  <a:lnTo>
                    <a:pt x="600" y="2248"/>
                  </a:lnTo>
                  <a:lnTo>
                    <a:pt x="281" y="2376"/>
                  </a:lnTo>
                  <a:lnTo>
                    <a:pt x="0" y="2516"/>
                  </a:lnTo>
                  <a:lnTo>
                    <a:pt x="0" y="2516"/>
                  </a:lnTo>
                  <a:lnTo>
                    <a:pt x="715" y="2299"/>
                  </a:lnTo>
                  <a:lnTo>
                    <a:pt x="1507" y="2095"/>
                  </a:lnTo>
                  <a:lnTo>
                    <a:pt x="2363" y="1903"/>
                  </a:lnTo>
                  <a:lnTo>
                    <a:pt x="3295" y="1724"/>
                  </a:lnTo>
                  <a:lnTo>
                    <a:pt x="4291" y="1545"/>
                  </a:lnTo>
                  <a:lnTo>
                    <a:pt x="5351" y="1392"/>
                  </a:lnTo>
                  <a:lnTo>
                    <a:pt x="6462" y="1239"/>
                  </a:lnTo>
                  <a:lnTo>
                    <a:pt x="7625" y="1098"/>
                  </a:lnTo>
                  <a:lnTo>
                    <a:pt x="8851" y="984"/>
                  </a:lnTo>
                  <a:lnTo>
                    <a:pt x="10115" y="881"/>
                  </a:lnTo>
                  <a:lnTo>
                    <a:pt x="11430" y="779"/>
                  </a:lnTo>
                  <a:lnTo>
                    <a:pt x="12784" y="703"/>
                  </a:lnTo>
                  <a:lnTo>
                    <a:pt x="14163" y="651"/>
                  </a:lnTo>
                  <a:lnTo>
                    <a:pt x="15594" y="600"/>
                  </a:lnTo>
                  <a:lnTo>
                    <a:pt x="17050" y="575"/>
                  </a:lnTo>
                  <a:lnTo>
                    <a:pt x="18531" y="562"/>
                  </a:lnTo>
                  <a:lnTo>
                    <a:pt x="19617" y="575"/>
                  </a:lnTo>
                  <a:lnTo>
                    <a:pt x="20690" y="588"/>
                  </a:lnTo>
                  <a:lnTo>
                    <a:pt x="21762" y="613"/>
                  </a:lnTo>
                  <a:lnTo>
                    <a:pt x="22797" y="639"/>
                  </a:lnTo>
                  <a:lnTo>
                    <a:pt x="23831" y="690"/>
                  </a:lnTo>
                  <a:lnTo>
                    <a:pt x="24827" y="741"/>
                  </a:lnTo>
                  <a:lnTo>
                    <a:pt x="25811" y="792"/>
                  </a:lnTo>
                  <a:lnTo>
                    <a:pt x="26781" y="869"/>
                  </a:lnTo>
                  <a:lnTo>
                    <a:pt x="27714" y="932"/>
                  </a:lnTo>
                  <a:lnTo>
                    <a:pt x="28633" y="1022"/>
                  </a:lnTo>
                  <a:lnTo>
                    <a:pt x="29514" y="1111"/>
                  </a:lnTo>
                  <a:lnTo>
                    <a:pt x="30383" y="1213"/>
                  </a:lnTo>
                  <a:lnTo>
                    <a:pt x="31213" y="1316"/>
                  </a:lnTo>
                  <a:lnTo>
                    <a:pt x="32005" y="1431"/>
                  </a:lnTo>
                  <a:lnTo>
                    <a:pt x="32784" y="1545"/>
                  </a:lnTo>
                  <a:lnTo>
                    <a:pt x="33512" y="1673"/>
                  </a:lnTo>
                  <a:lnTo>
                    <a:pt x="34214" y="1801"/>
                  </a:lnTo>
                  <a:lnTo>
                    <a:pt x="34878" y="1941"/>
                  </a:lnTo>
                  <a:lnTo>
                    <a:pt x="35517" y="2082"/>
                  </a:lnTo>
                  <a:lnTo>
                    <a:pt x="36104" y="2235"/>
                  </a:lnTo>
                  <a:lnTo>
                    <a:pt x="36653" y="2388"/>
                  </a:lnTo>
                  <a:lnTo>
                    <a:pt x="37164" y="2554"/>
                  </a:lnTo>
                  <a:lnTo>
                    <a:pt x="37637" y="2708"/>
                  </a:lnTo>
                  <a:lnTo>
                    <a:pt x="38058" y="2874"/>
                  </a:lnTo>
                  <a:lnTo>
                    <a:pt x="38441" y="3052"/>
                  </a:lnTo>
                  <a:lnTo>
                    <a:pt x="38774" y="3231"/>
                  </a:lnTo>
                  <a:lnTo>
                    <a:pt x="39054" y="3410"/>
                  </a:lnTo>
                  <a:lnTo>
                    <a:pt x="39182" y="3499"/>
                  </a:lnTo>
                  <a:lnTo>
                    <a:pt x="39297" y="3589"/>
                  </a:lnTo>
                  <a:lnTo>
                    <a:pt x="39387" y="3678"/>
                  </a:lnTo>
                  <a:lnTo>
                    <a:pt x="39476" y="3780"/>
                  </a:lnTo>
                  <a:lnTo>
                    <a:pt x="39553" y="3870"/>
                  </a:lnTo>
                  <a:lnTo>
                    <a:pt x="39616" y="3972"/>
                  </a:lnTo>
                  <a:lnTo>
                    <a:pt x="39667" y="4061"/>
                  </a:lnTo>
                  <a:lnTo>
                    <a:pt x="39693" y="4164"/>
                  </a:lnTo>
                  <a:lnTo>
                    <a:pt x="39719" y="4253"/>
                  </a:lnTo>
                  <a:lnTo>
                    <a:pt x="39719" y="4355"/>
                  </a:lnTo>
                  <a:lnTo>
                    <a:pt x="39719" y="4445"/>
                  </a:lnTo>
                  <a:lnTo>
                    <a:pt x="39706" y="4521"/>
                  </a:lnTo>
                  <a:lnTo>
                    <a:pt x="39680" y="4611"/>
                  </a:lnTo>
                  <a:lnTo>
                    <a:pt x="39642" y="4687"/>
                  </a:lnTo>
                  <a:lnTo>
                    <a:pt x="39591" y="4777"/>
                  </a:lnTo>
                  <a:lnTo>
                    <a:pt x="39540" y="4853"/>
                  </a:lnTo>
                  <a:lnTo>
                    <a:pt x="39399" y="5019"/>
                  </a:lnTo>
                  <a:lnTo>
                    <a:pt x="39220" y="5172"/>
                  </a:lnTo>
                  <a:lnTo>
                    <a:pt x="39016" y="5326"/>
                  </a:lnTo>
                  <a:lnTo>
                    <a:pt x="38761" y="5479"/>
                  </a:lnTo>
                  <a:lnTo>
                    <a:pt x="38480" y="5632"/>
                  </a:lnTo>
                  <a:lnTo>
                    <a:pt x="38480" y="5632"/>
                  </a:lnTo>
                  <a:lnTo>
                    <a:pt x="39080" y="5428"/>
                  </a:lnTo>
                  <a:lnTo>
                    <a:pt x="39361" y="5326"/>
                  </a:lnTo>
                  <a:lnTo>
                    <a:pt x="39616" y="5211"/>
                  </a:lnTo>
                  <a:lnTo>
                    <a:pt x="39846" y="5096"/>
                  </a:lnTo>
                  <a:lnTo>
                    <a:pt x="40063" y="4994"/>
                  </a:lnTo>
                  <a:lnTo>
                    <a:pt x="40268" y="4879"/>
                  </a:lnTo>
                  <a:lnTo>
                    <a:pt x="40447" y="4764"/>
                  </a:lnTo>
                  <a:lnTo>
                    <a:pt x="40613" y="4649"/>
                  </a:lnTo>
                  <a:lnTo>
                    <a:pt x="40753" y="4534"/>
                  </a:lnTo>
                  <a:lnTo>
                    <a:pt x="40868" y="4406"/>
                  </a:lnTo>
                  <a:lnTo>
                    <a:pt x="40970" y="4291"/>
                  </a:lnTo>
                  <a:lnTo>
                    <a:pt x="41047" y="4164"/>
                  </a:lnTo>
                  <a:lnTo>
                    <a:pt x="41098" y="4049"/>
                  </a:lnTo>
                  <a:lnTo>
                    <a:pt x="41136" y="3921"/>
                  </a:lnTo>
                  <a:lnTo>
                    <a:pt x="41149" y="3793"/>
                  </a:lnTo>
                  <a:lnTo>
                    <a:pt x="41136" y="3704"/>
                  </a:lnTo>
                  <a:lnTo>
                    <a:pt x="41111" y="3602"/>
                  </a:lnTo>
                  <a:lnTo>
                    <a:pt x="41085" y="3499"/>
                  </a:lnTo>
                  <a:lnTo>
                    <a:pt x="41034" y="3410"/>
                  </a:lnTo>
                  <a:lnTo>
                    <a:pt x="40970" y="3308"/>
                  </a:lnTo>
                  <a:lnTo>
                    <a:pt x="40906" y="3219"/>
                  </a:lnTo>
                  <a:lnTo>
                    <a:pt x="40817" y="3129"/>
                  </a:lnTo>
                  <a:lnTo>
                    <a:pt x="40715" y="3027"/>
                  </a:lnTo>
                  <a:lnTo>
                    <a:pt x="40600" y="2938"/>
                  </a:lnTo>
                  <a:lnTo>
                    <a:pt x="40472" y="2848"/>
                  </a:lnTo>
                  <a:lnTo>
                    <a:pt x="40191" y="2669"/>
                  </a:lnTo>
                  <a:lnTo>
                    <a:pt x="39859" y="2491"/>
                  </a:lnTo>
                  <a:lnTo>
                    <a:pt x="39476" y="2325"/>
                  </a:lnTo>
                  <a:lnTo>
                    <a:pt x="39054" y="2158"/>
                  </a:lnTo>
                  <a:lnTo>
                    <a:pt x="38582" y="1992"/>
                  </a:lnTo>
                  <a:lnTo>
                    <a:pt x="38071" y="1826"/>
                  </a:lnTo>
                  <a:lnTo>
                    <a:pt x="37522" y="1673"/>
                  </a:lnTo>
                  <a:lnTo>
                    <a:pt x="36934" y="1533"/>
                  </a:lnTo>
                  <a:lnTo>
                    <a:pt x="36309" y="1379"/>
                  </a:lnTo>
                  <a:lnTo>
                    <a:pt x="35632" y="1252"/>
                  </a:lnTo>
                  <a:lnTo>
                    <a:pt x="34942" y="1111"/>
                  </a:lnTo>
                  <a:lnTo>
                    <a:pt x="34201" y="996"/>
                  </a:lnTo>
                  <a:lnTo>
                    <a:pt x="33435" y="869"/>
                  </a:lnTo>
                  <a:lnTo>
                    <a:pt x="32631" y="754"/>
                  </a:lnTo>
                  <a:lnTo>
                    <a:pt x="31800" y="651"/>
                  </a:lnTo>
                  <a:lnTo>
                    <a:pt x="30945" y="549"/>
                  </a:lnTo>
                  <a:lnTo>
                    <a:pt x="30051" y="460"/>
                  </a:lnTo>
                  <a:lnTo>
                    <a:pt x="29144" y="383"/>
                  </a:lnTo>
                  <a:lnTo>
                    <a:pt x="28199" y="307"/>
                  </a:lnTo>
                  <a:lnTo>
                    <a:pt x="27241" y="230"/>
                  </a:lnTo>
                  <a:lnTo>
                    <a:pt x="26258" y="179"/>
                  </a:lnTo>
                  <a:lnTo>
                    <a:pt x="25249" y="128"/>
                  </a:lnTo>
                  <a:lnTo>
                    <a:pt x="24214" y="77"/>
                  </a:lnTo>
                  <a:lnTo>
                    <a:pt x="23180" y="51"/>
                  </a:lnTo>
                  <a:lnTo>
                    <a:pt x="22120" y="26"/>
                  </a:lnTo>
                  <a:lnTo>
                    <a:pt x="21034" y="13"/>
                  </a:lnTo>
                  <a:lnTo>
                    <a:pt x="19949" y="0"/>
                  </a:lnTo>
                  <a:close/>
                </a:path>
              </a:pathLst>
            </a:custGeom>
            <a:solidFill>
              <a:srgbClr val="FFC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202;p16"/>
          <p:cNvSpPr txBox="1"/>
          <p:nvPr/>
        </p:nvSpPr>
        <p:spPr>
          <a:xfrm>
            <a:off x="0" y="4432106"/>
            <a:ext cx="9143999" cy="742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3200" b="1" dirty="0" smtClean="0">
                <a:solidFill>
                  <a:schemeClr val="bg1"/>
                </a:solidFill>
              </a:rPr>
              <a:t>Year 2013-2016</a:t>
            </a:r>
            <a:endParaRPr sz="3200" b="1" dirty="0">
              <a:solidFill>
                <a:schemeClr val="bg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>
            <a:spLocks noGrp="1"/>
          </p:cNvSpPr>
          <p:nvPr>
            <p:ph type="title"/>
          </p:nvPr>
        </p:nvSpPr>
        <p:spPr>
          <a:xfrm>
            <a:off x="457200" y="148247"/>
            <a:ext cx="8229600" cy="20617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ZA" sz="1200" dirty="0"/>
              <a:t>Total Sales:2014</a:t>
            </a:r>
          </a:p>
        </p:txBody>
      </p:sp>
      <p:sp>
        <p:nvSpPr>
          <p:cNvPr id="203" name="Google Shape;203;p16"/>
          <p:cNvSpPr txBox="1"/>
          <p:nvPr/>
        </p:nvSpPr>
        <p:spPr>
          <a:xfrm>
            <a:off x="6092650" y="1100400"/>
            <a:ext cx="2593800" cy="371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 smtClean="0">
                <a:solidFill>
                  <a:schemeClr val="lt1"/>
                </a:solidFill>
                <a:latin typeface="+mn-lt"/>
                <a:ea typeface="Fira Sans Extra Condensed"/>
                <a:cs typeface="Fira Sans Extra Condensed"/>
                <a:sym typeface="Fira Sans Extra Condensed"/>
              </a:rPr>
              <a:t>Promition was held in</a:t>
            </a:r>
            <a:endParaRPr sz="1200" b="1" dirty="0">
              <a:solidFill>
                <a:schemeClr val="lt1"/>
              </a:solidFill>
              <a:latin typeface="+mn-lt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04" name="Google Shape;204;p16"/>
          <p:cNvGrpSpPr/>
          <p:nvPr/>
        </p:nvGrpSpPr>
        <p:grpSpPr>
          <a:xfrm>
            <a:off x="6092877" y="1828090"/>
            <a:ext cx="3001504" cy="371397"/>
            <a:chOff x="4091339" y="2571738"/>
            <a:chExt cx="1850900" cy="331812"/>
          </a:xfrm>
        </p:grpSpPr>
        <p:sp>
          <p:nvSpPr>
            <p:cNvPr id="205" name="Google Shape;205;p16"/>
            <p:cNvSpPr txBox="1"/>
            <p:nvPr/>
          </p:nvSpPr>
          <p:spPr>
            <a:xfrm>
              <a:off x="5054472" y="2571738"/>
              <a:ext cx="887767" cy="331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 smtClean="0">
                  <a:solidFill>
                    <a:schemeClr val="lt1"/>
                  </a:solidFill>
                  <a:latin typeface="+mn-lt"/>
                  <a:ea typeface="Fira Sans Extra Condensed"/>
                  <a:cs typeface="Fira Sans Extra Condensed"/>
                  <a:sym typeface="Fira Sans Extra Condensed"/>
                </a:rPr>
                <a:t>High sales</a:t>
              </a:r>
              <a:endParaRPr sz="1200" b="1" dirty="0">
                <a:solidFill>
                  <a:schemeClr val="lt1"/>
                </a:solidFill>
                <a:latin typeface="+mn-lt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6" name="Google Shape;206;p16"/>
            <p:cNvSpPr txBox="1"/>
            <p:nvPr/>
          </p:nvSpPr>
          <p:spPr>
            <a:xfrm>
              <a:off x="4091339" y="2571750"/>
              <a:ext cx="1146900" cy="331800"/>
            </a:xfrm>
            <a:prstGeom prst="rect">
              <a:avLst/>
            </a:prstGeom>
            <a:solidFill>
              <a:srgbClr val="E45621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ZA" sz="1200" b="1" dirty="0" smtClean="0"/>
                <a:t>February</a:t>
              </a:r>
              <a:r>
                <a:rPr lang="en-ZA" dirty="0" smtClean="0"/>
                <a:t> 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7" name="Google Shape;207;p16"/>
          <p:cNvGrpSpPr/>
          <p:nvPr/>
        </p:nvGrpSpPr>
        <p:grpSpPr>
          <a:xfrm>
            <a:off x="6092825" y="2555777"/>
            <a:ext cx="3001556" cy="371397"/>
            <a:chOff x="4091320" y="3231488"/>
            <a:chExt cx="2089511" cy="331812"/>
          </a:xfrm>
        </p:grpSpPr>
        <p:sp>
          <p:nvSpPr>
            <p:cNvPr id="208" name="Google Shape;208;p16"/>
            <p:cNvSpPr txBox="1"/>
            <p:nvPr/>
          </p:nvSpPr>
          <p:spPr>
            <a:xfrm>
              <a:off x="5110824" y="3231488"/>
              <a:ext cx="1070007" cy="33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 smtClean="0">
                  <a:solidFill>
                    <a:schemeClr val="lt1"/>
                  </a:solidFill>
                  <a:latin typeface="+mn-lt"/>
                  <a:ea typeface="Fira Sans Extra Condensed"/>
                  <a:cs typeface="Fira Sans Extra Condensed"/>
                  <a:sym typeface="Fira Sans Extra Condensed"/>
                </a:rPr>
                <a:t>High sales</a:t>
              </a:r>
              <a:endParaRPr sz="1200" b="1" dirty="0">
                <a:solidFill>
                  <a:schemeClr val="lt1"/>
                </a:solidFill>
                <a:latin typeface="+mn-lt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9" name="Google Shape;209;p16"/>
            <p:cNvSpPr txBox="1"/>
            <p:nvPr/>
          </p:nvSpPr>
          <p:spPr>
            <a:xfrm>
              <a:off x="4091320" y="3231500"/>
              <a:ext cx="1146900" cy="331800"/>
            </a:xfrm>
            <a:prstGeom prst="rect">
              <a:avLst/>
            </a:prstGeom>
            <a:solidFill>
              <a:srgbClr val="FAAD56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ZA" sz="1200" dirty="0"/>
                <a:t>August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1814805866"/>
              </p:ext>
            </p:extLst>
          </p:nvPr>
        </p:nvGraphicFramePr>
        <p:xfrm>
          <a:off x="315432" y="523775"/>
          <a:ext cx="5475768" cy="4416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2206" y="3196856"/>
            <a:ext cx="29700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b="1" dirty="0" smtClean="0"/>
              <a:t>In February sales increased by 44.21</a:t>
            </a:r>
            <a:r>
              <a:rPr lang="en-ZA" sz="1200" b="1" dirty="0"/>
              <a:t>% higher than </a:t>
            </a:r>
            <a:r>
              <a:rPr lang="en-ZA" sz="1200" b="1" dirty="0" smtClean="0"/>
              <a:t>January</a:t>
            </a:r>
            <a:r>
              <a:rPr lang="en-ZA" sz="1200" dirty="0" smtClean="0"/>
              <a:t>, due to promotion boost</a:t>
            </a:r>
          </a:p>
          <a:p>
            <a:r>
              <a:rPr lang="en-US" sz="1200" b="1" dirty="0"/>
              <a:t>August sales increased by 102.9% compared to July 2014</a:t>
            </a:r>
            <a:r>
              <a:rPr lang="en-US" sz="1200" b="1" dirty="0" smtClean="0"/>
              <a:t>.</a:t>
            </a:r>
          </a:p>
          <a:p>
            <a:r>
              <a:rPr lang="en-US" sz="1200" dirty="0"/>
              <a:t>This means the </a:t>
            </a:r>
            <a:r>
              <a:rPr lang="en-US" sz="1200" b="1" dirty="0"/>
              <a:t>price reduction boosted total sales revenue</a:t>
            </a:r>
            <a:r>
              <a:rPr lang="en-US" sz="1200" dirty="0"/>
              <a:t>, a typical case of </a:t>
            </a:r>
            <a:r>
              <a:rPr lang="en-US" sz="1200" b="1" dirty="0"/>
              <a:t>elastic demand</a:t>
            </a:r>
            <a:r>
              <a:rPr lang="en-US" dirty="0"/>
              <a:t>.</a:t>
            </a:r>
          </a:p>
          <a:p>
            <a:endParaRPr lang="en-Z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>
            <a:spLocks noGrp="1"/>
          </p:cNvSpPr>
          <p:nvPr>
            <p:ph type="title"/>
          </p:nvPr>
        </p:nvSpPr>
        <p:spPr>
          <a:xfrm>
            <a:off x="457200" y="148247"/>
            <a:ext cx="8229600" cy="20617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ZA" sz="1200" dirty="0"/>
              <a:t>Total </a:t>
            </a:r>
            <a:r>
              <a:rPr lang="en-ZA" sz="1200" dirty="0" smtClean="0"/>
              <a:t>Sales:2015</a:t>
            </a:r>
            <a:endParaRPr lang="en-ZA" sz="1200" dirty="0"/>
          </a:p>
        </p:txBody>
      </p:sp>
      <p:sp>
        <p:nvSpPr>
          <p:cNvPr id="203" name="Google Shape;203;p16"/>
          <p:cNvSpPr txBox="1"/>
          <p:nvPr/>
        </p:nvSpPr>
        <p:spPr>
          <a:xfrm>
            <a:off x="6093000" y="1110399"/>
            <a:ext cx="2593800" cy="371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 smtClean="0">
                <a:solidFill>
                  <a:schemeClr val="lt1"/>
                </a:solidFill>
                <a:latin typeface="+mj-lt"/>
                <a:ea typeface="Fira Sans Extra Condensed"/>
                <a:cs typeface="Fira Sans Extra Condensed"/>
                <a:sym typeface="Fira Sans Extra Condensed"/>
              </a:rPr>
              <a:t>Promotion was held in</a:t>
            </a:r>
            <a:endParaRPr sz="1200" b="1" dirty="0">
              <a:solidFill>
                <a:schemeClr val="lt1"/>
              </a:solidFill>
              <a:latin typeface="+mj-lt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04" name="Google Shape;204;p16"/>
          <p:cNvGrpSpPr/>
          <p:nvPr/>
        </p:nvGrpSpPr>
        <p:grpSpPr>
          <a:xfrm>
            <a:off x="6092877" y="1828090"/>
            <a:ext cx="2406081" cy="371397"/>
            <a:chOff x="4091339" y="2571738"/>
            <a:chExt cx="1754736" cy="331812"/>
          </a:xfrm>
        </p:grpSpPr>
        <p:sp>
          <p:nvSpPr>
            <p:cNvPr id="205" name="Google Shape;205;p16"/>
            <p:cNvSpPr txBox="1"/>
            <p:nvPr/>
          </p:nvSpPr>
          <p:spPr>
            <a:xfrm>
              <a:off x="5013786" y="2571738"/>
              <a:ext cx="832289" cy="331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 smtClean="0">
                  <a:solidFill>
                    <a:schemeClr val="lt1"/>
                  </a:solidFill>
                  <a:latin typeface="+mn-lt"/>
                  <a:ea typeface="Fira Sans Extra Condensed"/>
                  <a:cs typeface="Fira Sans Extra Condensed"/>
                  <a:sym typeface="Fira Sans Extra Condensed"/>
                </a:rPr>
                <a:t>High Sales</a:t>
              </a:r>
              <a:endParaRPr sz="1200" b="1" dirty="0">
                <a:solidFill>
                  <a:schemeClr val="lt1"/>
                </a:solidFill>
                <a:latin typeface="+mn-lt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6" name="Google Shape;206;p16"/>
            <p:cNvSpPr txBox="1"/>
            <p:nvPr/>
          </p:nvSpPr>
          <p:spPr>
            <a:xfrm>
              <a:off x="4091339" y="2571750"/>
              <a:ext cx="1146900" cy="331800"/>
            </a:xfrm>
            <a:prstGeom prst="rect">
              <a:avLst/>
            </a:prstGeom>
            <a:solidFill>
              <a:srgbClr val="E45621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ZA" sz="1200" dirty="0" smtClean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May</a:t>
              </a:r>
              <a:endParaRPr sz="120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endParaRPr>
            </a:p>
          </p:txBody>
        </p:sp>
      </p:grp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1701356040"/>
              </p:ext>
            </p:extLst>
          </p:nvPr>
        </p:nvGraphicFramePr>
        <p:xfrm>
          <a:off x="315432" y="523775"/>
          <a:ext cx="5702596" cy="4416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329916" y="2892056"/>
            <a:ext cx="281408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Sales increased by 40.59% from April to May 2015. This means the </a:t>
            </a:r>
            <a:r>
              <a:rPr lang="en-US" sz="1200" b="1" dirty="0"/>
              <a:t>price reduction boosted total sales revenue</a:t>
            </a:r>
            <a:r>
              <a:rPr lang="en-US" sz="1200" dirty="0"/>
              <a:t>, a typical case of </a:t>
            </a:r>
            <a:r>
              <a:rPr lang="en-US" sz="1200" b="1" dirty="0"/>
              <a:t>elastic demand</a:t>
            </a:r>
            <a:r>
              <a:rPr lang="en-US" dirty="0"/>
              <a:t>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25380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5"/>
          <p:cNvSpPr txBox="1">
            <a:spLocks noGrp="1"/>
          </p:cNvSpPr>
          <p:nvPr>
            <p:ph type="title"/>
          </p:nvPr>
        </p:nvSpPr>
        <p:spPr>
          <a:xfrm>
            <a:off x="457200" y="242277"/>
            <a:ext cx="8229600" cy="2266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400" dirty="0" smtClean="0">
                <a:latin typeface="+mn-lt"/>
              </a:rPr>
              <a:t>Promotion peroids &amp; </a:t>
            </a:r>
            <a:r>
              <a:rPr lang="en-US" sz="1400" dirty="0">
                <a:latin typeface="+mn-lt"/>
              </a:rPr>
              <a:t>the Price Elasticity of Demand during each of these periods</a:t>
            </a:r>
            <a:r>
              <a:rPr lang="en-US" sz="1400" b="0" dirty="0">
                <a:latin typeface="+mn-lt"/>
              </a:rPr>
              <a:t/>
            </a:r>
            <a:br>
              <a:rPr lang="en-US" sz="1400" b="0" dirty="0">
                <a:latin typeface="+mn-lt"/>
              </a:rPr>
            </a:br>
            <a:endParaRPr sz="1400" dirty="0">
              <a:latin typeface="+mn-lt"/>
            </a:endParaRPr>
          </a:p>
        </p:txBody>
      </p:sp>
      <p:graphicFrame>
        <p:nvGraphicFramePr>
          <p:cNvPr id="391" name="Google Shape;391;p25"/>
          <p:cNvGraphicFramePr/>
          <p:nvPr>
            <p:extLst>
              <p:ext uri="{D42A27DB-BD31-4B8C-83A1-F6EECF244321}">
                <p14:modId xmlns:p14="http://schemas.microsoft.com/office/powerpoint/2010/main" val="2376443407"/>
              </p:ext>
            </p:extLst>
          </p:nvPr>
        </p:nvGraphicFramePr>
        <p:xfrm>
          <a:off x="15631" y="656494"/>
          <a:ext cx="9128369" cy="4269933"/>
        </p:xfrm>
        <a:graphic>
          <a:graphicData uri="http://schemas.openxmlformats.org/drawingml/2006/table">
            <a:tbl>
              <a:tblPr>
                <a:noFill/>
                <a:tableStyleId>{04A46F7F-B713-47B1-BAB7-4455CB62EAE5}</a:tableStyleId>
              </a:tblPr>
              <a:tblGrid>
                <a:gridCol w="648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0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3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4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58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7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593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5347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849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86414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 smtClean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Year</a:t>
                      </a:r>
                      <a:endParaRPr sz="18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Month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 Sales (R)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 Quantity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Unit Price (R)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%Δ</a:t>
                      </a:r>
                      <a:r>
                        <a:rPr lang="en-ZA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Price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%Δ</a:t>
                      </a:r>
                      <a:r>
                        <a:rPr lang="en-ZA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Quantity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Promotion Effect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Elasticity Type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Interpretation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Comment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0372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2014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February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R5,780,487.18</a:t>
                      </a:r>
                      <a:endParaRPr lang="en-ZA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178,035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32.48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-2.74%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-17.7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Revenue increased, promotion worked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Highly elastic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small 2.7% price drop led to a 48.4% increase in quantity sold.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Consumers were extremely responsive to the price change — strong indication that the promotion was very effective.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569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 smtClean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2014</a:t>
                      </a:r>
                      <a:endParaRPr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August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R10,010,378.29</a:t>
                      </a:r>
                      <a:endParaRPr lang="en-ZA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310,572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32.25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-3.63%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110.6%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-30.5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Revenue increase, promotion worked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Extremely elastic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modest 3.6% price decrease caused quantity to more than double (110.6%).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This shows very high price sensitivity — lowering prices greatly boosted demand and revenue.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971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 smtClean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2015</a:t>
                      </a:r>
                      <a:endParaRPr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May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R8,384,367.24</a:t>
                      </a:r>
                      <a:endParaRPr lang="en-ZA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220,775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37.97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-2.13%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-20.5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Revenue increased, promotion worked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Highly elastic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Only a 2.1% drop in price drove a 43.6% increase in quantity.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The market remained highly price-sensitive — promotions continued to work effectively.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Sales by month Infographics</a:t>
            </a:r>
            <a:endParaRPr sz="1200" dirty="0"/>
          </a:p>
        </p:txBody>
      </p:sp>
      <p:graphicFrame>
        <p:nvGraphicFramePr>
          <p:cNvPr id="295" name="Google Shape;295;p20"/>
          <p:cNvGraphicFramePr/>
          <p:nvPr>
            <p:extLst>
              <p:ext uri="{D42A27DB-BD31-4B8C-83A1-F6EECF244321}">
                <p14:modId xmlns:p14="http://schemas.microsoft.com/office/powerpoint/2010/main" val="382572832"/>
              </p:ext>
            </p:extLst>
          </p:nvPr>
        </p:nvGraphicFramePr>
        <p:xfrm>
          <a:off x="457100" y="937525"/>
          <a:ext cx="8229600" cy="1061750"/>
        </p:xfrm>
        <a:graphic>
          <a:graphicData uri="http://schemas.openxmlformats.org/drawingml/2006/table">
            <a:tbl>
              <a:tblPr>
                <a:noFill/>
                <a:tableStyleId>{04A46F7F-B713-47B1-BAB7-4455CB62EAE5}</a:tableStyleId>
              </a:tblPr>
              <a:tblGrid>
                <a:gridCol w="139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87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 smtClean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2013 </a:t>
                      </a:r>
                      <a:r>
                        <a:rPr lang="en" sz="16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Sales by month</a:t>
                      </a:r>
                      <a:endParaRPr sz="16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1800" b="1" dirty="0" smtClean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December</a:t>
                      </a:r>
                      <a:endParaRPr lang="en-ZA" sz="18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R524 283,45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Sales by month </a:t>
            </a:r>
            <a:r>
              <a:rPr lang="en" sz="1200" dirty="0" smtClean="0"/>
              <a:t>Infographics</a:t>
            </a:r>
            <a:endParaRPr sz="1200" dirty="0"/>
          </a:p>
        </p:txBody>
      </p:sp>
      <p:graphicFrame>
        <p:nvGraphicFramePr>
          <p:cNvPr id="295" name="Google Shape;295;p20"/>
          <p:cNvGraphicFramePr/>
          <p:nvPr>
            <p:extLst>
              <p:ext uri="{D42A27DB-BD31-4B8C-83A1-F6EECF244321}">
                <p14:modId xmlns:p14="http://schemas.microsoft.com/office/powerpoint/2010/main" val="2566541908"/>
              </p:ext>
            </p:extLst>
          </p:nvPr>
        </p:nvGraphicFramePr>
        <p:xfrm>
          <a:off x="457100" y="937525"/>
          <a:ext cx="8229600" cy="3794820"/>
        </p:xfrm>
        <a:graphic>
          <a:graphicData uri="http://schemas.openxmlformats.org/drawingml/2006/table">
            <a:tbl>
              <a:tblPr>
                <a:noFill/>
                <a:tableStyleId>{04A46F7F-B713-47B1-BAB7-4455CB62EAE5}</a:tableStyleId>
              </a:tblPr>
              <a:tblGrid>
                <a:gridCol w="139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87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 smtClean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2014 </a:t>
                      </a:r>
                      <a:r>
                        <a:rPr lang="en" sz="16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Sales by month</a:t>
                      </a:r>
                      <a:endParaRPr sz="16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January</a:t>
                      </a:r>
                      <a:endParaRPr sz="18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R4 008 180,49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July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R4 933 710,80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February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R5 780 487,18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August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R10 010 378,29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March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R8 279 517,18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September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R7 643 452,69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April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R6 435 743,27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October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R5 924 683,38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May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R7 694 906,15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November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R2 631 353,34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June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R6 456 943,65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December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R5 615 619,30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336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5" name="Google Shape;925;p41"/>
          <p:cNvGrpSpPr/>
          <p:nvPr/>
        </p:nvGrpSpPr>
        <p:grpSpPr>
          <a:xfrm>
            <a:off x="164124" y="1264949"/>
            <a:ext cx="1774091" cy="3657425"/>
            <a:chOff x="457200" y="1264950"/>
            <a:chExt cx="2547000" cy="3467100"/>
          </a:xfrm>
        </p:grpSpPr>
        <p:sp>
          <p:nvSpPr>
            <p:cNvPr id="926" name="Google Shape;926;p41"/>
            <p:cNvSpPr txBox="1"/>
            <p:nvPr/>
          </p:nvSpPr>
          <p:spPr>
            <a:xfrm>
              <a:off x="457200" y="1264950"/>
              <a:ext cx="2547000" cy="3467100"/>
            </a:xfrm>
            <a:prstGeom prst="rect">
              <a:avLst/>
            </a:prstGeom>
            <a:solidFill>
              <a:srgbClr val="E45621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Sales by month</a:t>
              </a:r>
              <a:endParaRPr sz="24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27" name="Google Shape;927;p41"/>
            <p:cNvSpPr txBox="1"/>
            <p:nvPr/>
          </p:nvSpPr>
          <p:spPr>
            <a:xfrm>
              <a:off x="752850" y="3278125"/>
              <a:ext cx="19557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 smtClean="0">
                  <a:latin typeface="Roboto"/>
                  <a:ea typeface="Roboto"/>
                  <a:cs typeface="Roboto"/>
                  <a:sym typeface="Roboto"/>
                </a:rPr>
                <a:t>2015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28" name="Google Shape;928;p41"/>
          <p:cNvSpPr/>
          <p:nvPr/>
        </p:nvSpPr>
        <p:spPr>
          <a:xfrm>
            <a:off x="623456" y="1750850"/>
            <a:ext cx="697500" cy="69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4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Sales by month Infographics</a:t>
            </a:r>
            <a:endParaRPr sz="1200" dirty="0"/>
          </a:p>
        </p:txBody>
      </p:sp>
      <p:graphicFrame>
        <p:nvGraphicFramePr>
          <p:cNvPr id="930" name="Google Shape;930;p41"/>
          <p:cNvGraphicFramePr/>
          <p:nvPr>
            <p:extLst>
              <p:ext uri="{D42A27DB-BD31-4B8C-83A1-F6EECF244321}">
                <p14:modId xmlns:p14="http://schemas.microsoft.com/office/powerpoint/2010/main" val="4139924250"/>
              </p:ext>
            </p:extLst>
          </p:nvPr>
        </p:nvGraphicFramePr>
        <p:xfrm>
          <a:off x="2225026" y="1264955"/>
          <a:ext cx="3753742" cy="3657420"/>
        </p:xfrm>
        <a:graphic>
          <a:graphicData uri="http://schemas.openxmlformats.org/drawingml/2006/table">
            <a:tbl>
              <a:tblPr>
                <a:noFill/>
                <a:tableStyleId>{04A46F7F-B713-47B1-BAB7-4455CB62EAE5}</a:tableStyleId>
              </a:tblPr>
              <a:tblGrid>
                <a:gridCol w="1876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6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January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R3 696 191,51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5621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February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R4 901 504,89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5621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March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R5 269 353,15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5621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April</a:t>
                      </a:r>
                      <a:endParaRPr sz="18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R5 963 993,97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5621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May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R8 384 367,24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5621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June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R5 332 108,32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5621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31" name="Google Shape;931;p41"/>
          <p:cNvGraphicFramePr/>
          <p:nvPr>
            <p:extLst>
              <p:ext uri="{D42A27DB-BD31-4B8C-83A1-F6EECF244321}">
                <p14:modId xmlns:p14="http://schemas.microsoft.com/office/powerpoint/2010/main" val="315467844"/>
              </p:ext>
            </p:extLst>
          </p:nvPr>
        </p:nvGraphicFramePr>
        <p:xfrm>
          <a:off x="6139900" y="1264955"/>
          <a:ext cx="2816530" cy="3657420"/>
        </p:xfrm>
        <a:graphic>
          <a:graphicData uri="http://schemas.openxmlformats.org/drawingml/2006/table">
            <a:tbl>
              <a:tblPr>
                <a:noFill/>
                <a:tableStyleId>{04A46F7F-B713-47B1-BAB7-4455CB62EAE5}</a:tableStyleId>
              </a:tblPr>
              <a:tblGrid>
                <a:gridCol w="1408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July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R3 677 692,39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5621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August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R3 934 668,41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5621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September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R4 669 899,86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5621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 smtClean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October</a:t>
                      </a:r>
                      <a:endParaRPr sz="18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R4 828 975,08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5621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November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R6 538 148,88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5621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December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R6 820 689,68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5621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32" name="Google Shape;932;p41"/>
          <p:cNvGrpSpPr/>
          <p:nvPr/>
        </p:nvGrpSpPr>
        <p:grpSpPr>
          <a:xfrm>
            <a:off x="791678" y="1919072"/>
            <a:ext cx="361055" cy="361055"/>
            <a:chOff x="2419414" y="4045708"/>
            <a:chExt cx="361055" cy="361055"/>
          </a:xfrm>
        </p:grpSpPr>
        <p:sp>
          <p:nvSpPr>
            <p:cNvPr id="933" name="Google Shape;933;p41"/>
            <p:cNvSpPr/>
            <p:nvPr/>
          </p:nvSpPr>
          <p:spPr>
            <a:xfrm>
              <a:off x="2658167" y="4203291"/>
              <a:ext cx="76653" cy="72273"/>
            </a:xfrm>
            <a:custGeom>
              <a:avLst/>
              <a:gdLst/>
              <a:ahLst/>
              <a:cxnLst/>
              <a:rect l="l" t="t" r="r" b="b"/>
              <a:pathLst>
                <a:path w="2240" h="2112" extrusionOk="0">
                  <a:moveTo>
                    <a:pt x="1150" y="0"/>
                  </a:moveTo>
                  <a:cubicBezTo>
                    <a:pt x="576" y="0"/>
                    <a:pt x="1" y="402"/>
                    <a:pt x="1" y="1135"/>
                  </a:cubicBezTo>
                  <a:lnTo>
                    <a:pt x="1" y="2111"/>
                  </a:lnTo>
                  <a:lnTo>
                    <a:pt x="835" y="1373"/>
                  </a:lnTo>
                  <a:cubicBezTo>
                    <a:pt x="1216" y="1040"/>
                    <a:pt x="1716" y="849"/>
                    <a:pt x="2240" y="849"/>
                  </a:cubicBezTo>
                  <a:cubicBezTo>
                    <a:pt x="2089" y="270"/>
                    <a:pt x="1620" y="0"/>
                    <a:pt x="11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1"/>
            <p:cNvSpPr/>
            <p:nvPr/>
          </p:nvSpPr>
          <p:spPr>
            <a:xfrm>
              <a:off x="2465030" y="4203805"/>
              <a:ext cx="315440" cy="202959"/>
            </a:xfrm>
            <a:custGeom>
              <a:avLst/>
              <a:gdLst/>
              <a:ahLst/>
              <a:cxnLst/>
              <a:rect l="l" t="t" r="r" b="b"/>
              <a:pathLst>
                <a:path w="9218" h="5931" extrusionOk="0">
                  <a:moveTo>
                    <a:pt x="977" y="1"/>
                  </a:moveTo>
                  <a:cubicBezTo>
                    <a:pt x="715" y="1"/>
                    <a:pt x="477" y="120"/>
                    <a:pt x="287" y="310"/>
                  </a:cubicBezTo>
                  <a:cubicBezTo>
                    <a:pt x="96" y="477"/>
                    <a:pt x="1" y="739"/>
                    <a:pt x="1" y="1001"/>
                  </a:cubicBezTo>
                  <a:lnTo>
                    <a:pt x="1" y="5621"/>
                  </a:lnTo>
                  <a:cubicBezTo>
                    <a:pt x="1" y="5788"/>
                    <a:pt x="120" y="5931"/>
                    <a:pt x="287" y="5931"/>
                  </a:cubicBezTo>
                  <a:lnTo>
                    <a:pt x="5169" y="5931"/>
                  </a:lnTo>
                  <a:cubicBezTo>
                    <a:pt x="5716" y="5931"/>
                    <a:pt x="6264" y="5716"/>
                    <a:pt x="6693" y="5335"/>
                  </a:cubicBezTo>
                  <a:lnTo>
                    <a:pt x="8884" y="3359"/>
                  </a:lnTo>
                  <a:cubicBezTo>
                    <a:pt x="9098" y="3168"/>
                    <a:pt x="9217" y="2906"/>
                    <a:pt x="9217" y="2620"/>
                  </a:cubicBezTo>
                  <a:cubicBezTo>
                    <a:pt x="9217" y="2335"/>
                    <a:pt x="9122" y="2073"/>
                    <a:pt x="8908" y="1882"/>
                  </a:cubicBezTo>
                  <a:lnTo>
                    <a:pt x="8908" y="1882"/>
                  </a:lnTo>
                  <a:lnTo>
                    <a:pt x="8955" y="1906"/>
                  </a:lnTo>
                  <a:cubicBezTo>
                    <a:pt x="8657" y="1608"/>
                    <a:pt x="8268" y="1459"/>
                    <a:pt x="7880" y="1459"/>
                  </a:cubicBezTo>
                  <a:cubicBezTo>
                    <a:pt x="7524" y="1459"/>
                    <a:pt x="7168" y="1584"/>
                    <a:pt x="6883" y="1834"/>
                  </a:cubicBezTo>
                  <a:lnTo>
                    <a:pt x="5169" y="3311"/>
                  </a:lnTo>
                  <a:lnTo>
                    <a:pt x="3287" y="3311"/>
                  </a:lnTo>
                  <a:cubicBezTo>
                    <a:pt x="2740" y="3311"/>
                    <a:pt x="2287" y="2858"/>
                    <a:pt x="2287" y="2311"/>
                  </a:cubicBezTo>
                  <a:lnTo>
                    <a:pt x="2287" y="1311"/>
                  </a:lnTo>
                  <a:cubicBezTo>
                    <a:pt x="2287" y="596"/>
                    <a:pt x="1692" y="1"/>
                    <a:pt x="9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1"/>
            <p:cNvSpPr/>
            <p:nvPr/>
          </p:nvSpPr>
          <p:spPr>
            <a:xfrm>
              <a:off x="2419414" y="4280355"/>
              <a:ext cx="24467" cy="126409"/>
            </a:xfrm>
            <a:custGeom>
              <a:avLst/>
              <a:gdLst/>
              <a:ahLst/>
              <a:cxnLst/>
              <a:rect l="l" t="t" r="r" b="b"/>
              <a:pathLst>
                <a:path w="715" h="3694" extrusionOk="0">
                  <a:moveTo>
                    <a:pt x="321" y="0"/>
                  </a:moveTo>
                  <a:cubicBezTo>
                    <a:pt x="146" y="0"/>
                    <a:pt x="0" y="159"/>
                    <a:pt x="0" y="360"/>
                  </a:cubicBezTo>
                  <a:lnTo>
                    <a:pt x="0" y="3336"/>
                  </a:lnTo>
                  <a:cubicBezTo>
                    <a:pt x="0" y="3574"/>
                    <a:pt x="179" y="3694"/>
                    <a:pt x="358" y="3694"/>
                  </a:cubicBezTo>
                  <a:cubicBezTo>
                    <a:pt x="536" y="3694"/>
                    <a:pt x="715" y="3574"/>
                    <a:pt x="715" y="3336"/>
                  </a:cubicBezTo>
                  <a:lnTo>
                    <a:pt x="715" y="360"/>
                  </a:lnTo>
                  <a:cubicBezTo>
                    <a:pt x="715" y="145"/>
                    <a:pt x="548" y="2"/>
                    <a:pt x="358" y="2"/>
                  </a:cubicBezTo>
                  <a:cubicBezTo>
                    <a:pt x="345" y="1"/>
                    <a:pt x="333" y="0"/>
                    <a:pt x="3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1"/>
            <p:cNvSpPr/>
            <p:nvPr/>
          </p:nvSpPr>
          <p:spPr>
            <a:xfrm>
              <a:off x="2538397" y="4045708"/>
              <a:ext cx="124698" cy="36718"/>
            </a:xfrm>
            <a:custGeom>
              <a:avLst/>
              <a:gdLst/>
              <a:ahLst/>
              <a:cxnLst/>
              <a:rect l="l" t="t" r="r" b="b"/>
              <a:pathLst>
                <a:path w="3644" h="1073" extrusionOk="0">
                  <a:moveTo>
                    <a:pt x="715" y="1"/>
                  </a:moveTo>
                  <a:cubicBezTo>
                    <a:pt x="0" y="1"/>
                    <a:pt x="0" y="1072"/>
                    <a:pt x="715" y="1072"/>
                  </a:cubicBezTo>
                  <a:lnTo>
                    <a:pt x="2929" y="1072"/>
                  </a:lnTo>
                  <a:cubicBezTo>
                    <a:pt x="3644" y="1049"/>
                    <a:pt x="3644" y="1"/>
                    <a:pt x="2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1"/>
            <p:cNvSpPr/>
            <p:nvPr/>
          </p:nvSpPr>
          <p:spPr>
            <a:xfrm>
              <a:off x="2538397" y="4106038"/>
              <a:ext cx="124698" cy="36684"/>
            </a:xfrm>
            <a:custGeom>
              <a:avLst/>
              <a:gdLst/>
              <a:ahLst/>
              <a:cxnLst/>
              <a:rect l="l" t="t" r="r" b="b"/>
              <a:pathLst>
                <a:path w="3644" h="1072" extrusionOk="0">
                  <a:moveTo>
                    <a:pt x="715" y="0"/>
                  </a:moveTo>
                  <a:cubicBezTo>
                    <a:pt x="0" y="0"/>
                    <a:pt x="0" y="1072"/>
                    <a:pt x="715" y="1072"/>
                  </a:cubicBezTo>
                  <a:lnTo>
                    <a:pt x="2929" y="1072"/>
                  </a:lnTo>
                  <a:cubicBezTo>
                    <a:pt x="3644" y="1072"/>
                    <a:pt x="3644" y="0"/>
                    <a:pt x="29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1"/>
            <p:cNvSpPr/>
            <p:nvPr/>
          </p:nvSpPr>
          <p:spPr>
            <a:xfrm>
              <a:off x="2540006" y="4166334"/>
              <a:ext cx="120660" cy="36684"/>
            </a:xfrm>
            <a:custGeom>
              <a:avLst/>
              <a:gdLst/>
              <a:ahLst/>
              <a:cxnLst/>
              <a:rect l="l" t="t" r="r" b="b"/>
              <a:pathLst>
                <a:path w="3526" h="1072" extrusionOk="0">
                  <a:moveTo>
                    <a:pt x="668" y="0"/>
                  </a:moveTo>
                  <a:cubicBezTo>
                    <a:pt x="1" y="48"/>
                    <a:pt x="1" y="1024"/>
                    <a:pt x="668" y="1072"/>
                  </a:cubicBezTo>
                  <a:lnTo>
                    <a:pt x="2882" y="1072"/>
                  </a:lnTo>
                  <a:cubicBezTo>
                    <a:pt x="3525" y="1024"/>
                    <a:pt x="3525" y="48"/>
                    <a:pt x="28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0"/>
          <p:cNvSpPr txBox="1">
            <a:spLocks noGrp="1"/>
          </p:cNvSpPr>
          <p:nvPr>
            <p:ph type="title"/>
          </p:nvPr>
        </p:nvSpPr>
        <p:spPr>
          <a:xfrm>
            <a:off x="457100" y="419291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1200" dirty="0"/>
              <a:t>Sales by month Infographics</a:t>
            </a:r>
            <a:endParaRPr sz="1200" dirty="0"/>
          </a:p>
        </p:txBody>
      </p:sp>
      <p:graphicFrame>
        <p:nvGraphicFramePr>
          <p:cNvPr id="295" name="Google Shape;295;p20"/>
          <p:cNvGraphicFramePr/>
          <p:nvPr>
            <p:extLst>
              <p:ext uri="{D42A27DB-BD31-4B8C-83A1-F6EECF244321}">
                <p14:modId xmlns:p14="http://schemas.microsoft.com/office/powerpoint/2010/main" val="2930436045"/>
              </p:ext>
            </p:extLst>
          </p:nvPr>
        </p:nvGraphicFramePr>
        <p:xfrm>
          <a:off x="457100" y="937525"/>
          <a:ext cx="8229600" cy="3794820"/>
        </p:xfrm>
        <a:graphic>
          <a:graphicData uri="http://schemas.openxmlformats.org/drawingml/2006/table">
            <a:tbl>
              <a:tblPr>
                <a:noFill/>
                <a:tableStyleId>{04A46F7F-B713-47B1-BAB7-4455CB62EAE5}</a:tableStyleId>
              </a:tblPr>
              <a:tblGrid>
                <a:gridCol w="139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87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 smtClean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2016 </a:t>
                      </a:r>
                      <a:r>
                        <a:rPr lang="en" sz="16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Sales by month</a:t>
                      </a:r>
                      <a:endParaRPr sz="16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January</a:t>
                      </a:r>
                      <a:endParaRPr sz="18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R5 403 090,51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July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R3 324 825,43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February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R4 891 882,31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August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R4 343 329,41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March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R2 951 856,01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September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R3 259 542,50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April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R6 656 880,18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October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R2 329 172,70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May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R5 170 231,86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November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R1 851 029,86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June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R6 771 134,94 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December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</a:t>
                      </a:r>
                      <a:r>
                        <a:rPr lang="en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</a:t>
                      </a:r>
                      <a:r>
                        <a:rPr lang="en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records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053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"/>
          <p:cNvSpPr txBox="1">
            <a:spLocks noGrp="1"/>
          </p:cNvSpPr>
          <p:nvPr>
            <p:ph type="title"/>
          </p:nvPr>
        </p:nvSpPr>
        <p:spPr>
          <a:xfrm>
            <a:off x="457200" y="62523"/>
            <a:ext cx="8229600" cy="3204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ZA" sz="1200" dirty="0"/>
              <a:t>Yearly </a:t>
            </a:r>
            <a:r>
              <a:rPr lang="en-ZA" sz="1200" dirty="0" smtClean="0"/>
              <a:t>Overview </a:t>
            </a:r>
            <a:r>
              <a:rPr lang="en" sz="1200" dirty="0" smtClean="0"/>
              <a:t>Infographics</a:t>
            </a:r>
            <a:endParaRPr sz="1200" dirty="0"/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2530093416"/>
              </p:ext>
            </p:extLst>
          </p:nvPr>
        </p:nvGraphicFramePr>
        <p:xfrm>
          <a:off x="187569" y="922214"/>
          <a:ext cx="5337908" cy="36815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338277" y="1742831"/>
            <a:ext cx="27197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2014 had a huge jump in sales compared to 2013, but the company still made a loss</a:t>
            </a:r>
            <a:r>
              <a:rPr lang="en-US" sz="1200" dirty="0" smtClean="0"/>
              <a:t>.</a:t>
            </a:r>
          </a:p>
          <a:p>
            <a:r>
              <a:rPr lang="en-US" sz="1200" dirty="0"/>
              <a:t>2015 shows declining sales vs 2014, and the loss was the highest in absolute terms</a:t>
            </a:r>
            <a:r>
              <a:rPr lang="en-US" sz="1200" dirty="0" smtClean="0"/>
              <a:t>.</a:t>
            </a:r>
          </a:p>
          <a:p>
            <a:r>
              <a:rPr lang="en-US" sz="1200" dirty="0"/>
              <a:t>2016 had lower sales but a much smaller loss—profitability improved relative to previous years.</a:t>
            </a:r>
            <a:endParaRPr lang="en-ZA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48"/>
          <p:cNvSpPr txBox="1"/>
          <p:nvPr/>
        </p:nvSpPr>
        <p:spPr>
          <a:xfrm>
            <a:off x="1" y="1"/>
            <a:ext cx="6280484" cy="328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Overall Profitability</a:t>
            </a:r>
          </a:p>
        </p:txBody>
      </p:sp>
      <p:sp>
        <p:nvSpPr>
          <p:cNvPr id="1142" name="Google Shape;1142;p48"/>
          <p:cNvSpPr txBox="1"/>
          <p:nvPr/>
        </p:nvSpPr>
        <p:spPr>
          <a:xfrm>
            <a:off x="0" y="328247"/>
            <a:ext cx="9143999" cy="4815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buClr>
                <a:srgbClr val="FFFFFF"/>
              </a:buClr>
              <a:buSzPts val="1000"/>
            </a:pPr>
            <a:r>
              <a:rPr lang="en-ZA" sz="1200" b="1" dirty="0" smtClean="0">
                <a:solidFill>
                  <a:schemeClr val="tx1"/>
                </a:solidFill>
              </a:rPr>
              <a:t>2013</a:t>
            </a:r>
            <a:r>
              <a:rPr lang="en-ZA" sz="1200" b="1" dirty="0">
                <a:solidFill>
                  <a:schemeClr val="tx1"/>
                </a:solidFill>
              </a:rPr>
              <a:t>:</a:t>
            </a:r>
            <a:r>
              <a:rPr lang="en-ZA" sz="1200" dirty="0">
                <a:solidFill>
                  <a:schemeClr val="tx1"/>
                </a:solidFill>
              </a:rPr>
              <a:t> Small loss in December </a:t>
            </a:r>
            <a:r>
              <a:rPr lang="en-ZA" sz="1200" dirty="0" smtClean="0">
                <a:solidFill>
                  <a:schemeClr val="tx1"/>
                </a:solidFill>
              </a:rPr>
              <a:t>(-R12,782</a:t>
            </a:r>
            <a:r>
              <a:rPr lang="en-ZA" sz="1200" dirty="0" smtClean="0">
                <a:solidFill>
                  <a:schemeClr val="tx1"/>
                </a:solidFill>
              </a:rPr>
              <a:t>).</a:t>
            </a:r>
            <a:r>
              <a:rPr lang="en" sz="1200" dirty="0" smtClean="0">
                <a:solidFill>
                  <a:schemeClr val="tx1"/>
                </a:solidFill>
              </a:rPr>
              <a:t>.</a:t>
            </a:r>
            <a:endParaRPr sz="1200" dirty="0">
              <a:solidFill>
                <a:schemeClr val="tx1"/>
              </a:solidFill>
            </a:endParaRPr>
          </a:p>
          <a:p>
            <a:pPr>
              <a:lnSpc>
                <a:spcPct val="115000"/>
              </a:lnSpc>
              <a:buClr>
                <a:srgbClr val="FFFFFF"/>
              </a:buClr>
              <a:buSzPts val="1000"/>
            </a:pPr>
            <a:r>
              <a:rPr lang="en-ZA" sz="1200" b="1" dirty="0">
                <a:solidFill>
                  <a:schemeClr val="tx1"/>
                </a:solidFill>
              </a:rPr>
              <a:t>2014:</a:t>
            </a:r>
            <a:r>
              <a:rPr lang="en-ZA" sz="1200" dirty="0">
                <a:solidFill>
                  <a:schemeClr val="tx1"/>
                </a:solidFill>
              </a:rPr>
              <a:t> Entire year mostly loss-making, with only January and November showing small profits. Total loss: </a:t>
            </a:r>
            <a:r>
              <a:rPr lang="en-ZA" sz="1200" dirty="0" smtClean="0">
                <a:solidFill>
                  <a:schemeClr val="tx1"/>
                </a:solidFill>
              </a:rPr>
              <a:t>-R2.27 </a:t>
            </a:r>
            <a:r>
              <a:rPr lang="en-ZA" sz="1200" dirty="0">
                <a:solidFill>
                  <a:schemeClr val="tx1"/>
                </a:solidFill>
              </a:rPr>
              <a:t>million</a:t>
            </a:r>
            <a:r>
              <a:rPr lang="en-ZA" sz="1200" dirty="0" smtClean="0">
                <a:solidFill>
                  <a:schemeClr val="tx1"/>
                </a:solidFill>
              </a:rPr>
              <a:t>.</a:t>
            </a:r>
            <a:r>
              <a:rPr lang="en" sz="1200" dirty="0" smtClean="0">
                <a:solidFill>
                  <a:schemeClr val="tx1"/>
                </a:solidFill>
              </a:rPr>
              <a:t>.</a:t>
            </a:r>
            <a:endParaRPr sz="1200" dirty="0">
              <a:solidFill>
                <a:schemeClr val="tx1"/>
              </a:solidFill>
            </a:endParaRPr>
          </a:p>
          <a:p>
            <a:pPr lvl="0">
              <a:lnSpc>
                <a:spcPct val="115000"/>
              </a:lnSpc>
              <a:buClr>
                <a:srgbClr val="FFFFFF"/>
              </a:buClr>
              <a:buSzPts val="1000"/>
            </a:pPr>
            <a:r>
              <a:rPr lang="en-ZA" sz="1200" b="1" dirty="0">
                <a:solidFill>
                  <a:schemeClr val="tx1"/>
                </a:solidFill>
              </a:rPr>
              <a:t>2015:</a:t>
            </a:r>
            <a:r>
              <a:rPr lang="en-ZA" sz="1200" dirty="0">
                <a:solidFill>
                  <a:schemeClr val="tx1"/>
                </a:solidFill>
              </a:rPr>
              <a:t> </a:t>
            </a:r>
            <a:r>
              <a:rPr lang="en-ZA" sz="1200" b="1" dirty="0">
                <a:solidFill>
                  <a:schemeClr val="tx1"/>
                </a:solidFill>
              </a:rPr>
              <a:t>All months in loss</a:t>
            </a:r>
            <a:r>
              <a:rPr lang="en-ZA" sz="1200" dirty="0">
                <a:solidFill>
                  <a:schemeClr val="tx1"/>
                </a:solidFill>
              </a:rPr>
              <a:t>, with a massive total loss of </a:t>
            </a:r>
            <a:r>
              <a:rPr lang="en-ZA" sz="1200" dirty="0" smtClean="0">
                <a:solidFill>
                  <a:schemeClr val="tx1"/>
                </a:solidFill>
              </a:rPr>
              <a:t>-R3.9 </a:t>
            </a:r>
            <a:r>
              <a:rPr lang="en-ZA" sz="1200" dirty="0">
                <a:solidFill>
                  <a:schemeClr val="tx1"/>
                </a:solidFill>
              </a:rPr>
              <a:t>million</a:t>
            </a:r>
            <a:r>
              <a:rPr lang="en" sz="1200" dirty="0" smtClean="0">
                <a:solidFill>
                  <a:schemeClr val="tx1"/>
                </a:solidFill>
              </a:rPr>
              <a:t>.</a:t>
            </a:r>
            <a:endParaRPr sz="1200" dirty="0">
              <a:solidFill>
                <a:schemeClr val="tx1"/>
              </a:solidFill>
            </a:endParaRPr>
          </a:p>
          <a:p>
            <a:pPr>
              <a:lnSpc>
                <a:spcPct val="115000"/>
              </a:lnSpc>
              <a:buClr>
                <a:srgbClr val="FFFFFF"/>
              </a:buClr>
              <a:buSzPts val="1000"/>
            </a:pPr>
            <a:r>
              <a:rPr lang="en-ZA" sz="1200" b="1" dirty="0">
                <a:solidFill>
                  <a:schemeClr val="tx1"/>
                </a:solidFill>
              </a:rPr>
              <a:t>2016:</a:t>
            </a:r>
            <a:r>
              <a:rPr lang="en-ZA" sz="1200" dirty="0">
                <a:solidFill>
                  <a:schemeClr val="tx1"/>
                </a:solidFill>
              </a:rPr>
              <a:t> Some months profitable, but overall still a loss </a:t>
            </a:r>
            <a:r>
              <a:rPr lang="en-ZA" sz="1200" dirty="0" smtClean="0">
                <a:solidFill>
                  <a:schemeClr val="tx1"/>
                </a:solidFill>
              </a:rPr>
              <a:t>(-R938,000</a:t>
            </a:r>
            <a:r>
              <a:rPr lang="en-ZA" sz="1200" dirty="0">
                <a:solidFill>
                  <a:schemeClr val="tx1"/>
                </a:solidFill>
              </a:rPr>
              <a:t>).</a:t>
            </a:r>
          </a:p>
          <a:p>
            <a:pPr marL="1651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</a:pPr>
            <a:endParaRPr lang="en-ZA" sz="1000" dirty="0">
              <a:solidFill>
                <a:schemeClr val="tx1"/>
              </a:solidFill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</a:pPr>
            <a:r>
              <a:rPr lang="en-ZA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reends</a:t>
            </a:r>
          </a:p>
          <a:p>
            <a:pPr marL="1651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</a:pPr>
            <a:endParaRPr lang="en" sz="1000" dirty="0" smtClean="0">
              <a:solidFill>
                <a:schemeClr val="tx1"/>
              </a:solidFill>
            </a:endParaRPr>
          </a:p>
          <a:p>
            <a:pPr lvl="0"/>
            <a:r>
              <a:rPr lang="en-ZA" sz="1200" dirty="0" smtClean="0">
                <a:solidFill>
                  <a:schemeClr val="tx1"/>
                </a:solidFill>
              </a:rPr>
              <a:t>-It worsening </a:t>
            </a:r>
            <a:r>
              <a:rPr lang="en-ZA" sz="1200" dirty="0">
                <a:solidFill>
                  <a:schemeClr val="tx1"/>
                </a:solidFill>
              </a:rPr>
              <a:t>in 2015: Losses peaked, both monthly and yearly.</a:t>
            </a:r>
          </a:p>
          <a:p>
            <a:pPr lvl="0"/>
            <a:r>
              <a:rPr lang="en-ZA" sz="1200" dirty="0" smtClean="0">
                <a:solidFill>
                  <a:schemeClr val="tx1"/>
                </a:solidFill>
              </a:rPr>
              <a:t>-Slight </a:t>
            </a:r>
            <a:r>
              <a:rPr lang="en-ZA" sz="1200" dirty="0">
                <a:solidFill>
                  <a:schemeClr val="tx1"/>
                </a:solidFill>
              </a:rPr>
              <a:t>improvement in 2016: Some profitable months appeared, and total annual loss decreased compared to </a:t>
            </a:r>
            <a:r>
              <a:rPr lang="en-ZA" sz="1200" dirty="0" smtClean="0">
                <a:solidFill>
                  <a:schemeClr val="tx1"/>
                </a:solidFill>
              </a:rPr>
              <a:t>2015.Seasonal </a:t>
            </a:r>
            <a:r>
              <a:rPr lang="en-ZA" sz="1200" dirty="0">
                <a:solidFill>
                  <a:schemeClr val="tx1"/>
                </a:solidFill>
              </a:rPr>
              <a:t>patterns: Some months (like October–November) show better profitability, suggesting possible seasonal sales peaks or better cost control.</a:t>
            </a:r>
          </a:p>
          <a:p>
            <a:pPr marL="1651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</a:pPr>
            <a:endParaRPr sz="1000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dirty="0" smtClean="0">
                <a:solidFill>
                  <a:srgbClr val="FFFFFF"/>
                </a:solidFill>
              </a:rPr>
              <a:t>modified </a:t>
            </a:r>
            <a:r>
              <a:rPr lang="en" sz="1000" dirty="0">
                <a:solidFill>
                  <a:srgbClr val="FFFFFF"/>
                </a:solidFill>
              </a:rPr>
              <a:t>version of this Slidesgo Template) or include it in a database or in any other product or service that offers downloadable images, icons or presentations that may be subject to distribution or resale.</a:t>
            </a:r>
            <a:endParaRPr sz="1000" dirty="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 dirty="0">
                <a:solidFill>
                  <a:srgbClr val="FFFFFF"/>
                </a:solidFill>
              </a:rPr>
              <a:t>Use any of the elements that are part of this Slidesgo Template in an isolated and separated way from this Template.</a:t>
            </a:r>
            <a:endParaRPr sz="1000" dirty="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 dirty="0">
                <a:solidFill>
                  <a:srgbClr val="FFFFFF"/>
                </a:solidFill>
              </a:rPr>
              <a:t>Register any of the elements that are part of this template as a trademark or logo, or register it as a work in an intellectual property registry or similar.</a:t>
            </a:r>
            <a:endParaRPr sz="10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49"/>
          <p:cNvSpPr txBox="1">
            <a:spLocks noGrp="1"/>
          </p:cNvSpPr>
          <p:nvPr>
            <p:ph type="title" idx="4294967295"/>
          </p:nvPr>
        </p:nvSpPr>
        <p:spPr>
          <a:xfrm>
            <a:off x="0" y="14289"/>
            <a:ext cx="8095650" cy="3686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ZA" sz="1400" b="1" dirty="0" smtClean="0">
                <a:solidFill>
                  <a:schemeClr val="tx1"/>
                </a:solidFill>
              </a:rPr>
              <a:t>Sales </a:t>
            </a:r>
            <a:r>
              <a:rPr lang="en-ZA" sz="1400" b="1" dirty="0">
                <a:solidFill>
                  <a:schemeClr val="tx1"/>
                </a:solidFill>
              </a:rPr>
              <a:t>vs Costs</a:t>
            </a:r>
            <a:endParaRPr lang="en-ZA" sz="1400" dirty="0">
              <a:solidFill>
                <a:schemeClr val="tx1"/>
              </a:solidFill>
            </a:endParaRPr>
          </a:p>
        </p:txBody>
      </p:sp>
      <p:sp>
        <p:nvSpPr>
          <p:cNvPr id="1150" name="Google Shape;1150;p49"/>
          <p:cNvSpPr txBox="1"/>
          <p:nvPr/>
        </p:nvSpPr>
        <p:spPr>
          <a:xfrm>
            <a:off x="0" y="382955"/>
            <a:ext cx="9143999" cy="476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ZA" sz="1200" dirty="0"/>
              <a:t>Across all years, total costs often exceed sales, which is the main reason for the losses.</a:t>
            </a:r>
          </a:p>
          <a:p>
            <a:pPr lvl="0"/>
            <a:r>
              <a:rPr lang="en-ZA" sz="1200" dirty="0"/>
              <a:t>This indicates high production or operating costs, low pricing, or both.</a:t>
            </a:r>
          </a:p>
          <a:p>
            <a:pPr marL="158750" lvl="1">
              <a:lnSpc>
                <a:spcPct val="115000"/>
              </a:lnSpc>
              <a:buClr>
                <a:srgbClr val="FFFFFF"/>
              </a:buClr>
              <a:buSzPts val="1100"/>
            </a:pPr>
            <a:endParaRPr lang="en" sz="1100" b="1" dirty="0" smtClean="0">
              <a:solidFill>
                <a:srgbClr val="869FB2"/>
              </a:solidFill>
            </a:endParaRPr>
          </a:p>
          <a:p>
            <a:pPr lvl="2">
              <a:lnSpc>
                <a:spcPct val="115000"/>
              </a:lnSpc>
              <a:buClr>
                <a:srgbClr val="FFFFFF"/>
              </a:buClr>
              <a:buSzPts val="1100"/>
            </a:pPr>
            <a:r>
              <a:rPr lang="en-ZA" b="1" dirty="0"/>
              <a:t>Major </a:t>
            </a:r>
            <a:r>
              <a:rPr lang="en-ZA" b="1" dirty="0" smtClean="0"/>
              <a:t>Highlights</a:t>
            </a:r>
          </a:p>
          <a:p>
            <a:pPr lvl="2">
              <a:lnSpc>
                <a:spcPct val="115000"/>
              </a:lnSpc>
              <a:buClr>
                <a:srgbClr val="FFFFFF"/>
              </a:buClr>
              <a:buSzPts val="1100"/>
            </a:pPr>
            <a:r>
              <a:rPr lang="en-ZA" sz="1200" dirty="0" smtClean="0"/>
              <a:t>-The </a:t>
            </a:r>
            <a:r>
              <a:rPr lang="en-ZA" sz="1200" dirty="0"/>
              <a:t>company struggles with sustained </a:t>
            </a:r>
            <a:r>
              <a:rPr lang="en-ZA" sz="1200" dirty="0" smtClean="0"/>
              <a:t>profitability</a:t>
            </a:r>
          </a:p>
          <a:p>
            <a:pPr lvl="0"/>
            <a:r>
              <a:rPr lang="en-ZA" sz="1200" dirty="0" smtClean="0"/>
              <a:t>-Cost </a:t>
            </a:r>
            <a:r>
              <a:rPr lang="en-ZA" sz="1200" dirty="0"/>
              <a:t>control is a major issue, as costs consistently exceed sales.</a:t>
            </a:r>
          </a:p>
          <a:p>
            <a:pPr lvl="0"/>
            <a:r>
              <a:rPr lang="en-ZA" sz="1200" dirty="0" smtClean="0"/>
              <a:t>-Some </a:t>
            </a:r>
            <a:r>
              <a:rPr lang="en-ZA" sz="1200" dirty="0"/>
              <a:t>months have potential for profit (e.g., November 2014, October 2016), which could be leveraged with better pricing or </a:t>
            </a:r>
            <a:r>
              <a:rPr lang="en-ZA" sz="1200" dirty="0" smtClean="0"/>
              <a:t>promotions.</a:t>
            </a:r>
          </a:p>
          <a:p>
            <a:pPr lvl="0"/>
            <a:r>
              <a:rPr lang="en-ZA" sz="1200" dirty="0" smtClean="0"/>
              <a:t>-If </a:t>
            </a:r>
            <a:r>
              <a:rPr lang="en-ZA" sz="1200" dirty="0"/>
              <a:t>trends continue without intervention, the company could face financial difficulties despite occasional profitable </a:t>
            </a:r>
            <a:r>
              <a:rPr lang="en-ZA" sz="1200" dirty="0" smtClean="0"/>
              <a:t>months.</a:t>
            </a:r>
          </a:p>
          <a:p>
            <a:pPr lvl="0"/>
            <a:endParaRPr lang="en-ZA" b="1" dirty="0"/>
          </a:p>
          <a:p>
            <a:pPr lvl="0"/>
            <a:r>
              <a:rPr lang="en-ZA" b="1" dirty="0" smtClean="0"/>
              <a:t>Overall Conclusion</a:t>
            </a:r>
            <a:endParaRPr lang="en-ZA" dirty="0" smtClean="0"/>
          </a:p>
          <a:p>
            <a:pPr lvl="0"/>
            <a:r>
              <a:rPr lang="en-ZA" sz="1200" dirty="0" smtClean="0"/>
              <a:t>The </a:t>
            </a:r>
            <a:r>
              <a:rPr lang="en-ZA" sz="1200" dirty="0"/>
              <a:t>company is not financially healthy, but there are signs in 2016 that profitability is possible with better cost management and strategic planning</a:t>
            </a:r>
            <a:r>
              <a:rPr lang="en-ZA" dirty="0"/>
              <a:t>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endParaRPr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les by Month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E45621"/>
      </a:accent1>
      <a:accent2>
        <a:srgbClr val="FAAD56"/>
      </a:accent2>
      <a:accent3>
        <a:srgbClr val="559E37"/>
      </a:accent3>
      <a:accent4>
        <a:srgbClr val="A0D771"/>
      </a:accent4>
      <a:accent5>
        <a:srgbClr val="4E8CBA"/>
      </a:accent5>
      <a:accent6>
        <a:srgbClr val="90C4E4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902</Words>
  <Application>Microsoft Office PowerPoint</Application>
  <PresentationFormat>On-screen Show (16:9)</PresentationFormat>
  <Paragraphs>181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Proxima Nova</vt:lpstr>
      <vt:lpstr>Constantia</vt:lpstr>
      <vt:lpstr>Fira Sans Extra Condensed</vt:lpstr>
      <vt:lpstr>Proxima Nova Semibold</vt:lpstr>
      <vt:lpstr>Fira Sans Extra Condensed SemiBold</vt:lpstr>
      <vt:lpstr>Arial</vt:lpstr>
      <vt:lpstr>Roboto</vt:lpstr>
      <vt:lpstr>Algerian</vt:lpstr>
      <vt:lpstr>Sales by Month Infographics by Slidesgo</vt:lpstr>
      <vt:lpstr>Slidesgo Final Pages</vt:lpstr>
      <vt:lpstr>   Product Sales         Report  </vt:lpstr>
      <vt:lpstr>Total Sales:2014</vt:lpstr>
      <vt:lpstr>Total Sales:2015</vt:lpstr>
      <vt:lpstr>Promotion peroids &amp; the Price Elasticity of Demand during each of these periods </vt:lpstr>
      <vt:lpstr>Sales by month Infographics</vt:lpstr>
      <vt:lpstr>Sales by month Infographics</vt:lpstr>
      <vt:lpstr>Sales by month Infographics</vt:lpstr>
      <vt:lpstr>Sales by month Infographics</vt:lpstr>
      <vt:lpstr>Yearly Overview Infographics</vt:lpstr>
      <vt:lpstr>PowerPoint Presentation</vt:lpstr>
      <vt:lpstr>Sales vs Costs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by Month Infographics</dc:title>
  <dc:creator>Lihle Ndlovu</dc:creator>
  <cp:lastModifiedBy>Lihle Ndlovu</cp:lastModifiedBy>
  <cp:revision>26</cp:revision>
  <dcterms:modified xsi:type="dcterms:W3CDTF">2025-10-27T15:53:05Z</dcterms:modified>
</cp:coreProperties>
</file>